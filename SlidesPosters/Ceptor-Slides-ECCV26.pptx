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notesSlides/notesSlide8.xml" ContentType="application/vnd.openxmlformats-officedocument.presentationml.notesSlide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notesSlides/notesSlide9.xml" ContentType="application/vnd.openxmlformats-officedocument.presentationml.notesSlide+xml"/>
  <Override PartName="/ppt/tags/tag166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19" r:id="rId1"/>
  </p:sldMasterIdLst>
  <p:notesMasterIdLst>
    <p:notesMasterId r:id="rId16"/>
  </p:notesMasterIdLst>
  <p:handoutMasterIdLst>
    <p:handoutMasterId r:id="rId17"/>
  </p:handoutMasterIdLst>
  <p:sldIdLst>
    <p:sldId id="445" r:id="rId2"/>
    <p:sldId id="460" r:id="rId3"/>
    <p:sldId id="461" r:id="rId4"/>
    <p:sldId id="256" r:id="rId5"/>
    <p:sldId id="464" r:id="rId6"/>
    <p:sldId id="463" r:id="rId7"/>
    <p:sldId id="465" r:id="rId8"/>
    <p:sldId id="467" r:id="rId9"/>
    <p:sldId id="470" r:id="rId10"/>
    <p:sldId id="473" r:id="rId11"/>
    <p:sldId id="472" r:id="rId12"/>
    <p:sldId id="474" r:id="rId13"/>
    <p:sldId id="459" r:id="rId14"/>
    <p:sldId id="441" r:id="rId15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4" userDrawn="1">
          <p15:clr>
            <a:srgbClr val="A4A3A4"/>
          </p15:clr>
        </p15:guide>
        <p15:guide id="2" pos="506" userDrawn="1">
          <p15:clr>
            <a:srgbClr val="A4A3A4"/>
          </p15:clr>
        </p15:guide>
        <p15:guide id="3" pos="2162" userDrawn="1">
          <p15:clr>
            <a:srgbClr val="A4A3A4"/>
          </p15:clr>
        </p15:guide>
        <p15:guide id="4" pos="597" userDrawn="1">
          <p15:clr>
            <a:srgbClr val="A4A3A4"/>
          </p15:clr>
        </p15:guide>
        <p15:guide id="5" orient="horz" pos="33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0000"/>
    <a:srgbClr val="339933"/>
    <a:srgbClr val="FBE6D7"/>
    <a:srgbClr val="FFB3B3"/>
    <a:srgbClr val="DDEEF9"/>
    <a:srgbClr val="3851EA"/>
    <a:srgbClr val="74D275"/>
    <a:srgbClr val="FF9900"/>
    <a:srgbClr val="0070C0"/>
    <a:srgbClr val="4A7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872" autoAdjust="0"/>
    <p:restoredTop sz="48699" autoAdjust="0"/>
  </p:normalViewPr>
  <p:slideViewPr>
    <p:cSldViewPr>
      <p:cViewPr varScale="1">
        <p:scale>
          <a:sx n="53" d="100"/>
          <a:sy n="53" d="100"/>
        </p:scale>
        <p:origin x="2408" y="184"/>
      </p:cViewPr>
      <p:guideLst>
        <p:guide orient="horz" pos="3974"/>
        <p:guide pos="506"/>
        <p:guide pos="2162"/>
        <p:guide pos="597"/>
        <p:guide orient="horz" pos="33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2875" y="5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kumimoji="1" sz="1200">
                <a:latin typeface="Times New Roman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/>
            </a:lvl1pPr>
          </a:lstStyle>
          <a:p>
            <a:fld id="{3160FE5E-2C1C-4A70-AD98-512469337E0C}" type="datetime1">
              <a:rPr lang="zh-CN" altLang="en-US"/>
              <a:pPr/>
              <a:t>2026/9/22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kumimoji="1" sz="1200">
                <a:latin typeface="Times New Roman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/>
            </a:lvl1pPr>
          </a:lstStyle>
          <a:p>
            <a:fld id="{6B2268BC-EE60-4F76-BF05-1647A30F547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5497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AEDDB33-BEE7-4CE7-8CC0-2A4DE3343D0E}" type="datetime1">
              <a:rPr lang="zh-CN" altLang="en-US"/>
              <a:pPr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E316A7D9-4BF6-4AFE-A6AD-1E904EBCE4E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69958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Hello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，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everyone.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I’m Bin-Bin, 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from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Tencent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 </a:t>
            </a:r>
            <a:r>
              <a:rPr kumimoji="1"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YouTu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Lab.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Today, I’m 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glad</a:t>
            </a: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 to present our work, Ceptor: Vision–Language Model-Infused Diverse Guidance for Detecting Anything.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6A7D9-4BF6-4AFE-A6AD-1E904EBCE4EF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7176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Open-set object detection aims to detect objects beyond fixed training categories. </a:t>
            </a:r>
          </a:p>
          <a:p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Most existing methods use text prompts, such as category names. </a:t>
            </a:r>
          </a:p>
          <a:p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This works for familiar concepts, but is less effective for long-tail, domain-specific, and hard-to-describe objects.</a:t>
            </a:r>
          </a:p>
          <a:p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Visual prompts let us show the detector an example instead. Yet current methods also have limitations. </a:t>
            </a:r>
          </a:p>
          <a:p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A point or box lacks explicit category semantics, while cropped exemplars may lose important context. </a:t>
            </a:r>
          </a:p>
          <a:p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Moreover, text and visual pathways are often trained separately, making unified optimization difficult.</a:t>
            </a:r>
          </a:p>
          <a:p>
            <a:endParaRPr lang="en-US" i="0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6A7D9-4BF6-4AFE-A6AD-1E904EBCE4EF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7834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Our key inspiration comes from human visual p</a:t>
            </a:r>
            <a:r>
              <a:rPr lang="en-CN" dirty="0"/>
              <a:t>erception</a:t>
            </a: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When looking for a familiar object, we can follow a vocabulary instruction.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When the object is unfamiliar, we can instead search for something visually similar to an example.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In other words, humans naturally combine different cues.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6A7D9-4BF6-4AFE-A6AD-1E904EBCE4EF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78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Following this idea, we propose Ceptor, a unified open-set detector that supports four types of prompts: text prompts, interactive visual prompts, generic visual prompts, and hybrid prompts.</a:t>
            </a:r>
            <a:endParaRPr lang="en-CN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Ceptor is built on Deformable DETR and contains four core components: a VLM Infuser, a Prompt Zoo, Harmonization Strategy, and a Prompt-Oriented Decoder.</a:t>
            </a:r>
          </a:p>
          <a:p>
            <a:pPr marL="0" marR="0" algn="just">
              <a:spcBef>
                <a:spcPts val="300"/>
              </a:spcBef>
              <a:spcAft>
                <a:spcPts val="300"/>
              </a:spcAft>
            </a:pPr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6A7D9-4BF6-4AFE-A6AD-1E904EBCE4EF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2303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rgbClr val="344854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The VLM Infuser transfers the generalization ability of a pretrained vision–language model into the open-set detector.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A spatial enhancer builds multi-scale features, while early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 </a:t>
            </a: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interaction and </a:t>
            </a:r>
            <a:r>
              <a:rPr kumimoji="1" 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Eﬃcient Encoder enhance the interaction between image features and prompts features.</a:t>
            </a:r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6A7D9-4BF6-4AFE-A6AD-1E904EBCE4EF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9099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The Prompt Zoo constructs the four prompt types.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Text prompts provide high-level semantic guidance.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Generic visual prompts are category-level representations aggregated from visual exemplars and can be registered for cross-image detection.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Hybrid prompts combine text and generic visual information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to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support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more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robust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object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detection.</a:t>
            </a:r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For interactive visual ptompt, we introduce the Pyramid RoI Extractor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，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or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PRE</a:t>
            </a: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.  Given a box selected in the current image, PRE applies RoI Align across multi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-scale</a:t>
            </a: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 features and then fuses them.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6A7D9-4BF6-4AFE-A6AD-1E904EBCE4EF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5515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algn="just">
              <a:spcBef>
                <a:spcPts val="300"/>
              </a:spcBef>
              <a:spcAft>
                <a:spcPts val="300"/>
              </a:spcAft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Our Harmonization Strategy enable all prompt types to be optimized in one network. </a:t>
            </a:r>
          </a:p>
          <a:p>
            <a:pPr marL="0" marR="0" algn="just">
              <a:spcBef>
                <a:spcPts val="300"/>
              </a:spcBef>
              <a:spcAft>
                <a:spcPts val="300"/>
              </a:spcAft>
            </a:pPr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pPr marL="0" marR="0" algn="just">
              <a:spcBef>
                <a:spcPts val="300"/>
              </a:spcBef>
              <a:spcAft>
                <a:spcPts val="300"/>
              </a:spcAft>
            </a:pPr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Multi-Route FFNs provide special processing for each prompt type, while learnable instruction embeddings tell the model which guidance route is active. </a:t>
            </a:r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6A7D9-4BF6-4AFE-A6AD-1E904EBCE4EF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5390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The Prompt-Oriented Decoder updates object queries through prompt cross-attention and performs open-set localization and classification.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The alignment mechanism </a:t>
            </a:r>
            <a:r>
              <a:rPr lang="en-US" altLang="zh-CN" dirty="0">
                <a:latin typeface="+mn-lt"/>
              </a:rPr>
              <a:t>enforces feature alignment between decoder predictions and frozen IE visual embeddings.</a:t>
            </a:r>
            <a:endParaRPr lang="en-US" i="0" dirty="0"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CN" sz="1200" dirty="0"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CN" sz="1200" dirty="0"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 </a:t>
            </a:r>
            <a:endParaRPr lang="en-CN" sz="1200" dirty="0">
              <a:solidFill>
                <a:schemeClr val="tx1"/>
              </a:solidFill>
              <a:latin typeface="+mj-lt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CN" sz="1200" dirty="0">
              <a:solidFill>
                <a:schemeClr val="tx1"/>
              </a:solidFill>
              <a:latin typeface="+mj-lt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6A7D9-4BF6-4AFE-A6AD-1E904EBCE4EF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7950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Now let’s look at the results.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N" sz="1200" dirty="0">
                <a:solidFill>
                  <a:srgbClr val="5A5A5A"/>
                </a:solidFill>
                <a:latin typeface="+mn-lt"/>
              </a:rPr>
              <a:t>We can see that Ceptor consistently outperforms T-Rex2 </a:t>
            </a:r>
            <a:r>
              <a:rPr lang="en-CN" sz="1200" b="1" dirty="0">
                <a:solidFill>
                  <a:srgbClr val="5A5A5A"/>
                </a:solidFill>
                <a:latin typeface="+mn-lt"/>
              </a:rPr>
              <a:t>across interactive and generic visual prompt types</a:t>
            </a:r>
            <a:r>
              <a:rPr lang="en-US" sz="1200" dirty="0">
                <a:solidFill>
                  <a:srgbClr val="5A5A5A"/>
                </a:solidFill>
                <a:latin typeface="+mn-lt"/>
              </a:rPr>
              <a:t>, </a:t>
            </a:r>
            <a:r>
              <a:rPr lang="en-US" altLang="zh-CN" sz="1200" dirty="0">
                <a:solidFill>
                  <a:srgbClr val="5A5A5A"/>
                </a:solidFill>
                <a:latin typeface="+mn-lt"/>
              </a:rPr>
              <a:t>with </a:t>
            </a:r>
            <a:r>
              <a:rPr lang="en-CN" sz="1200" dirty="0">
                <a:solidFill>
                  <a:srgbClr val="5A5A5A"/>
                </a:solidFill>
                <a:latin typeface="+mn-lt"/>
              </a:rPr>
              <a:t>comparable</a:t>
            </a:r>
            <a:r>
              <a:rPr lang="zh-CN" altLang="en-US" sz="1200" dirty="0"/>
              <a:t> </a:t>
            </a:r>
            <a:r>
              <a:rPr lang="en-CN" sz="1200" dirty="0">
                <a:solidFill>
                  <a:srgbClr val="5A5A5A"/>
                </a:solidFill>
                <a:latin typeface="+mn-lt"/>
              </a:rPr>
              <a:t>parameters and less training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N" sz="1200" dirty="0">
                <a:solidFill>
                  <a:srgbClr val="5A5A5A"/>
                </a:solidFill>
                <a:latin typeface="+mn-lt"/>
              </a:rPr>
              <a:t>Ceptor also achieves </a:t>
            </a:r>
            <a:r>
              <a:rPr lang="en-CN" sz="1200" b="1" dirty="0">
                <a:solidFill>
                  <a:srgbClr val="5A5A5A"/>
                </a:solidFill>
                <a:latin typeface="+mn-lt"/>
              </a:rPr>
              <a:t>stronger open-vocabulary detection</a:t>
            </a:r>
            <a:r>
              <a:rPr lang="zh-CN" altLang="en-US" sz="1200" b="1" dirty="0">
                <a:solidFill>
                  <a:srgbClr val="5A5A5A"/>
                </a:solidFill>
                <a:latin typeface="+mn-lt"/>
              </a:rPr>
              <a:t> </a:t>
            </a:r>
            <a:r>
              <a:rPr lang="en-US" altLang="zh-CN" sz="1200" dirty="0">
                <a:solidFill>
                  <a:srgbClr val="5A5A5A"/>
                </a:solidFill>
                <a:latin typeface="+mn-lt"/>
              </a:rPr>
              <a:t>with</a:t>
            </a:r>
            <a:r>
              <a:rPr lang="zh-CN" altLang="en-US" sz="1200" dirty="0">
                <a:solidFill>
                  <a:srgbClr val="5A5A5A"/>
                </a:solidFill>
                <a:latin typeface="+mn-lt"/>
              </a:rPr>
              <a:t> </a:t>
            </a:r>
            <a:r>
              <a:rPr lang="en-US" altLang="zh-CN" sz="1200" b="1" dirty="0">
                <a:solidFill>
                  <a:srgbClr val="5A5A5A"/>
                </a:solidFill>
                <a:latin typeface="+mn-lt"/>
              </a:rPr>
              <a:t>text</a:t>
            </a:r>
            <a:r>
              <a:rPr lang="zh-CN" altLang="en-US" sz="1200" b="1" dirty="0">
                <a:solidFill>
                  <a:srgbClr val="5A5A5A"/>
                </a:solidFill>
                <a:latin typeface="+mn-lt"/>
              </a:rPr>
              <a:t> </a:t>
            </a:r>
            <a:r>
              <a:rPr lang="en-US" altLang="zh-CN" sz="1200" b="1" dirty="0">
                <a:solidFill>
                  <a:srgbClr val="5A5A5A"/>
                </a:solidFill>
                <a:latin typeface="+mn-lt"/>
              </a:rPr>
              <a:t>prompts</a:t>
            </a:r>
            <a:r>
              <a:rPr lang="en-CN" sz="1200" dirty="0">
                <a:solidFill>
                  <a:srgbClr val="5A5A5A"/>
                </a:solidFill>
                <a:latin typeface="+mn-lt"/>
              </a:rPr>
              <a:t>, and outperforms T-Rex2 by about 8.0 in AP on COCO using </a:t>
            </a:r>
            <a:r>
              <a:rPr lang="en-CN" sz="1200" b="1" dirty="0">
                <a:solidFill>
                  <a:srgbClr val="5A5A5A"/>
                </a:solidFill>
                <a:latin typeface="+mn-lt"/>
              </a:rPr>
              <a:t>hybrid prompts.</a:t>
            </a:r>
            <a:endParaRPr lang="en-CN" sz="1200" dirty="0">
              <a:solidFill>
                <a:srgbClr val="5A5A5A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6A7D9-4BF6-4AFE-A6AD-1E904EBCE4EF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332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5757C-FC18-EE2D-50E4-15FE62A5C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1F1A58-DB71-E53F-30A0-46327DD24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FDF128-C96E-61E9-9E64-40728BCF0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Our ablation studies further show that the VLM provides the consistent benefit, while the VLM Infuer, Harmonization Strategy, and PRE contribute postive gains.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98073-C1E7-CC10-79CD-9CDD9CE0E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6A7D9-4BF6-4AFE-A6AD-1E904EBCE4EF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2512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We present visualization results for different 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prompt</a:t>
            </a: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type</a:t>
            </a: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s of Ceptor with 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a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 </a:t>
            </a: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PECoreS VLM model. </a:t>
            </a:r>
          </a:p>
          <a:p>
            <a:pPr lvl="0"/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pPr lvl="0"/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We can see that Ceptor can perform cross-image open-set object detection not only using generic visual prompt but also using interative vision prompt.</a:t>
            </a:r>
          </a:p>
          <a:p>
            <a:pPr lvl="0"/>
            <a:endParaRPr kumimoji="1"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6A7D9-4BF6-4AFE-A6AD-1E904EBCE4EF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6429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65FF0-7312-ACD8-E0F3-D3CAF266C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CC652-D87E-8787-CB36-0AF8EF661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5646D-4788-2FDC-9C86-0A5D42E7D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latin typeface="+mj-lt"/>
              </a:rPr>
              <a:t>Ceptor</a:t>
            </a:r>
            <a:r>
              <a:rPr lang="en-US" dirty="0">
                <a:latin typeface="+mj-lt"/>
              </a:rPr>
              <a:t> shows robust </a:t>
            </a:r>
            <a:r>
              <a:rPr kumimoji="1" lang="en-US" sz="1200" kern="1200" dirty="0">
                <a:solidFill>
                  <a:schemeClr val="tx1"/>
                </a:solidFill>
                <a:latin typeface="+mn-lt"/>
                <a:ea typeface="+mn-ea"/>
                <a:cs typeface="宋体" charset="0"/>
              </a:rPr>
              <a:t>detection </a:t>
            </a:r>
            <a:r>
              <a:rPr lang="en-US" dirty="0">
                <a:latin typeface="+mj-lt"/>
              </a:rPr>
              <a:t>performanc</a:t>
            </a:r>
            <a:r>
              <a:rPr lang="en-US" altLang="zh-CN" dirty="0">
                <a:latin typeface="+mj-lt"/>
              </a:rPr>
              <a:t>e </a:t>
            </a:r>
            <a:r>
              <a:rPr lang="en-US" dirty="0">
                <a:latin typeface="+mj-lt"/>
              </a:rPr>
              <a:t>using various of prompts, such as text prompts, interactive visual </a:t>
            </a:r>
            <a:r>
              <a:rPr kumimoji="1" lang="en-US" sz="1200" kern="1200" dirty="0">
                <a:solidFill>
                  <a:schemeClr val="tx1"/>
                </a:solidFill>
                <a:latin typeface="+mn-lt"/>
                <a:ea typeface="+mn-ea"/>
                <a:cs typeface="宋体" charset="0"/>
              </a:rPr>
              <a:t>prompts</a:t>
            </a:r>
            <a:r>
              <a:rPr lang="en-US" dirty="0">
                <a:latin typeface="+mj-lt"/>
              </a:rPr>
              <a:t>, general visual </a:t>
            </a:r>
            <a:r>
              <a:rPr kumimoji="1" lang="en-US" sz="1200" kern="1200" dirty="0">
                <a:solidFill>
                  <a:schemeClr val="tx1"/>
                </a:solidFill>
                <a:latin typeface="+mn-lt"/>
                <a:ea typeface="+mn-ea"/>
                <a:cs typeface="宋体" charset="0"/>
              </a:rPr>
              <a:t>prompts</a:t>
            </a:r>
            <a:r>
              <a:rPr lang="en-US" dirty="0">
                <a:latin typeface="+mj-lt"/>
              </a:rPr>
              <a:t>, and hybrid </a:t>
            </a:r>
            <a:r>
              <a:rPr kumimoji="1" lang="en-US" sz="1200" kern="1200" dirty="0">
                <a:solidFill>
                  <a:schemeClr val="tx1"/>
                </a:solidFill>
                <a:latin typeface="+mn-lt"/>
                <a:ea typeface="+mn-ea"/>
                <a:cs typeface="宋体" charset="0"/>
              </a:rPr>
              <a:t>prompts</a:t>
            </a:r>
            <a:r>
              <a:rPr lang="en-US" dirty="0">
                <a:latin typeface="+mj-lt"/>
              </a:rPr>
              <a:t>.</a:t>
            </a:r>
            <a:endParaRPr lang="en-CN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5134A-E191-39E5-49FF-B9EF5C7146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6A7D9-4BF6-4AFE-A6AD-1E904EBCE4EF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88574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kumimoji="1" lang="en-US" altLang="zh-CN" dirty="0"/>
              <a:t>Last, I will give some conclusions.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charset="0"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Fisrt, </a:t>
            </a:r>
            <a:r>
              <a:rPr kumimoji="1" lang="en-US" sz="120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charset="0"/>
              </a:rPr>
              <a:t>w</a:t>
            </a:r>
            <a:r>
              <a:rPr lang="en-US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e </a:t>
            </a:r>
            <a:r>
              <a:rPr lang="en-CN" dirty="0"/>
              <a:t>propose a unified and universal open-set objection detector that uses diverse prompts</a:t>
            </a:r>
            <a:r>
              <a:rPr lang="en-US" dirty="0"/>
              <a:t>;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endParaRPr lang="en-US" altLang="zh-CN" dirty="0"/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Second,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We propose a VLM </a:t>
            </a:r>
            <a:r>
              <a:rPr lang="en-CN">
                <a:latin typeface="Microsoft YaHei" panose="020B0503020204020204" pitchFamily="34" charset="-122"/>
                <a:ea typeface="Microsoft YaHei" panose="020B0503020204020204" pitchFamily="34" charset="-122"/>
              </a:rPr>
              <a:t>Infuer that </a:t>
            </a:r>
            <a:r>
              <a:rPr lang="en-CN"/>
              <a:t>transfers </a:t>
            </a:r>
            <a:r>
              <a:rPr lang="en-CN" dirty="0"/>
              <a:t>pre-trained VLM generalization into open-set detection;</a:t>
            </a:r>
            <a:r>
              <a:rPr lang="en-US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Third, We </a:t>
            </a:r>
            <a:r>
              <a:rPr lang="en-CN" dirty="0"/>
              <a:t>design a Pyramid RoI Extractor to enrich semantic, contextual, and spatial representations, paired with Harmonization Strategy for joint multi-route optimization.</a:t>
            </a:r>
            <a:r>
              <a:rPr lang="en-US" altLang="zh-CN" sz="1100" dirty="0"/>
              <a:t> 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We hope Ceptor offers a useful step toward truly flexible detect-anything systems. 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endParaRPr kumimoji="1" lang="en-US" sz="1200" b="1" dirty="0"/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6A7D9-4BF6-4AFE-A6AD-1E904EBCE4EF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42021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Thanks for your attention.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6A7D9-4BF6-4AFE-A6AD-1E904EBCE4EF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9891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 descr="http://www.nju.edu.cn/cps/site/NJU/njuc/xxgk/images/p001-06.jpg"/>
          <p:cNvSpPr>
            <a:spLocks noChangeAspect="1" noChangeArrowheads="1"/>
          </p:cNvSpPr>
          <p:nvPr/>
        </p:nvSpPr>
        <p:spPr bwMode="auto">
          <a:xfrm>
            <a:off x="5899151" y="3281363"/>
            <a:ext cx="395816" cy="2968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en-US" altLang="zh-CN" sz="2400"/>
          </a:p>
        </p:txBody>
      </p:sp>
      <p:sp>
        <p:nvSpPr>
          <p:cNvPr id="2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16112" y="1286272"/>
            <a:ext cx="9959776" cy="990600"/>
          </a:xfrm>
        </p:spPr>
        <p:txBody>
          <a:bodyPr/>
          <a:lstStyle>
            <a:lvl1pPr algn="ctr">
              <a:defRPr kumimoji="0" lang="zh-CN" altLang="en-US" sz="3600" kern="1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ea typeface="宋体" panose="02010600030101010101" pitchFamily="2" charset="-122"/>
                <a:cs typeface="+mn-cs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7FE632-BAD2-91B5-06A3-9B72B64C5296}"/>
              </a:ext>
            </a:extLst>
          </p:cNvPr>
          <p:cNvSpPr/>
          <p:nvPr userDrawn="1"/>
        </p:nvSpPr>
        <p:spPr bwMode="auto">
          <a:xfrm>
            <a:off x="-2323" y="6484254"/>
            <a:ext cx="12194323" cy="365126"/>
          </a:xfrm>
          <a:prstGeom prst="rect">
            <a:avLst/>
          </a:prstGeom>
          <a:solidFill>
            <a:srgbClr val="4A7EBB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1BE782-F803-A3BE-8434-BACE72C92D84}"/>
              </a:ext>
            </a:extLst>
          </p:cNvPr>
          <p:cNvSpPr/>
          <p:nvPr userDrawn="1"/>
        </p:nvSpPr>
        <p:spPr>
          <a:xfrm>
            <a:off x="184592" y="6536380"/>
            <a:ext cx="1157603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kern="1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Ceptor</a:t>
            </a:r>
            <a:r>
              <a:rPr lang="en-US" sz="1200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Vision–Language Model-Infused Diverse Guidance for Detecting Anything (ECCV 2026)</a:t>
            </a:r>
            <a:endParaRPr lang="en-US" altLang="zh-CN" sz="1200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AutoShape 2" descr="ECCV Logo">
            <a:extLst>
              <a:ext uri="{FF2B5EF4-FFF2-40B4-BE49-F238E27FC236}">
                <a16:creationId xmlns:a16="http://schemas.microsoft.com/office/drawing/2014/main" id="{30089E08-CCE5-E933-FBEE-C7C23BC99148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N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F2DA4A39-DAE9-B86E-9096-AEA7237BBA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6380" y="-80182"/>
            <a:ext cx="2628000" cy="131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副标题 2">
            <a:extLst>
              <a:ext uri="{FF2B5EF4-FFF2-40B4-BE49-F238E27FC236}">
                <a16:creationId xmlns:a16="http://schemas.microsoft.com/office/drawing/2014/main" id="{880E14E7-961C-1B28-6637-303EB81B8A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2838" y="3008963"/>
            <a:ext cx="9144000" cy="13716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algn="ctr" rtl="0">
              <a:spcBef>
                <a:spcPts val="800"/>
              </a:spcBef>
              <a:spcAft>
                <a:spcPts val="400"/>
              </a:spcAft>
            </a:pPr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Bin-Bin Gao</a:t>
            </a:r>
            <a:r>
              <a:rPr lang="en-US" altLang="zh-CN" sz="1800" b="1" i="0" u="none" strike="noStrike" baseline="3000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1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, </a:t>
            </a:r>
            <a:r>
              <a:rPr lang="en-US" altLang="zh-CN" sz="1800" b="0" i="0" u="none" strike="noStrike" dirty="0" err="1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Xiaochen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 Chen</a:t>
            </a:r>
            <a:r>
              <a:rPr lang="en-US" altLang="zh-CN" sz="1800" b="0" i="0" u="none" strike="noStrike" baseline="3000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1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, </a:t>
            </a:r>
            <a:r>
              <a:rPr lang="en-US" altLang="zh-CN" sz="1800" b="0" i="0" u="none" strike="noStrike" dirty="0" err="1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Zhongyi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 Huang</a:t>
            </a:r>
            <a:r>
              <a:rPr lang="en-US" altLang="zh-CN" sz="1800" b="0" i="0" u="none" strike="noStrike" baseline="3000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1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, and </a:t>
            </a:r>
            <a:r>
              <a:rPr lang="en-US" altLang="zh-CN" sz="1800" b="0" i="0" u="none" strike="noStrike" dirty="0" err="1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Chengjie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 Wang</a:t>
            </a:r>
            <a:r>
              <a:rPr lang="en-US" altLang="zh-CN" sz="1800" b="0" i="0" u="none" strike="noStrike" baseline="3000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1</a:t>
            </a:r>
            <a:endParaRPr lang="en-US" altLang="zh-CN" sz="1800" b="0" dirty="0">
              <a:effectLst/>
            </a:endParaRPr>
          </a:p>
          <a:p>
            <a:pPr algn="ctr" rtl="0">
              <a:spcBef>
                <a:spcPts val="800"/>
              </a:spcBef>
              <a:spcAft>
                <a:spcPts val="400"/>
              </a:spcAft>
            </a:pPr>
            <a:br>
              <a:rPr lang="en-US" altLang="zh-CN" dirty="0"/>
            </a:br>
            <a:r>
              <a:rPr lang="en-US" altLang="zh-CN" sz="1800" b="0" i="0" u="none" strike="noStrike" baseline="300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Tencent </a:t>
            </a:r>
            <a:r>
              <a:rPr lang="en-US" altLang="zh-CN" sz="1800" b="0" i="0" u="none" strike="noStrike" dirty="0" err="1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YouTu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Lab, </a:t>
            </a:r>
            <a:r>
              <a:rPr lang="en-US" altLang="zh-CN" sz="1800" b="0" i="0" u="none" strike="noStrike" baseline="300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CATL</a:t>
            </a:r>
            <a:endParaRPr lang="en-US" altLang="zh-CN" b="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br>
              <a:rPr lang="en-US" altLang="zh-CN" b="0" dirty="0">
                <a:effectLst/>
              </a:rPr>
            </a:br>
            <a:endParaRPr lang="en-US" altLang="zh-CN" sz="1700" dirty="0"/>
          </a:p>
          <a:p>
            <a:r>
              <a:rPr lang="en-US" altLang="zh-CN" b="1" dirty="0">
                <a:solidFill>
                  <a:srgbClr val="FF9900"/>
                </a:solidFill>
              </a:rPr>
              <a:t>Sep. 28 — Oct.</a:t>
            </a:r>
            <a:r>
              <a:rPr lang="zh-CN" altLang="en-US" b="1" dirty="0">
                <a:solidFill>
                  <a:srgbClr val="FF9900"/>
                </a:solidFill>
              </a:rPr>
              <a:t> </a:t>
            </a:r>
            <a:r>
              <a:rPr lang="en-US" altLang="zh-CN" b="1" dirty="0">
                <a:solidFill>
                  <a:srgbClr val="FF9900"/>
                </a:solidFill>
              </a:rPr>
              <a:t>4, 2024 </a:t>
            </a:r>
          </a:p>
          <a:p>
            <a:endParaRPr lang="en-US" altLang="zh-CN" b="1" dirty="0">
              <a:solidFill>
                <a:srgbClr val="FF9900"/>
              </a:solidFill>
            </a:endParaRPr>
          </a:p>
          <a:p>
            <a:endParaRPr lang="en-US" altLang="zh-CN" sz="1700" dirty="0"/>
          </a:p>
          <a:p>
            <a:endParaRPr lang="zh-CN" altLang="en-US" sz="1700" dirty="0"/>
          </a:p>
        </p:txBody>
      </p:sp>
      <p:pic>
        <p:nvPicPr>
          <p:cNvPr id="2" name="图片 94">
            <a:extLst>
              <a:ext uri="{FF2B5EF4-FFF2-40B4-BE49-F238E27FC236}">
                <a16:creationId xmlns:a16="http://schemas.microsoft.com/office/drawing/2014/main" id="{9E009482-88F5-BBF1-11E3-D5C55551FE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268" y="150540"/>
            <a:ext cx="1124248" cy="8525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7BD626-718A-31DE-AB2B-21A34F8B958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40" y="8620"/>
            <a:ext cx="1980220" cy="90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45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10944540" y="6489343"/>
            <a:ext cx="912101" cy="365125"/>
          </a:xfrm>
          <a:prstGeom prst="rect">
            <a:avLst/>
          </a:prstGeom>
        </p:spPr>
        <p:txBody>
          <a:bodyPr/>
          <a:lstStyle>
            <a:lvl1pPr algn="ctr">
              <a:defRPr sz="2000"/>
            </a:lvl1pPr>
          </a:lstStyle>
          <a:p>
            <a:fld id="{71296DC4-A542-4FA6-93A4-D8837072381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191346" y="118562"/>
            <a:ext cx="9313961" cy="73025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431372" y="1664807"/>
            <a:ext cx="110412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31372" y="836712"/>
            <a:ext cx="11329259" cy="5436604"/>
          </a:xfrm>
        </p:spPr>
        <p:txBody>
          <a:bodyPr/>
          <a:lstStyle>
            <a:lvl1pPr>
              <a:defRPr sz="24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defRPr>
            </a:lvl1pPr>
            <a:lvl2pPr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defRPr>
            </a:lvl2pPr>
            <a:lvl3pPr>
              <a:defRPr sz="180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defRPr>
            </a:lvl3pPr>
            <a:lvl4pPr>
              <a:defRPr sz="160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defRPr>
            </a:lvl4pPr>
            <a:lvl5pPr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图片 94">
            <a:extLst>
              <a:ext uri="{FF2B5EF4-FFF2-40B4-BE49-F238E27FC236}">
                <a16:creationId xmlns:a16="http://schemas.microsoft.com/office/drawing/2014/main" id="{8113DC24-F21E-F6B2-073B-9DD953411A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584" y="116451"/>
            <a:ext cx="762000" cy="57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679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173578" y="118562"/>
            <a:ext cx="9313961" cy="73025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431372" y="1664807"/>
            <a:ext cx="110412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59907" y="848812"/>
            <a:ext cx="11496732" cy="5460508"/>
          </a:xfrm>
        </p:spPr>
        <p:txBody>
          <a:bodyPr/>
          <a:lstStyle>
            <a:lvl1pPr>
              <a:defRPr sz="28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defRPr>
            </a:lvl2pPr>
            <a:lvl3pPr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defRPr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10944540" y="6484258"/>
            <a:ext cx="912101" cy="365125"/>
          </a:xfrm>
          <a:prstGeom prst="rect">
            <a:avLst/>
          </a:prstGeom>
        </p:spPr>
        <p:txBody>
          <a:bodyPr/>
          <a:lstStyle>
            <a:lvl1pPr algn="ctr">
              <a:defRPr sz="2000"/>
            </a:lvl1pPr>
          </a:lstStyle>
          <a:p>
            <a:fld id="{71296DC4-A542-4FA6-93A4-D8837072381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2" name="图片 94">
            <a:extLst>
              <a:ext uri="{FF2B5EF4-FFF2-40B4-BE49-F238E27FC236}">
                <a16:creationId xmlns:a16="http://schemas.microsoft.com/office/drawing/2014/main" id="{6223B5FB-6E77-F752-A029-D363EB11A9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584" y="116451"/>
            <a:ext cx="762000" cy="57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968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419" y="152636"/>
            <a:ext cx="9265956" cy="730250"/>
          </a:xfrm>
        </p:spPr>
        <p:txBody>
          <a:bodyPr/>
          <a:lstStyle>
            <a:lvl1pPr>
              <a:defRPr>
                <a:latin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4435" y="980728"/>
            <a:ext cx="5721351" cy="5328592"/>
          </a:xfrm>
        </p:spPr>
        <p:txBody>
          <a:bodyPr/>
          <a:lstStyle>
            <a:lvl1pPr>
              <a:defRPr sz="2800">
                <a:latin typeface="Palatino Linotype" panose="02040502050505030304" pitchFamily="18" charset="0"/>
                <a:cs typeface="Verdana" panose="020B0604030504040204" pitchFamily="34" charset="0"/>
              </a:defRPr>
            </a:lvl1pPr>
            <a:lvl2pPr>
              <a:defRPr sz="2400">
                <a:latin typeface="Palatino Linotype" panose="02040502050505030304" pitchFamily="18" charset="0"/>
                <a:cs typeface="Verdana" panose="020B0604030504040204" pitchFamily="34" charset="0"/>
              </a:defRPr>
            </a:lvl2pPr>
            <a:lvl3pPr>
              <a:defRPr sz="2000">
                <a:latin typeface="Palatino Linotype" panose="02040502050505030304" pitchFamily="18" charset="0"/>
                <a:cs typeface="Verdana" panose="020B0604030504040204" pitchFamily="34" charset="0"/>
              </a:defRPr>
            </a:lvl3pPr>
            <a:lvl4pPr>
              <a:defRPr sz="1800">
                <a:latin typeface="Palatino Linotype" panose="02040502050505030304" pitchFamily="18" charset="0"/>
                <a:cs typeface="Verdana" panose="020B0604030504040204" pitchFamily="34" charset="0"/>
              </a:defRPr>
            </a:lvl4pPr>
            <a:lvl5pPr>
              <a:defRPr sz="1800">
                <a:latin typeface="Palatino Linotype" panose="02040502050505030304" pitchFamily="18" charset="0"/>
                <a:cs typeface="Verdana" panose="020B060403050404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2" y="980728"/>
            <a:ext cx="5723467" cy="5328592"/>
          </a:xfrm>
        </p:spPr>
        <p:txBody>
          <a:bodyPr/>
          <a:lstStyle>
            <a:lvl1pPr>
              <a:defRPr sz="2800">
                <a:latin typeface="Palatino Linotype" panose="02040502050505030304" pitchFamily="18" charset="0"/>
                <a:cs typeface="Verdana" panose="020B0604030504040204" pitchFamily="34" charset="0"/>
              </a:defRPr>
            </a:lvl1pPr>
            <a:lvl2pPr>
              <a:defRPr sz="2400">
                <a:latin typeface="Palatino Linotype" panose="02040502050505030304" pitchFamily="18" charset="0"/>
                <a:cs typeface="Verdana" panose="020B0604030504040204" pitchFamily="34" charset="0"/>
              </a:defRPr>
            </a:lvl2pPr>
            <a:lvl3pPr>
              <a:defRPr sz="2000">
                <a:latin typeface="Palatino Linotype" panose="02040502050505030304" pitchFamily="18" charset="0"/>
                <a:cs typeface="Verdana" panose="020B0604030504040204" pitchFamily="34" charset="0"/>
              </a:defRPr>
            </a:lvl3pPr>
            <a:lvl4pPr>
              <a:defRPr sz="1800">
                <a:latin typeface="Palatino Linotype" panose="02040502050505030304" pitchFamily="18" charset="0"/>
                <a:cs typeface="Verdana" panose="020B0604030504040204" pitchFamily="34" charset="0"/>
              </a:defRPr>
            </a:lvl4pPr>
            <a:lvl5pPr>
              <a:defRPr sz="1800">
                <a:latin typeface="Palatino Linotype" panose="02040502050505030304" pitchFamily="18" charset="0"/>
                <a:cs typeface="Verdana" panose="020B060403050404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DB07E6-49A3-818F-1CE6-048E13CD17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40551" y="6484258"/>
            <a:ext cx="912101" cy="365125"/>
          </a:xfrm>
          <a:prstGeom prst="rect">
            <a:avLst/>
          </a:prstGeom>
        </p:spPr>
        <p:txBody>
          <a:bodyPr/>
          <a:lstStyle>
            <a:lvl1pPr algn="ctr">
              <a:defRPr sz="2000"/>
            </a:lvl1pPr>
          </a:lstStyle>
          <a:p>
            <a:fld id="{71296DC4-A542-4FA6-93A4-D8837072381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6" name="图片 94">
            <a:extLst>
              <a:ext uri="{FF2B5EF4-FFF2-40B4-BE49-F238E27FC236}">
                <a16:creationId xmlns:a16="http://schemas.microsoft.com/office/drawing/2014/main" id="{06D1F9CF-B7CE-2570-AFD3-E8D31443B9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584" y="116451"/>
            <a:ext cx="762000" cy="57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789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1"/>
          </a:xfrm>
        </p:spPr>
        <p:txBody>
          <a:bodyPr anchor="b"/>
          <a:lstStyle>
            <a:lvl1pPr algn="ctr">
              <a:defRPr sz="28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134"/>
            </a:lvl1pPr>
            <a:lvl2pPr marL="216027" indent="0" algn="ctr">
              <a:buNone/>
              <a:defRPr sz="945"/>
            </a:lvl2pPr>
            <a:lvl3pPr marL="432054" indent="0" algn="ctr">
              <a:buNone/>
              <a:defRPr sz="851"/>
            </a:lvl3pPr>
            <a:lvl4pPr marL="648081" indent="0" algn="ctr">
              <a:buNone/>
              <a:defRPr sz="756"/>
            </a:lvl4pPr>
            <a:lvl5pPr marL="864108" indent="0" algn="ctr">
              <a:buNone/>
              <a:defRPr sz="756"/>
            </a:lvl5pPr>
            <a:lvl6pPr marL="1080135" indent="0" algn="ctr">
              <a:buNone/>
              <a:defRPr sz="756"/>
            </a:lvl6pPr>
            <a:lvl7pPr marL="1296162" indent="0" algn="ctr">
              <a:buNone/>
              <a:defRPr sz="756"/>
            </a:lvl7pPr>
            <a:lvl8pPr marL="1512189" indent="0" algn="ctr">
              <a:buNone/>
              <a:defRPr sz="756"/>
            </a:lvl8pPr>
            <a:lvl9pPr marL="1728216" indent="0" algn="ctr">
              <a:buNone/>
              <a:defRPr sz="75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17B9-8296-EB4A-9574-824760603391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040A-4910-9648-B92A-B729800F38E3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7" name="图片 94">
            <a:extLst>
              <a:ext uri="{FF2B5EF4-FFF2-40B4-BE49-F238E27FC236}">
                <a16:creationId xmlns:a16="http://schemas.microsoft.com/office/drawing/2014/main" id="{D341110D-19D4-EF2D-C830-F93839B26D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584" y="116451"/>
            <a:ext cx="762000" cy="57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95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-2323" y="6491468"/>
            <a:ext cx="12194323" cy="365126"/>
          </a:xfrm>
          <a:prstGeom prst="rect">
            <a:avLst/>
          </a:prstGeom>
          <a:solidFill>
            <a:srgbClr val="4A7EBB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9351" y="142466"/>
            <a:ext cx="8257117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436" y="924560"/>
            <a:ext cx="11523133" cy="549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>
            <a:off x="334433" y="836712"/>
            <a:ext cx="7393517" cy="0"/>
          </a:xfrm>
          <a:prstGeom prst="line">
            <a:avLst/>
          </a:prstGeom>
          <a:noFill/>
          <a:ln w="50800">
            <a:solidFill>
              <a:srgbClr val="4A7E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0944540" y="6484258"/>
            <a:ext cx="912101" cy="365125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fld id="{71296DC4-A542-4FA6-93A4-D8837072381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5" name="矩形 14"/>
          <p:cNvSpPr/>
          <p:nvPr userDrawn="1"/>
        </p:nvSpPr>
        <p:spPr>
          <a:xfrm>
            <a:off x="184593" y="6536380"/>
            <a:ext cx="109039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Ceptor</a:t>
            </a:r>
            <a:r>
              <a:rPr lang="en-US" sz="1200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Vision–Language Model-Infused Diverse Guidance for Detecting Anything (ECCV 2026)</a:t>
            </a:r>
            <a:endParaRPr lang="en-US" altLang="zh-CN" sz="1200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86C27EA-A99B-3153-C660-0CD0F46788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5659" y="-80181"/>
            <a:ext cx="1905794" cy="952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908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0" r:id="rId1"/>
    <p:sldLayoutId id="2147484221" r:id="rId2"/>
    <p:sldLayoutId id="2147484223" r:id="rId3"/>
    <p:sldLayoutId id="2147484225" r:id="rId4"/>
    <p:sldLayoutId id="2147484226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Verdana" panose="020B060403050404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  <a:ea typeface="方正姚体" pitchFamily="2" charset="-122"/>
          <a:cs typeface="方正姚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  <a:ea typeface="方正姚体" pitchFamily="2" charset="-122"/>
          <a:cs typeface="方正姚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  <a:ea typeface="方正姚体" pitchFamily="2" charset="-122"/>
          <a:cs typeface="方正姚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  <a:ea typeface="方正姚体" pitchFamily="2" charset="-122"/>
          <a:cs typeface="方正姚体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方正姚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方正姚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方正姚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方正姚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16" Type="http://schemas.openxmlformats.org/officeDocument/2006/relationships/tags" Target="../tags/tag16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notesSlide" Target="../notesSlides/notesSlide5.xml"/><Relationship Id="rId5" Type="http://schemas.openxmlformats.org/officeDocument/2006/relationships/tags" Target="../tags/tag5.xml"/><Relationship Id="rId61" Type="http://schemas.openxmlformats.org/officeDocument/2006/relationships/tags" Target="../tags/tag61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77" Type="http://schemas.openxmlformats.org/officeDocument/2006/relationships/tags" Target="../tags/tag77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image" Target="../media/image6.svg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slideLayout" Target="../slideLayouts/slideLayout2.xml"/><Relationship Id="rId81" Type="http://schemas.openxmlformats.org/officeDocument/2006/relationships/image" Target="../media/image7.sv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tags" Target="../tags/tag103.xml"/><Relationship Id="rId21" Type="http://schemas.openxmlformats.org/officeDocument/2006/relationships/tags" Target="../tags/tag98.xml"/><Relationship Id="rId42" Type="http://schemas.openxmlformats.org/officeDocument/2006/relationships/tags" Target="../tags/tag119.xml"/><Relationship Id="rId47" Type="http://schemas.openxmlformats.org/officeDocument/2006/relationships/tags" Target="../tags/tag124.xml"/><Relationship Id="rId63" Type="http://schemas.openxmlformats.org/officeDocument/2006/relationships/tags" Target="../tags/tag140.xml"/><Relationship Id="rId68" Type="http://schemas.openxmlformats.org/officeDocument/2006/relationships/tags" Target="../tags/tag145.xml"/><Relationship Id="rId84" Type="http://schemas.openxmlformats.org/officeDocument/2006/relationships/tags" Target="../tags/tag161.xml"/><Relationship Id="rId89" Type="http://schemas.openxmlformats.org/officeDocument/2006/relationships/image" Target="../media/image6.svg"/><Relationship Id="rId16" Type="http://schemas.openxmlformats.org/officeDocument/2006/relationships/tags" Target="../tags/tag93.xml"/><Relationship Id="rId11" Type="http://schemas.openxmlformats.org/officeDocument/2006/relationships/tags" Target="../tags/tag88.xml"/><Relationship Id="rId32" Type="http://schemas.openxmlformats.org/officeDocument/2006/relationships/tags" Target="../tags/tag109.xml"/><Relationship Id="rId37" Type="http://schemas.openxmlformats.org/officeDocument/2006/relationships/tags" Target="../tags/tag114.xml"/><Relationship Id="rId53" Type="http://schemas.openxmlformats.org/officeDocument/2006/relationships/tags" Target="../tags/tag130.xml"/><Relationship Id="rId58" Type="http://schemas.openxmlformats.org/officeDocument/2006/relationships/tags" Target="../tags/tag135.xml"/><Relationship Id="rId74" Type="http://schemas.openxmlformats.org/officeDocument/2006/relationships/tags" Target="../tags/tag151.xml"/><Relationship Id="rId79" Type="http://schemas.openxmlformats.org/officeDocument/2006/relationships/tags" Target="../tags/tag156.xml"/><Relationship Id="rId5" Type="http://schemas.openxmlformats.org/officeDocument/2006/relationships/tags" Target="../tags/tag82.xml"/><Relationship Id="rId14" Type="http://schemas.openxmlformats.org/officeDocument/2006/relationships/tags" Target="../tags/tag91.xml"/><Relationship Id="rId22" Type="http://schemas.openxmlformats.org/officeDocument/2006/relationships/tags" Target="../tags/tag99.xml"/><Relationship Id="rId27" Type="http://schemas.openxmlformats.org/officeDocument/2006/relationships/tags" Target="../tags/tag104.xml"/><Relationship Id="rId30" Type="http://schemas.openxmlformats.org/officeDocument/2006/relationships/tags" Target="../tags/tag107.xml"/><Relationship Id="rId35" Type="http://schemas.openxmlformats.org/officeDocument/2006/relationships/tags" Target="../tags/tag112.xml"/><Relationship Id="rId43" Type="http://schemas.openxmlformats.org/officeDocument/2006/relationships/tags" Target="../tags/tag120.xml"/><Relationship Id="rId48" Type="http://schemas.openxmlformats.org/officeDocument/2006/relationships/tags" Target="../tags/tag125.xml"/><Relationship Id="rId56" Type="http://schemas.openxmlformats.org/officeDocument/2006/relationships/tags" Target="../tags/tag133.xml"/><Relationship Id="rId64" Type="http://schemas.openxmlformats.org/officeDocument/2006/relationships/tags" Target="../tags/tag141.xml"/><Relationship Id="rId69" Type="http://schemas.openxmlformats.org/officeDocument/2006/relationships/tags" Target="../tags/tag146.xml"/><Relationship Id="rId77" Type="http://schemas.openxmlformats.org/officeDocument/2006/relationships/tags" Target="../tags/tag154.xml"/><Relationship Id="rId8" Type="http://schemas.openxmlformats.org/officeDocument/2006/relationships/tags" Target="../tags/tag85.xml"/><Relationship Id="rId51" Type="http://schemas.openxmlformats.org/officeDocument/2006/relationships/tags" Target="../tags/tag128.xml"/><Relationship Id="rId72" Type="http://schemas.openxmlformats.org/officeDocument/2006/relationships/tags" Target="../tags/tag149.xml"/><Relationship Id="rId80" Type="http://schemas.openxmlformats.org/officeDocument/2006/relationships/tags" Target="../tags/tag157.xml"/><Relationship Id="rId85" Type="http://schemas.openxmlformats.org/officeDocument/2006/relationships/tags" Target="../tags/tag162.xml"/><Relationship Id="rId3" Type="http://schemas.openxmlformats.org/officeDocument/2006/relationships/tags" Target="../tags/tag80.xml"/><Relationship Id="rId12" Type="http://schemas.openxmlformats.org/officeDocument/2006/relationships/tags" Target="../tags/tag89.xml"/><Relationship Id="rId17" Type="http://schemas.openxmlformats.org/officeDocument/2006/relationships/tags" Target="../tags/tag94.xml"/><Relationship Id="rId25" Type="http://schemas.openxmlformats.org/officeDocument/2006/relationships/tags" Target="../tags/tag102.xml"/><Relationship Id="rId33" Type="http://schemas.openxmlformats.org/officeDocument/2006/relationships/tags" Target="../tags/tag110.xml"/><Relationship Id="rId38" Type="http://schemas.openxmlformats.org/officeDocument/2006/relationships/tags" Target="../tags/tag115.xml"/><Relationship Id="rId46" Type="http://schemas.openxmlformats.org/officeDocument/2006/relationships/tags" Target="../tags/tag123.xml"/><Relationship Id="rId59" Type="http://schemas.openxmlformats.org/officeDocument/2006/relationships/tags" Target="../tags/tag136.xml"/><Relationship Id="rId67" Type="http://schemas.openxmlformats.org/officeDocument/2006/relationships/tags" Target="../tags/tag144.xml"/><Relationship Id="rId20" Type="http://schemas.openxmlformats.org/officeDocument/2006/relationships/tags" Target="../tags/tag97.xml"/><Relationship Id="rId41" Type="http://schemas.openxmlformats.org/officeDocument/2006/relationships/tags" Target="../tags/tag118.xml"/><Relationship Id="rId54" Type="http://schemas.openxmlformats.org/officeDocument/2006/relationships/tags" Target="../tags/tag131.xml"/><Relationship Id="rId62" Type="http://schemas.openxmlformats.org/officeDocument/2006/relationships/tags" Target="../tags/tag139.xml"/><Relationship Id="rId70" Type="http://schemas.openxmlformats.org/officeDocument/2006/relationships/tags" Target="../tags/tag147.xml"/><Relationship Id="rId75" Type="http://schemas.openxmlformats.org/officeDocument/2006/relationships/tags" Target="../tags/tag152.xml"/><Relationship Id="rId83" Type="http://schemas.openxmlformats.org/officeDocument/2006/relationships/tags" Target="../tags/tag160.xml"/><Relationship Id="rId88" Type="http://schemas.openxmlformats.org/officeDocument/2006/relationships/notesSlide" Target="../notesSlides/notesSlide8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5" Type="http://schemas.openxmlformats.org/officeDocument/2006/relationships/tags" Target="../tags/tag92.xml"/><Relationship Id="rId23" Type="http://schemas.openxmlformats.org/officeDocument/2006/relationships/tags" Target="../tags/tag100.xml"/><Relationship Id="rId28" Type="http://schemas.openxmlformats.org/officeDocument/2006/relationships/tags" Target="../tags/tag105.xml"/><Relationship Id="rId36" Type="http://schemas.openxmlformats.org/officeDocument/2006/relationships/tags" Target="../tags/tag113.xml"/><Relationship Id="rId49" Type="http://schemas.openxmlformats.org/officeDocument/2006/relationships/tags" Target="../tags/tag126.xml"/><Relationship Id="rId57" Type="http://schemas.openxmlformats.org/officeDocument/2006/relationships/tags" Target="../tags/tag134.xml"/><Relationship Id="rId10" Type="http://schemas.openxmlformats.org/officeDocument/2006/relationships/tags" Target="../tags/tag87.xml"/><Relationship Id="rId31" Type="http://schemas.openxmlformats.org/officeDocument/2006/relationships/tags" Target="../tags/tag108.xml"/><Relationship Id="rId44" Type="http://schemas.openxmlformats.org/officeDocument/2006/relationships/tags" Target="../tags/tag121.xml"/><Relationship Id="rId52" Type="http://schemas.openxmlformats.org/officeDocument/2006/relationships/tags" Target="../tags/tag129.xml"/><Relationship Id="rId60" Type="http://schemas.openxmlformats.org/officeDocument/2006/relationships/tags" Target="../tags/tag137.xml"/><Relationship Id="rId65" Type="http://schemas.openxmlformats.org/officeDocument/2006/relationships/tags" Target="../tags/tag142.xml"/><Relationship Id="rId73" Type="http://schemas.openxmlformats.org/officeDocument/2006/relationships/tags" Target="../tags/tag150.xml"/><Relationship Id="rId78" Type="http://schemas.openxmlformats.org/officeDocument/2006/relationships/tags" Target="../tags/tag155.xml"/><Relationship Id="rId81" Type="http://schemas.openxmlformats.org/officeDocument/2006/relationships/tags" Target="../tags/tag158.xml"/><Relationship Id="rId86" Type="http://schemas.openxmlformats.org/officeDocument/2006/relationships/tags" Target="../tags/tag163.xml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3" Type="http://schemas.openxmlformats.org/officeDocument/2006/relationships/tags" Target="../tags/tag90.xml"/><Relationship Id="rId18" Type="http://schemas.openxmlformats.org/officeDocument/2006/relationships/tags" Target="../tags/tag95.xml"/><Relationship Id="rId39" Type="http://schemas.openxmlformats.org/officeDocument/2006/relationships/tags" Target="../tags/tag116.xml"/><Relationship Id="rId34" Type="http://schemas.openxmlformats.org/officeDocument/2006/relationships/tags" Target="../tags/tag111.xml"/><Relationship Id="rId50" Type="http://schemas.openxmlformats.org/officeDocument/2006/relationships/tags" Target="../tags/tag127.xml"/><Relationship Id="rId55" Type="http://schemas.openxmlformats.org/officeDocument/2006/relationships/tags" Target="../tags/tag132.xml"/><Relationship Id="rId76" Type="http://schemas.openxmlformats.org/officeDocument/2006/relationships/tags" Target="../tags/tag153.xml"/><Relationship Id="rId7" Type="http://schemas.openxmlformats.org/officeDocument/2006/relationships/tags" Target="../tags/tag84.xml"/><Relationship Id="rId71" Type="http://schemas.openxmlformats.org/officeDocument/2006/relationships/tags" Target="../tags/tag148.xml"/><Relationship Id="rId2" Type="http://schemas.openxmlformats.org/officeDocument/2006/relationships/tags" Target="../tags/tag79.xml"/><Relationship Id="rId29" Type="http://schemas.openxmlformats.org/officeDocument/2006/relationships/tags" Target="../tags/tag106.xml"/><Relationship Id="rId24" Type="http://schemas.openxmlformats.org/officeDocument/2006/relationships/tags" Target="../tags/tag101.xml"/><Relationship Id="rId40" Type="http://schemas.openxmlformats.org/officeDocument/2006/relationships/tags" Target="../tags/tag117.xml"/><Relationship Id="rId45" Type="http://schemas.openxmlformats.org/officeDocument/2006/relationships/tags" Target="../tags/tag122.xml"/><Relationship Id="rId66" Type="http://schemas.openxmlformats.org/officeDocument/2006/relationships/tags" Target="../tags/tag143.xml"/><Relationship Id="rId87" Type="http://schemas.openxmlformats.org/officeDocument/2006/relationships/slideLayout" Target="../slideLayouts/slideLayout2.xml"/><Relationship Id="rId61" Type="http://schemas.openxmlformats.org/officeDocument/2006/relationships/tags" Target="../tags/tag138.xml"/><Relationship Id="rId82" Type="http://schemas.openxmlformats.org/officeDocument/2006/relationships/tags" Target="../tags/tag159.xml"/><Relationship Id="rId19" Type="http://schemas.openxmlformats.org/officeDocument/2006/relationships/tags" Target="../tags/tag9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6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484784"/>
            <a:ext cx="12192000" cy="990600"/>
          </a:xfrm>
        </p:spPr>
        <p:txBody>
          <a:bodyPr/>
          <a:lstStyle/>
          <a:p>
            <a:pPr marL="457200">
              <a:spcBef>
                <a:spcPts val="800"/>
              </a:spcBef>
              <a:spcAft>
                <a:spcPts val="400"/>
              </a:spcAft>
            </a:pPr>
            <a:r>
              <a:rPr lang="en-US" sz="3200" b="1" dirty="0" err="1"/>
              <a:t>Ceptor</a:t>
            </a:r>
            <a:r>
              <a:rPr lang="en-US" sz="3200" b="1" dirty="0"/>
              <a:t>: Vision–Language Model-Infused Diverse Guidance for Detecting Anything</a:t>
            </a:r>
            <a:endParaRPr lang="zh-CN" altLang="en-US" sz="32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0" y="2636912"/>
            <a:ext cx="12192000" cy="1371600"/>
          </a:xfrm>
        </p:spPr>
        <p:txBody>
          <a:bodyPr/>
          <a:lstStyle/>
          <a:p>
            <a:pPr marL="0" indent="0" algn="ctr">
              <a:spcBef>
                <a:spcPts val="800"/>
              </a:spcBef>
              <a:spcAft>
                <a:spcPts val="400"/>
              </a:spcAft>
              <a:buNone/>
            </a:pPr>
            <a:endParaRPr lang="en-US" altLang="zh-CN" sz="1800" dirty="0">
              <a:solidFill>
                <a:srgbClr val="0070C0"/>
              </a:solidFill>
              <a:latin typeface="Comic Sans MS" panose="030F0902030302020204" pitchFamily="66" charset="0"/>
            </a:endParaRPr>
          </a:p>
          <a:p>
            <a:pPr marL="0" indent="0" algn="ctr">
              <a:spcAft>
                <a:spcPts val="500"/>
              </a:spcAft>
              <a:buNone/>
            </a:pPr>
            <a:r>
              <a:rPr lang="en-US" sz="2400" b="1" dirty="0" err="1">
                <a:solidFill>
                  <a:srgbClr val="0070C0"/>
                </a:solidFill>
                <a:latin typeface="Comic Sans MS" panose="030F0902030302020204" pitchFamily="66" charset="0"/>
              </a:rPr>
              <a:t>Jinyang</a:t>
            </a:r>
            <a:r>
              <a:rPr lang="en-US" sz="2400" b="1" dirty="0">
                <a:solidFill>
                  <a:srgbClr val="0070C0"/>
                </a:solidFill>
                <a:latin typeface="Comic Sans MS" panose="030F0902030302020204" pitchFamily="66" charset="0"/>
              </a:rPr>
              <a:t> Li¹   Bin-Bin Gao²   </a:t>
            </a:r>
            <a:r>
              <a:rPr lang="en-US" sz="2400" dirty="0" err="1">
                <a:solidFill>
                  <a:srgbClr val="0070C0"/>
                </a:solidFill>
                <a:latin typeface="Comic Sans MS" panose="030F0902030302020204" pitchFamily="66" charset="0"/>
              </a:rPr>
              <a:t>Weifu</a:t>
            </a:r>
            <a: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  <a:t> Fu²   </a:t>
            </a:r>
            <a:r>
              <a:rPr lang="en-US" sz="2400" dirty="0" err="1">
                <a:solidFill>
                  <a:srgbClr val="0070C0"/>
                </a:solidFill>
                <a:latin typeface="Comic Sans MS" panose="030F0902030302020204" pitchFamily="66" charset="0"/>
              </a:rPr>
              <a:t>Jingnan</a:t>
            </a:r>
            <a: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  <a:t> Luo³   </a:t>
            </a:r>
          </a:p>
          <a:p>
            <a:pPr marL="0" indent="0" algn="ctr">
              <a:spcAft>
                <a:spcPts val="500"/>
              </a:spcAft>
              <a:buNone/>
            </a:pPr>
            <a:r>
              <a:rPr lang="en-US" sz="2400" dirty="0" err="1">
                <a:solidFill>
                  <a:srgbClr val="0070C0"/>
                </a:solidFill>
                <a:latin typeface="Comic Sans MS" panose="030F0902030302020204" pitchFamily="66" charset="0"/>
              </a:rPr>
              <a:t>Hanqiu</a:t>
            </a:r>
            <a: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  <a:t> Deng²   Yue Guo⁴   Jun Liu²   Yong Liu²  </a:t>
            </a:r>
            <a:r>
              <a:rPr lang="en-US" sz="2400" dirty="0" err="1">
                <a:solidFill>
                  <a:srgbClr val="0070C0"/>
                </a:solidFill>
                <a:latin typeface="Comic Sans MS" panose="030F0902030302020204" pitchFamily="66" charset="0"/>
              </a:rPr>
              <a:t>Chengjie</a:t>
            </a:r>
            <a: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  <a:t> Wang²   </a:t>
            </a:r>
            <a:r>
              <a:rPr lang="en-US" sz="2400" dirty="0" err="1">
                <a:solidFill>
                  <a:srgbClr val="0070C0"/>
                </a:solidFill>
                <a:latin typeface="Comic Sans MS" panose="030F0902030302020204" pitchFamily="66" charset="0"/>
              </a:rPr>
              <a:t>Wenbing</a:t>
            </a:r>
            <a: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  <a:t> Tao¹† </a:t>
            </a:r>
          </a:p>
          <a:p>
            <a:pPr marL="0" indent="0" algn="ctr">
              <a:lnSpc>
                <a:spcPct val="95000"/>
              </a:lnSpc>
              <a:spcAft>
                <a:spcPts val="500"/>
              </a:spcAft>
              <a:buNone/>
            </a:pPr>
            <a:endParaRPr lang="en-US" sz="2000" dirty="0">
              <a:solidFill>
                <a:srgbClr val="0070C0"/>
              </a:solidFill>
              <a:latin typeface="Comic Sans MS" panose="030F0902030302020204" pitchFamily="66" charset="0"/>
            </a:endParaRPr>
          </a:p>
          <a:p>
            <a:pPr marL="0" indent="0" algn="ctr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mic Sans MS" panose="030F0902030302020204" pitchFamily="66" charset="0"/>
              </a:rPr>
              <a:t>¹Huazhong University of Science and Technology   ²YouTu Lab, Tencent  </a:t>
            </a:r>
          </a:p>
          <a:p>
            <a:pPr marL="0" indent="0" algn="ctr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mic Sans MS" panose="030F0902030302020204" pitchFamily="66" charset="0"/>
              </a:rPr>
              <a:t> ³Southern University of Science and Technology   ⁴Macau University of Science and Technology</a:t>
            </a:r>
            <a:endParaRPr lang="en-US" altLang="zh-CN" sz="2000" dirty="0">
              <a:solidFill>
                <a:srgbClr val="0070C0"/>
              </a:solidFill>
              <a:latin typeface="Comic Sans MS" panose="030F0902030302020204" pitchFamily="66" charset="0"/>
            </a:endParaRPr>
          </a:p>
          <a:p>
            <a:pPr marL="0" indent="0">
              <a:buNone/>
            </a:pPr>
            <a:endParaRPr lang="en-US" altLang="zh-CN" sz="1700" dirty="0"/>
          </a:p>
          <a:p>
            <a:pPr marL="0" indent="0" algn="ctr">
              <a:buNone/>
            </a:pPr>
            <a:r>
              <a:rPr lang="en-US" altLang="zh-CN" sz="2400" dirty="0">
                <a:solidFill>
                  <a:srgbClr val="FF9900"/>
                </a:solidFill>
                <a:cs typeface="Verdana" panose="020B0604030504040204" pitchFamily="34" charset="0"/>
              </a:rPr>
              <a:t>Sep. 08 —</a:t>
            </a:r>
            <a:r>
              <a:rPr lang="zh-CN" altLang="en-US" sz="2400" dirty="0">
                <a:solidFill>
                  <a:srgbClr val="FF9900"/>
                </a:solidFill>
                <a:cs typeface="Verdana" panose="020B0604030504040204" pitchFamily="34" charset="0"/>
              </a:rPr>
              <a:t> </a:t>
            </a:r>
            <a:r>
              <a:rPr lang="en-US" altLang="zh-CN" sz="2400" dirty="0">
                <a:solidFill>
                  <a:srgbClr val="FF9900"/>
                </a:solidFill>
                <a:cs typeface="Verdana" panose="020B0604030504040204" pitchFamily="34" charset="0"/>
              </a:rPr>
              <a:t>Sep.</a:t>
            </a:r>
            <a:r>
              <a:rPr lang="zh-CN" altLang="en-US" sz="2400" dirty="0">
                <a:solidFill>
                  <a:srgbClr val="FF9900"/>
                </a:solidFill>
                <a:cs typeface="Verdana" panose="020B0604030504040204" pitchFamily="34" charset="0"/>
              </a:rPr>
              <a:t> </a:t>
            </a:r>
            <a:r>
              <a:rPr lang="en-US" altLang="zh-CN" sz="2400" dirty="0">
                <a:solidFill>
                  <a:srgbClr val="FF9900"/>
                </a:solidFill>
                <a:cs typeface="Verdana" panose="020B0604030504040204" pitchFamily="34" charset="0"/>
              </a:rPr>
              <a:t>12, 2026, Malmo 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FF9900"/>
                </a:solidFill>
                <a:cs typeface="Verdana" panose="020B0604030504040204" pitchFamily="34" charset="0"/>
              </a:rPr>
              <a:t>   </a:t>
            </a:r>
            <a:r>
              <a:rPr lang="en-CN" sz="1600" dirty="0"/>
              <a:t>J. Li and B.-B. Gao—Equal Contribution. </a:t>
            </a:r>
          </a:p>
          <a:p>
            <a:pPr marL="0" indent="0">
              <a:buNone/>
            </a:pPr>
            <a:endParaRPr lang="en-US" altLang="zh-CN" sz="2400" dirty="0">
              <a:solidFill>
                <a:srgbClr val="FF9900"/>
              </a:solidFill>
              <a:cs typeface="Verdana" panose="020B0604030504040204" pitchFamily="34" charset="0"/>
            </a:endParaRPr>
          </a:p>
          <a:p>
            <a:endParaRPr lang="en-US" altLang="zh-CN" sz="1700" dirty="0"/>
          </a:p>
          <a:p>
            <a:endParaRPr lang="zh-CN" altLang="en-US" sz="1700" dirty="0"/>
          </a:p>
        </p:txBody>
      </p:sp>
      <p:pic>
        <p:nvPicPr>
          <p:cNvPr id="9" name="Picture 8" descr="qr.png">
            <a:extLst>
              <a:ext uri="{FF2B5EF4-FFF2-40B4-BE49-F238E27FC236}">
                <a16:creationId xmlns:a16="http://schemas.microsoft.com/office/drawing/2014/main" id="{79C60E0F-0E92-77A2-B0FC-8ED74D055B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554" y="37008"/>
            <a:ext cx="720209" cy="7202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85ABAA-32F8-06ED-42EE-F5AAB1DF0C56}"/>
              </a:ext>
            </a:extLst>
          </p:cNvPr>
          <p:cNvSpPr txBox="1"/>
          <p:nvPr/>
        </p:nvSpPr>
        <p:spPr>
          <a:xfrm>
            <a:off x="1509673" y="761856"/>
            <a:ext cx="2354079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103A66"/>
                </a:solidFill>
                <a:latin typeface="Calibri" panose="020F0502020204030204"/>
              </a:rPr>
              <a:t>Code &amp; Models</a:t>
            </a:r>
          </a:p>
        </p:txBody>
      </p:sp>
    </p:spTree>
    <p:extLst>
      <p:ext uri="{BB962C8B-B14F-4D97-AF65-F5344CB8AC3E}">
        <p14:creationId xmlns:p14="http://schemas.microsoft.com/office/powerpoint/2010/main" val="2909550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494D7D-1A13-EBED-6A54-DC91BE45F6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296DC4-A542-4FA6-93A4-D8837072381A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97D2BD-E6A0-C71A-40EF-D422ACA6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C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DD4D6-5CB9-DCF6-318B-FFC8F2790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72" y="836712"/>
            <a:ext cx="11569282" cy="5436604"/>
          </a:xfrm>
        </p:spPr>
        <p:txBody>
          <a:bodyPr/>
          <a:lstStyle/>
          <a:p>
            <a:pPr marL="0" indent="0">
              <a:buNone/>
            </a:pPr>
            <a:r>
              <a:rPr lang="en-CN" dirty="0"/>
              <a:t>Open-Set Object Detection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CN" sz="2000" kern="1200" dirty="0">
                <a:solidFill>
                  <a:schemeClr val="tx1"/>
                </a:solidFill>
              </a:rPr>
              <a:t>Open-set object detection aims to detect objects beyond fixed training categories.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6C7E71-5915-744E-D828-0A46E293FF11}"/>
              </a:ext>
            </a:extLst>
          </p:cNvPr>
          <p:cNvSpPr txBox="1"/>
          <p:nvPr/>
        </p:nvSpPr>
        <p:spPr>
          <a:xfrm>
            <a:off x="443398" y="1923005"/>
            <a:ext cx="11881293" cy="2176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500"/>
              </a:spcAft>
              <a:buFont typeface="Wingdings" pitchFamily="2" charset="2"/>
              <a:buChar char="ü"/>
            </a:pPr>
            <a:r>
              <a:rPr kumimoji="1" lang="en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Text-prompt detectors </a:t>
            </a:r>
            <a:r>
              <a:rPr kumimoji="1" lang="en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excel at high-abstraction semantics, but fail on low-abstraction objects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      ❎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 </a:t>
            </a:r>
            <a:r>
              <a:rPr kumimoji="1" lang="en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l</a:t>
            </a:r>
            <a:r>
              <a:rPr kumimoji="1" lang="en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ong-tail categories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；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      ❎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 </a:t>
            </a:r>
            <a:r>
              <a:rPr kumimoji="1" lang="en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d</a:t>
            </a:r>
            <a:r>
              <a:rPr kumimoji="1" lang="en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omain-specific entities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；</a:t>
            </a:r>
            <a:endParaRPr kumimoji="1" lang="en-CN" sz="2000" dirty="0"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 lvl="0" algn="just">
              <a:lnSpc>
                <a:spcPct val="150000"/>
              </a:lnSpc>
            </a:pPr>
            <a:r>
              <a:rPr kumimoji="1" lang="en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      ❎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 </a:t>
            </a:r>
            <a:r>
              <a:rPr kumimoji="1" lang="en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h</a:t>
            </a:r>
            <a:r>
              <a:rPr kumimoji="1" lang="en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ard-to-describe instances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；</a:t>
            </a:r>
            <a:endParaRPr kumimoji="1" lang="en-CN" sz="2000" dirty="0"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04B5D5-B064-8E78-58B3-65E8A5949DD8}"/>
              </a:ext>
            </a:extLst>
          </p:cNvPr>
          <p:cNvSpPr txBox="1"/>
          <p:nvPr/>
        </p:nvSpPr>
        <p:spPr>
          <a:xfrm>
            <a:off x="443398" y="4433036"/>
            <a:ext cx="11323707" cy="1804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500"/>
              </a:spcAft>
              <a:buFont typeface="Wingdings" pitchFamily="2" charset="2"/>
              <a:buChar char="ü"/>
            </a:pPr>
            <a:r>
              <a:rPr kumimoji="1" lang="en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Visual-prompt detectors </a:t>
            </a:r>
            <a:r>
              <a:rPr kumimoji="1" lang="en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excel at low-abstraction objects, but show poor generalization</a:t>
            </a:r>
            <a:endParaRPr kumimoji="1"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      ❎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 </a:t>
            </a:r>
            <a:r>
              <a:rPr kumimoji="1" lang="en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point/</a:t>
            </a:r>
            <a:r>
              <a:rPr kumimoji="1" lang="en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b</a:t>
            </a:r>
            <a:r>
              <a:rPr kumimoji="1" lang="en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ox lack explicit category semantics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；</a:t>
            </a:r>
            <a:endParaRPr kumimoji="1" lang="en-CN" sz="2000" dirty="0"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      ❎ </a:t>
            </a:r>
            <a:r>
              <a:rPr kumimoji="1" lang="en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c</a:t>
            </a:r>
            <a:r>
              <a:rPr kumimoji="1" lang="en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ropped regions lose contextual information;</a:t>
            </a:r>
          </a:p>
          <a:p>
            <a:pPr algn="just">
              <a:lnSpc>
                <a:spcPct val="150000"/>
              </a:lnSpc>
            </a:pPr>
            <a:r>
              <a:rPr kumimoji="1" lang="en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      ❎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 </a:t>
            </a:r>
            <a:r>
              <a:rPr kumimoji="1" lang="en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n</a:t>
            </a:r>
            <a:r>
              <a:rPr kumimoji="1" lang="en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on-unified prompts lead to inefficient training; </a:t>
            </a:r>
            <a:endParaRPr kumimoji="1"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E9D4C463-5315-1869-9EA0-F90323E07A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915" r="58051" b="41896"/>
          <a:stretch>
            <a:fillRect/>
          </a:stretch>
        </p:blipFill>
        <p:spPr>
          <a:xfrm>
            <a:off x="7247825" y="2615586"/>
            <a:ext cx="4608000" cy="1349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1846C87-B52E-1CAF-C03A-D2A6011800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949" t="32813" r="16102" b="42731"/>
          <a:stretch>
            <a:fillRect/>
          </a:stretch>
        </p:blipFill>
        <p:spPr>
          <a:xfrm>
            <a:off x="7247825" y="4934871"/>
            <a:ext cx="4608816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20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911A6D-43D8-090E-DA56-2F7EDDCCF1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296DC4-A542-4FA6-93A4-D8837072381A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C23F9E-7C1D-6428-52D8-BF84633FA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CN" dirty="0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72E3F55D-9A39-1939-74C8-7CB6A2C566F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98449" y="836613"/>
            <a:ext cx="12206263" cy="11413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CN" dirty="0"/>
              <a:t>Inspired by Human Visual Perception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CN" sz="2000" dirty="0">
                <a:solidFill>
                  <a:schemeClr val="tx1"/>
                </a:solidFill>
              </a:rPr>
              <a:t>The human perceptual system seamlessly integrates multi-cues, including language instructions and visual examplars, to identify objects across all abstraction levels</a:t>
            </a:r>
            <a:r>
              <a:rPr lang="en-US" sz="2000" dirty="0">
                <a:solidFill>
                  <a:schemeClr val="tx1"/>
                </a:solidFill>
              </a:rPr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77B6F4-A385-1DCF-B93C-72FD9A9A7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613" y="1977951"/>
            <a:ext cx="9313961" cy="436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154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268278C5-15FD-24F4-A63A-B9F221BC492B}"/>
              </a:ext>
            </a:extLst>
          </p:cNvPr>
          <p:cNvSpPr txBox="1">
            <a:spLocks/>
          </p:cNvSpPr>
          <p:nvPr/>
        </p:nvSpPr>
        <p:spPr bwMode="auto">
          <a:xfrm>
            <a:off x="191346" y="118562"/>
            <a:ext cx="9313961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83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方正姚体" pitchFamily="2" charset="-122"/>
                <a:cs typeface="方正姚体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方正姚体" pitchFamily="2" charset="-122"/>
                <a:cs typeface="方正姚体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方正姚体" pitchFamily="2" charset="-122"/>
                <a:cs typeface="方正姚体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方正姚体" pitchFamily="2" charset="-122"/>
                <a:cs typeface="方正姚体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方正姚体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方正姚体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方正姚体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方正姚体" pitchFamily="2" charset="-122"/>
              </a:defRPr>
            </a:lvl9pPr>
          </a:lstStyle>
          <a:p>
            <a:pPr algn="l"/>
            <a:r>
              <a:rPr lang="en-US" sz="3600" dirty="0"/>
              <a:t>Our Method</a:t>
            </a:r>
            <a:endParaRPr lang="en-CN" sz="3600" dirty="0"/>
          </a:p>
        </p:txBody>
      </p:sp>
      <p:sp>
        <p:nvSpPr>
          <p:cNvPr id="11" name="Content Placeholder 33">
            <a:extLst>
              <a:ext uri="{FF2B5EF4-FFF2-40B4-BE49-F238E27FC236}">
                <a16:creationId xmlns:a16="http://schemas.microsoft.com/office/drawing/2014/main" id="{CE7519DC-E259-6F1B-AD2E-8168C8065570}"/>
              </a:ext>
            </a:extLst>
          </p:cNvPr>
          <p:cNvSpPr txBox="1">
            <a:spLocks/>
          </p:cNvSpPr>
          <p:nvPr/>
        </p:nvSpPr>
        <p:spPr bwMode="auto">
          <a:xfrm>
            <a:off x="298450" y="836613"/>
            <a:ext cx="117022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1134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16027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94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432054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85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648081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756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864108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756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1080135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756">
                <a:solidFill>
                  <a:schemeClr val="tx1"/>
                </a:solidFill>
                <a:latin typeface="+mn-lt"/>
                <a:ea typeface="+mn-ea"/>
              </a:defRPr>
            </a:lvl6pPr>
            <a:lvl7pPr marL="1296162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756">
                <a:solidFill>
                  <a:schemeClr val="tx1"/>
                </a:solidFill>
                <a:latin typeface="+mn-lt"/>
                <a:ea typeface="+mn-ea"/>
              </a:defRPr>
            </a:lvl7pPr>
            <a:lvl8pPr marL="1512189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756">
                <a:solidFill>
                  <a:schemeClr val="tx1"/>
                </a:solidFill>
                <a:latin typeface="+mn-lt"/>
                <a:ea typeface="+mn-ea"/>
              </a:defRPr>
            </a:lvl8pPr>
            <a:lvl9pPr marL="1728216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756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en-US" sz="2400" dirty="0" err="1">
                <a:solidFill>
                  <a:srgbClr val="FF9900"/>
                </a:solidFill>
                <a:cs typeface="Verdana" panose="020B0604030504040204" pitchFamily="34" charset="0"/>
              </a:rPr>
              <a:t>Ceptor</a:t>
            </a:r>
            <a:r>
              <a:rPr lang="en-US" sz="2400" dirty="0">
                <a:solidFill>
                  <a:srgbClr val="FF9900"/>
                </a:solidFill>
                <a:cs typeface="Verdana" panose="020B0604030504040204" pitchFamily="34" charset="0"/>
              </a:rPr>
              <a:t>: </a:t>
            </a:r>
          </a:p>
        </p:txBody>
      </p:sp>
      <p:sp>
        <p:nvSpPr>
          <p:cNvPr id="12" name="Content Placeholder 33">
            <a:extLst>
              <a:ext uri="{FF2B5EF4-FFF2-40B4-BE49-F238E27FC236}">
                <a16:creationId xmlns:a16="http://schemas.microsoft.com/office/drawing/2014/main" id="{70BDC23E-8132-FEC6-A044-F5A465814252}"/>
              </a:ext>
            </a:extLst>
          </p:cNvPr>
          <p:cNvSpPr txBox="1">
            <a:spLocks/>
          </p:cNvSpPr>
          <p:nvPr/>
        </p:nvSpPr>
        <p:spPr bwMode="auto">
          <a:xfrm>
            <a:off x="178189" y="5409220"/>
            <a:ext cx="1182246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buNone/>
            </a:pPr>
            <a:r>
              <a:rPr lang="en-US" sz="2000" dirty="0" err="1">
                <a:solidFill>
                  <a:srgbClr val="FF0000"/>
                </a:solidFill>
              </a:rPr>
              <a:t>Ceptor</a:t>
            </a:r>
            <a:r>
              <a:rPr lang="en-US" sz="2000" dirty="0">
                <a:solidFill>
                  <a:srgbClr val="FF0000"/>
                </a:solidFill>
              </a:rPr>
              <a:t> is </a:t>
            </a:r>
            <a:r>
              <a:rPr lang="en-US" sz="2000" dirty="0">
                <a:solidFill>
                  <a:schemeClr val="tx1"/>
                </a:solidFill>
              </a:rPr>
              <a:t>Built on Deformable DETR with four core modules: </a:t>
            </a:r>
            <a:r>
              <a:rPr lang="en-US" sz="2000" dirty="0">
                <a:solidFill>
                  <a:srgbClr val="FF0000"/>
                </a:solidFill>
              </a:rPr>
              <a:t>VLM Infuser </a:t>
            </a:r>
            <a:r>
              <a:rPr lang="en-US" sz="2000" dirty="0">
                <a:solidFill>
                  <a:schemeClr val="tx1"/>
                </a:solidFill>
              </a:rPr>
              <a:t>(transfers VLM generalization), </a:t>
            </a:r>
            <a:r>
              <a:rPr lang="en-US" sz="2000" dirty="0">
                <a:solidFill>
                  <a:srgbClr val="FF0000"/>
                </a:solidFill>
              </a:rPr>
              <a:t>Prompt Zoo </a:t>
            </a:r>
            <a:r>
              <a:rPr lang="en-US" sz="2000" dirty="0">
                <a:solidFill>
                  <a:schemeClr val="tx1"/>
                </a:solidFill>
              </a:rPr>
              <a:t>(generates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diverse prompts), </a:t>
            </a:r>
            <a:r>
              <a:rPr lang="en-US" sz="2000" dirty="0">
                <a:solidFill>
                  <a:srgbClr val="FF0000"/>
                </a:solidFill>
              </a:rPr>
              <a:t>Harmonization Strategy</a:t>
            </a:r>
            <a:r>
              <a:rPr lang="en-US" sz="2000" dirty="0">
                <a:solidFill>
                  <a:schemeClr val="tx1"/>
                </a:solidFill>
              </a:rPr>
              <a:t>, and </a:t>
            </a:r>
            <a:r>
              <a:rPr lang="en-US" sz="2000" dirty="0">
                <a:solidFill>
                  <a:srgbClr val="FF0000"/>
                </a:solidFill>
              </a:rPr>
              <a:t>Prompt-Oriented Decoder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(open-set localization + classification). </a:t>
            </a:r>
            <a:endParaRPr lang="en-US" sz="2000" dirty="0">
              <a:solidFill>
                <a:srgbClr val="5A5A5A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D6AA573-E96E-43DF-3A7D-33C6942679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9516" y="918682"/>
            <a:ext cx="8820980" cy="434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197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911A6D-43D8-090E-DA56-2F7EDDCCF1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296DC4-A542-4FA6-93A4-D8837072381A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C23F9E-7C1D-6428-52D8-BF84633FA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Method</a:t>
            </a:r>
            <a:endParaRPr lang="en-CN" dirty="0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72E3F55D-9A39-1939-74C8-7CB6A2C566F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98450" y="836613"/>
            <a:ext cx="11702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en-US" dirty="0"/>
              <a:t>VLM Infuser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889326E-CFC7-C92E-F671-D27B149770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rcRect t="-1" r="37823" b="73099"/>
          <a:stretch>
            <a:fillRect/>
          </a:stretch>
        </p:blipFill>
        <p:spPr>
          <a:xfrm rot="5400000">
            <a:off x="8178773" y="2982877"/>
            <a:ext cx="5454250" cy="11619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C5F9E2-03AD-7B70-ABD8-BE8E76E56357}"/>
              </a:ext>
            </a:extLst>
          </p:cNvPr>
          <p:cNvSpPr txBox="1"/>
          <p:nvPr/>
        </p:nvSpPr>
        <p:spPr>
          <a:xfrm>
            <a:off x="407369" y="1566863"/>
            <a:ext cx="9721080" cy="4678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kumimoji="1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Spatial Enhancer</a:t>
            </a:r>
            <a:r>
              <a:rPr kumimoji="1"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 </a:t>
            </a:r>
            <a:r>
              <a:rPr kumimoji="1"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employs a simple feature pyramid over IE features following a light conv stream:</a:t>
            </a:r>
          </a:p>
          <a:p>
            <a:pPr>
              <a:lnSpc>
                <a:spcPct val="95000"/>
              </a:lnSpc>
            </a:pPr>
            <a:endParaRPr kumimoji="1"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>
              <a:lnSpc>
                <a:spcPct val="95000"/>
              </a:lnSpc>
            </a:pPr>
            <a:endParaRPr kumimoji="1"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>
              <a:lnSpc>
                <a:spcPct val="95000"/>
              </a:lnSpc>
            </a:pPr>
            <a:endParaRPr kumimoji="1"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>
              <a:lnSpc>
                <a:spcPct val="95000"/>
              </a:lnSpc>
            </a:pPr>
            <a:endParaRPr kumimoji="1"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>
              <a:lnSpc>
                <a:spcPct val="95000"/>
              </a:lnSpc>
            </a:pPr>
            <a:endParaRPr kumimoji="1"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>
              <a:lnSpc>
                <a:spcPct val="95000"/>
              </a:lnSpc>
            </a:pPr>
            <a:r>
              <a:rPr kumimoji="1"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Early Interaction </a:t>
            </a:r>
            <a:r>
              <a:rPr kumimoji="1"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applies MHCA between the prompts and each level image features; </a:t>
            </a:r>
          </a:p>
          <a:p>
            <a:pPr>
              <a:lnSpc>
                <a:spcPct val="95000"/>
              </a:lnSpc>
            </a:pPr>
            <a:endParaRPr kumimoji="1"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>
              <a:lnSpc>
                <a:spcPct val="95000"/>
              </a:lnSpc>
            </a:pPr>
            <a:endParaRPr kumimoji="1"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>
              <a:lnSpc>
                <a:spcPct val="95000"/>
              </a:lnSpc>
            </a:pPr>
            <a:endParaRPr kumimoji="1"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>
              <a:lnSpc>
                <a:spcPct val="95000"/>
              </a:lnSpc>
            </a:pPr>
            <a:endParaRPr kumimoji="1"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>
              <a:lnSpc>
                <a:spcPct val="95000"/>
              </a:lnSpc>
            </a:pPr>
            <a:endParaRPr kumimoji="1"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>
              <a:lnSpc>
                <a:spcPct val="95000"/>
              </a:lnSpc>
            </a:pPr>
            <a:endParaRPr kumimoji="1"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>
              <a:lnSpc>
                <a:spcPct val="95000"/>
              </a:lnSpc>
            </a:pPr>
            <a:r>
              <a:rPr kumimoji="1"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Eﬃcient Encoder </a:t>
            </a:r>
            <a:r>
              <a:rPr kumimoji="1"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only enhance the top-level feature with MHSA and FFN; </a:t>
            </a:r>
          </a:p>
        </p:txBody>
      </p:sp>
      <p:grpSp>
        <p:nvGrpSpPr>
          <p:cNvPr id="11" name="Group 10" descr="\documentclass{article}&#10;\usepackage{amsmath}&#10;\usepackage{amssymb, amsfonts}&#10;\usepackage{amsmath}&#10;\usepackage[bold]{hhtensor}&#10;&#10;\usepackage{color}&#10;\usepackage{pifont}&#10;\pagestyle{empty}&#10;&#10;\DeclareMathOperator*{\softmax}{softmax}&#10;\DeclareMathOperator*{\resize}{Resize}&#10;\DeclareMathOperator*{\concat}{Concat}&#10;\DeclareMathOperator*{\argmin}{argmin}&#10;&#10;\begin{document}&#10;&#10;\begin{align*}&#10;F_{I} &amp;= \mathrm{IE}(I) \\&#10;F_{\text{cat}}^{l} &amp;=&#10;\mathrm{Concat}(\mathrm{SFP}(F_{I})^{l}, C(I)^{l}), \forall l \in \{1,\cdots,L\} \\&#10;F_{\text{enh}}^{l} &amp;=&#10;\mathrm{Norm}(\mathrm{Conv}_{1\times1}(F_{\text{cat}}^{l}))&#10;\end{align*}&#10;&#10;&#10;&#10;\end{document}&#10;" title="IguanaTex Vector Display">
            <a:extLst>
              <a:ext uri="{FF2B5EF4-FFF2-40B4-BE49-F238E27FC236}">
                <a16:creationId xmlns:a16="http://schemas.microsoft.com/office/drawing/2014/main" id="{3732368E-9040-E0EC-5440-C0732EFF53B8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821694" y="2096852"/>
            <a:ext cx="5866594" cy="1181521"/>
            <a:chOff x="6439143" y="4838645"/>
            <a:chExt cx="6365352" cy="1281970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F9BD265-A6E3-8D9E-FC50-38C87781DC3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690009" y="4859407"/>
              <a:ext cx="214812" cy="201687"/>
            </a:xfrm>
            <a:custGeom>
              <a:avLst/>
              <a:gdLst>
                <a:gd name="csX0" fmla="*/ 80225 w 214812"/>
                <a:gd name="csY0" fmla="*/ 105377 h 201687"/>
                <a:gd name="csX1" fmla="*/ 109541 w 214812"/>
                <a:gd name="csY1" fmla="*/ 105377 h 201687"/>
                <a:gd name="csX2" fmla="*/ 134625 w 214812"/>
                <a:gd name="csY2" fmla="*/ 118724 h 201687"/>
                <a:gd name="csX3" fmla="*/ 132510 w 214812"/>
                <a:gd name="csY3" fmla="*/ 133258 h 201687"/>
                <a:gd name="csX4" fmla="*/ 131603 w 214812"/>
                <a:gd name="csY4" fmla="*/ 136520 h 201687"/>
                <a:gd name="csX5" fmla="*/ 135230 w 214812"/>
                <a:gd name="csY5" fmla="*/ 140080 h 201687"/>
                <a:gd name="csX6" fmla="*/ 139763 w 214812"/>
                <a:gd name="csY6" fmla="*/ 133851 h 201687"/>
                <a:gd name="csX7" fmla="*/ 156385 w 214812"/>
                <a:gd name="csY7" fmla="*/ 69489 h 201687"/>
                <a:gd name="csX8" fmla="*/ 157292 w 214812"/>
                <a:gd name="csY8" fmla="*/ 64743 h 201687"/>
                <a:gd name="csX9" fmla="*/ 153665 w 214812"/>
                <a:gd name="csY9" fmla="*/ 61481 h 201687"/>
                <a:gd name="csX10" fmla="*/ 149132 w 214812"/>
                <a:gd name="csY10" fmla="*/ 67709 h 201687"/>
                <a:gd name="csX11" fmla="*/ 110145 w 214812"/>
                <a:gd name="csY11" fmla="*/ 96183 h 201687"/>
                <a:gd name="csX12" fmla="*/ 82643 w 214812"/>
                <a:gd name="csY12" fmla="*/ 96183 h 201687"/>
                <a:gd name="csX13" fmla="*/ 101985 w 214812"/>
                <a:gd name="csY13" fmla="*/ 20847 h 201687"/>
                <a:gd name="csX14" fmla="*/ 118305 w 214812"/>
                <a:gd name="csY14" fmla="*/ 9279 h 201687"/>
                <a:gd name="csX15" fmla="*/ 158199 w 214812"/>
                <a:gd name="csY15" fmla="*/ 9279 h 201687"/>
                <a:gd name="csX16" fmla="*/ 202323 w 214812"/>
                <a:gd name="csY16" fmla="*/ 41905 h 201687"/>
                <a:gd name="csX17" fmla="*/ 201416 w 214812"/>
                <a:gd name="csY17" fmla="*/ 57922 h 201687"/>
                <a:gd name="csX18" fmla="*/ 200812 w 214812"/>
                <a:gd name="csY18" fmla="*/ 63260 h 201687"/>
                <a:gd name="csX19" fmla="*/ 204439 w 214812"/>
                <a:gd name="csY19" fmla="*/ 66820 h 201687"/>
                <a:gd name="csX20" fmla="*/ 208670 w 214812"/>
                <a:gd name="csY20" fmla="*/ 59405 h 201687"/>
                <a:gd name="csX21" fmla="*/ 214714 w 214812"/>
                <a:gd name="csY21" fmla="*/ 8093 h 201687"/>
                <a:gd name="csX22" fmla="*/ 206554 w 214812"/>
                <a:gd name="csY22" fmla="*/ 85 h 201687"/>
                <a:gd name="csX23" fmla="*/ 58465 w 214812"/>
                <a:gd name="csY23" fmla="*/ 85 h 201687"/>
                <a:gd name="csX24" fmla="*/ 49399 w 214812"/>
                <a:gd name="csY24" fmla="*/ 6017 h 201687"/>
                <a:gd name="csX25" fmla="*/ 57861 w 214812"/>
                <a:gd name="csY25" fmla="*/ 9279 h 201687"/>
                <a:gd name="csX26" fmla="*/ 77505 w 214812"/>
                <a:gd name="csY26" fmla="*/ 14618 h 201687"/>
                <a:gd name="csX27" fmla="*/ 75994 w 214812"/>
                <a:gd name="csY27" fmla="*/ 21736 h 201687"/>
                <a:gd name="csX28" fmla="*/ 36101 w 214812"/>
                <a:gd name="csY28" fmla="*/ 178638 h 201687"/>
                <a:gd name="csX29" fmla="*/ 8599 w 214812"/>
                <a:gd name="csY29" fmla="*/ 192578 h 201687"/>
                <a:gd name="csX30" fmla="*/ 136 w 214812"/>
                <a:gd name="csY30" fmla="*/ 198213 h 201687"/>
                <a:gd name="csX31" fmla="*/ 4670 w 214812"/>
                <a:gd name="csY31" fmla="*/ 201772 h 201687"/>
                <a:gd name="csX32" fmla="*/ 44563 w 214812"/>
                <a:gd name="csY32" fmla="*/ 200882 h 201687"/>
                <a:gd name="csX33" fmla="*/ 89594 w 214812"/>
                <a:gd name="csY33" fmla="*/ 201772 h 201687"/>
                <a:gd name="csX34" fmla="*/ 95941 w 214812"/>
                <a:gd name="csY34" fmla="*/ 196137 h 201687"/>
                <a:gd name="csX35" fmla="*/ 94128 w 214812"/>
                <a:gd name="csY35" fmla="*/ 192874 h 201687"/>
                <a:gd name="csX36" fmla="*/ 85665 w 214812"/>
                <a:gd name="csY36" fmla="*/ 192578 h 201687"/>
                <a:gd name="csX37" fmla="*/ 69950 w 214812"/>
                <a:gd name="csY37" fmla="*/ 191984 h 201687"/>
                <a:gd name="csX38" fmla="*/ 60279 w 214812"/>
                <a:gd name="csY38" fmla="*/ 186052 h 201687"/>
                <a:gd name="csX39" fmla="*/ 61488 w 214812"/>
                <a:gd name="csY39" fmla="*/ 179231 h 201687"/>
                <a:gd name="csX40" fmla="*/ 80225 w 214812"/>
                <a:gd name="csY40" fmla="*/ 105377 h 2016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14812" h="201687">
                  <a:moveTo>
                    <a:pt x="80225" y="105377"/>
                  </a:moveTo>
                  <a:lnTo>
                    <a:pt x="109541" y="105377"/>
                  </a:lnTo>
                  <a:cubicBezTo>
                    <a:pt x="132208" y="105377"/>
                    <a:pt x="134625" y="110123"/>
                    <a:pt x="134625" y="118724"/>
                  </a:cubicBezTo>
                  <a:cubicBezTo>
                    <a:pt x="134625" y="120801"/>
                    <a:pt x="134625" y="124360"/>
                    <a:pt x="132510" y="133258"/>
                  </a:cubicBezTo>
                  <a:cubicBezTo>
                    <a:pt x="131905" y="134741"/>
                    <a:pt x="131603" y="135927"/>
                    <a:pt x="131603" y="136520"/>
                  </a:cubicBezTo>
                  <a:cubicBezTo>
                    <a:pt x="131603" y="138893"/>
                    <a:pt x="133416" y="140080"/>
                    <a:pt x="135230" y="140080"/>
                  </a:cubicBezTo>
                  <a:cubicBezTo>
                    <a:pt x="138252" y="140080"/>
                    <a:pt x="138252" y="139190"/>
                    <a:pt x="139763" y="133851"/>
                  </a:cubicBezTo>
                  <a:lnTo>
                    <a:pt x="156385" y="69489"/>
                  </a:lnTo>
                  <a:cubicBezTo>
                    <a:pt x="157292" y="66226"/>
                    <a:pt x="157292" y="65633"/>
                    <a:pt x="157292" y="64743"/>
                  </a:cubicBezTo>
                  <a:cubicBezTo>
                    <a:pt x="157292" y="64150"/>
                    <a:pt x="156688" y="61481"/>
                    <a:pt x="153665" y="61481"/>
                  </a:cubicBezTo>
                  <a:cubicBezTo>
                    <a:pt x="150643" y="61481"/>
                    <a:pt x="150341" y="62964"/>
                    <a:pt x="149132" y="67709"/>
                  </a:cubicBezTo>
                  <a:cubicBezTo>
                    <a:pt x="142785" y="90844"/>
                    <a:pt x="135834" y="96183"/>
                    <a:pt x="110145" y="96183"/>
                  </a:cubicBezTo>
                  <a:lnTo>
                    <a:pt x="82643" y="96183"/>
                  </a:lnTo>
                  <a:lnTo>
                    <a:pt x="101985" y="20847"/>
                  </a:lnTo>
                  <a:cubicBezTo>
                    <a:pt x="104705" y="10466"/>
                    <a:pt x="105008" y="9279"/>
                    <a:pt x="118305" y="9279"/>
                  </a:cubicBezTo>
                  <a:lnTo>
                    <a:pt x="158199" y="9279"/>
                  </a:lnTo>
                  <a:cubicBezTo>
                    <a:pt x="195372" y="9279"/>
                    <a:pt x="202323" y="19067"/>
                    <a:pt x="202323" y="41905"/>
                  </a:cubicBezTo>
                  <a:cubicBezTo>
                    <a:pt x="202323" y="48727"/>
                    <a:pt x="202323" y="49913"/>
                    <a:pt x="201416" y="57922"/>
                  </a:cubicBezTo>
                  <a:cubicBezTo>
                    <a:pt x="200812" y="61777"/>
                    <a:pt x="200812" y="62371"/>
                    <a:pt x="200812" y="63260"/>
                  </a:cubicBezTo>
                  <a:cubicBezTo>
                    <a:pt x="200812" y="64743"/>
                    <a:pt x="201719" y="66820"/>
                    <a:pt x="204439" y="66820"/>
                  </a:cubicBezTo>
                  <a:cubicBezTo>
                    <a:pt x="207763" y="66820"/>
                    <a:pt x="208065" y="65040"/>
                    <a:pt x="208670" y="59405"/>
                  </a:cubicBezTo>
                  <a:lnTo>
                    <a:pt x="214714" y="8093"/>
                  </a:lnTo>
                  <a:cubicBezTo>
                    <a:pt x="215621" y="85"/>
                    <a:pt x="214110" y="85"/>
                    <a:pt x="206554" y="85"/>
                  </a:cubicBezTo>
                  <a:lnTo>
                    <a:pt x="58465" y="85"/>
                  </a:lnTo>
                  <a:cubicBezTo>
                    <a:pt x="52421" y="85"/>
                    <a:pt x="49399" y="85"/>
                    <a:pt x="49399" y="6017"/>
                  </a:cubicBezTo>
                  <a:cubicBezTo>
                    <a:pt x="49399" y="9279"/>
                    <a:pt x="52119" y="9279"/>
                    <a:pt x="57861" y="9279"/>
                  </a:cubicBezTo>
                  <a:cubicBezTo>
                    <a:pt x="69043" y="9279"/>
                    <a:pt x="77505" y="9279"/>
                    <a:pt x="77505" y="14618"/>
                  </a:cubicBezTo>
                  <a:cubicBezTo>
                    <a:pt x="77505" y="15804"/>
                    <a:pt x="77505" y="16398"/>
                    <a:pt x="75994" y="21736"/>
                  </a:cubicBezTo>
                  <a:lnTo>
                    <a:pt x="36101" y="178638"/>
                  </a:lnTo>
                  <a:cubicBezTo>
                    <a:pt x="33079" y="190205"/>
                    <a:pt x="32474" y="192578"/>
                    <a:pt x="8599" y="192578"/>
                  </a:cubicBezTo>
                  <a:cubicBezTo>
                    <a:pt x="3461" y="192578"/>
                    <a:pt x="136" y="192578"/>
                    <a:pt x="136" y="198213"/>
                  </a:cubicBezTo>
                  <a:cubicBezTo>
                    <a:pt x="136" y="201772"/>
                    <a:pt x="3763" y="201772"/>
                    <a:pt x="4670" y="201772"/>
                  </a:cubicBezTo>
                  <a:cubicBezTo>
                    <a:pt x="13434" y="201772"/>
                    <a:pt x="35799" y="200882"/>
                    <a:pt x="44563" y="200882"/>
                  </a:cubicBezTo>
                  <a:cubicBezTo>
                    <a:pt x="54536" y="200882"/>
                    <a:pt x="79621" y="201772"/>
                    <a:pt x="89594" y="201772"/>
                  </a:cubicBezTo>
                  <a:cubicBezTo>
                    <a:pt x="92314" y="201772"/>
                    <a:pt x="95941" y="201772"/>
                    <a:pt x="95941" y="196137"/>
                  </a:cubicBezTo>
                  <a:cubicBezTo>
                    <a:pt x="95941" y="193764"/>
                    <a:pt x="94128" y="193171"/>
                    <a:pt x="94128" y="192874"/>
                  </a:cubicBezTo>
                  <a:cubicBezTo>
                    <a:pt x="93221" y="192578"/>
                    <a:pt x="92616" y="192578"/>
                    <a:pt x="85665" y="192578"/>
                  </a:cubicBezTo>
                  <a:cubicBezTo>
                    <a:pt x="79016" y="192578"/>
                    <a:pt x="77505" y="192578"/>
                    <a:pt x="69950" y="191984"/>
                  </a:cubicBezTo>
                  <a:cubicBezTo>
                    <a:pt x="61185" y="191095"/>
                    <a:pt x="60279" y="189908"/>
                    <a:pt x="60279" y="186052"/>
                  </a:cubicBezTo>
                  <a:cubicBezTo>
                    <a:pt x="60279" y="185459"/>
                    <a:pt x="60279" y="183680"/>
                    <a:pt x="61488" y="179231"/>
                  </a:cubicBezTo>
                  <a:lnTo>
                    <a:pt x="80225" y="105377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2BC9703-5EEB-BF4C-6E8D-C9D5466C18E1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886411" y="4963780"/>
              <a:ext cx="99854" cy="141804"/>
            </a:xfrm>
            <a:custGeom>
              <a:avLst/>
              <a:gdLst>
                <a:gd name="csX0" fmla="*/ 73976 w 99854"/>
                <a:gd name="csY0" fmla="*/ 16488 h 141804"/>
                <a:gd name="csX1" fmla="*/ 92169 w 99854"/>
                <a:gd name="csY1" fmla="*/ 7560 h 141804"/>
                <a:gd name="csX2" fmla="*/ 99997 w 99854"/>
                <a:gd name="csY2" fmla="*/ 3200 h 141804"/>
                <a:gd name="csX3" fmla="*/ 96612 w 99854"/>
                <a:gd name="csY3" fmla="*/ 86 h 141804"/>
                <a:gd name="csX4" fmla="*/ 82438 w 99854"/>
                <a:gd name="csY4" fmla="*/ 709 h 141804"/>
                <a:gd name="csX5" fmla="*/ 68052 w 99854"/>
                <a:gd name="csY5" fmla="*/ 917 h 141804"/>
                <a:gd name="csX6" fmla="*/ 53455 w 99854"/>
                <a:gd name="csY6" fmla="*/ 709 h 141804"/>
                <a:gd name="csX7" fmla="*/ 38857 w 99854"/>
                <a:gd name="csY7" fmla="*/ 86 h 141804"/>
                <a:gd name="csX8" fmla="*/ 34415 w 99854"/>
                <a:gd name="csY8" fmla="*/ 4654 h 141804"/>
                <a:gd name="csX9" fmla="*/ 41396 w 99854"/>
                <a:gd name="csY9" fmla="*/ 7560 h 141804"/>
                <a:gd name="csX10" fmla="*/ 49435 w 99854"/>
                <a:gd name="csY10" fmla="*/ 7976 h 141804"/>
                <a:gd name="csX11" fmla="*/ 55147 w 99854"/>
                <a:gd name="csY11" fmla="*/ 10882 h 141804"/>
                <a:gd name="csX12" fmla="*/ 54301 w 99854"/>
                <a:gd name="csY12" fmla="*/ 15242 h 141804"/>
                <a:gd name="csX13" fmla="*/ 26164 w 99854"/>
                <a:gd name="csY13" fmla="*/ 125488 h 141804"/>
                <a:gd name="csX14" fmla="*/ 7970 w 99854"/>
                <a:gd name="csY14" fmla="*/ 134416 h 141804"/>
                <a:gd name="csX15" fmla="*/ 143 w 99854"/>
                <a:gd name="csY15" fmla="*/ 138984 h 141804"/>
                <a:gd name="csX16" fmla="*/ 3528 w 99854"/>
                <a:gd name="csY16" fmla="*/ 141890 h 141804"/>
                <a:gd name="csX17" fmla="*/ 32088 w 99854"/>
                <a:gd name="csY17" fmla="*/ 141060 h 141804"/>
                <a:gd name="csX18" fmla="*/ 46685 w 99854"/>
                <a:gd name="csY18" fmla="*/ 141267 h 141804"/>
                <a:gd name="csX19" fmla="*/ 61282 w 99854"/>
                <a:gd name="csY19" fmla="*/ 141890 h 141804"/>
                <a:gd name="csX20" fmla="*/ 65725 w 99854"/>
                <a:gd name="csY20" fmla="*/ 137323 h 141804"/>
                <a:gd name="csX21" fmla="*/ 58955 w 99854"/>
                <a:gd name="csY21" fmla="*/ 134416 h 141804"/>
                <a:gd name="csX22" fmla="*/ 49858 w 99854"/>
                <a:gd name="csY22" fmla="*/ 134001 h 141804"/>
                <a:gd name="csX23" fmla="*/ 44993 w 99854"/>
                <a:gd name="csY23" fmla="*/ 130886 h 141804"/>
                <a:gd name="csX24" fmla="*/ 45839 w 99854"/>
                <a:gd name="csY24" fmla="*/ 126319 h 141804"/>
                <a:gd name="csX25" fmla="*/ 73976 w 99854"/>
                <a:gd name="csY25" fmla="*/ 16488 h 141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99854" h="141804">
                  <a:moveTo>
                    <a:pt x="73976" y="16488"/>
                  </a:moveTo>
                  <a:cubicBezTo>
                    <a:pt x="75880" y="9429"/>
                    <a:pt x="76303" y="7560"/>
                    <a:pt x="92169" y="7560"/>
                  </a:cubicBezTo>
                  <a:cubicBezTo>
                    <a:pt x="97458" y="7560"/>
                    <a:pt x="99997" y="7560"/>
                    <a:pt x="99997" y="3200"/>
                  </a:cubicBezTo>
                  <a:cubicBezTo>
                    <a:pt x="99997" y="1332"/>
                    <a:pt x="98516" y="86"/>
                    <a:pt x="96612" y="86"/>
                  </a:cubicBezTo>
                  <a:cubicBezTo>
                    <a:pt x="92169" y="86"/>
                    <a:pt x="86881" y="709"/>
                    <a:pt x="82438" y="709"/>
                  </a:cubicBezTo>
                  <a:cubicBezTo>
                    <a:pt x="77784" y="709"/>
                    <a:pt x="72706" y="917"/>
                    <a:pt x="68052" y="917"/>
                  </a:cubicBezTo>
                  <a:cubicBezTo>
                    <a:pt x="68052" y="917"/>
                    <a:pt x="53455" y="709"/>
                    <a:pt x="53455" y="709"/>
                  </a:cubicBezTo>
                  <a:cubicBezTo>
                    <a:pt x="48801" y="709"/>
                    <a:pt x="43512" y="86"/>
                    <a:pt x="38857" y="86"/>
                  </a:cubicBezTo>
                  <a:cubicBezTo>
                    <a:pt x="37588" y="86"/>
                    <a:pt x="34415" y="86"/>
                    <a:pt x="34415" y="4654"/>
                  </a:cubicBezTo>
                  <a:cubicBezTo>
                    <a:pt x="34415" y="7560"/>
                    <a:pt x="36742" y="7560"/>
                    <a:pt x="41396" y="7560"/>
                  </a:cubicBezTo>
                  <a:cubicBezTo>
                    <a:pt x="41608" y="7560"/>
                    <a:pt x="45839" y="7560"/>
                    <a:pt x="49435" y="7976"/>
                  </a:cubicBezTo>
                  <a:cubicBezTo>
                    <a:pt x="53666" y="8391"/>
                    <a:pt x="55147" y="8599"/>
                    <a:pt x="55147" y="10882"/>
                  </a:cubicBezTo>
                  <a:cubicBezTo>
                    <a:pt x="55147" y="12128"/>
                    <a:pt x="54724" y="13581"/>
                    <a:pt x="54301" y="15242"/>
                  </a:cubicBezTo>
                  <a:lnTo>
                    <a:pt x="26164" y="125488"/>
                  </a:lnTo>
                  <a:cubicBezTo>
                    <a:pt x="24472" y="132340"/>
                    <a:pt x="23837" y="134416"/>
                    <a:pt x="7970" y="134416"/>
                  </a:cubicBezTo>
                  <a:cubicBezTo>
                    <a:pt x="2258" y="134416"/>
                    <a:pt x="143" y="134416"/>
                    <a:pt x="143" y="138984"/>
                  </a:cubicBezTo>
                  <a:cubicBezTo>
                    <a:pt x="143" y="139191"/>
                    <a:pt x="143" y="141890"/>
                    <a:pt x="3528" y="141890"/>
                  </a:cubicBezTo>
                  <a:cubicBezTo>
                    <a:pt x="9874" y="141890"/>
                    <a:pt x="25741" y="141060"/>
                    <a:pt x="32088" y="141060"/>
                  </a:cubicBezTo>
                  <a:lnTo>
                    <a:pt x="46685" y="141267"/>
                  </a:lnTo>
                  <a:cubicBezTo>
                    <a:pt x="51339" y="141267"/>
                    <a:pt x="56628" y="141890"/>
                    <a:pt x="61282" y="141890"/>
                  </a:cubicBezTo>
                  <a:cubicBezTo>
                    <a:pt x="62552" y="141890"/>
                    <a:pt x="65725" y="141890"/>
                    <a:pt x="65725" y="137323"/>
                  </a:cubicBezTo>
                  <a:cubicBezTo>
                    <a:pt x="65725" y="134416"/>
                    <a:pt x="63186" y="134416"/>
                    <a:pt x="58955" y="134416"/>
                  </a:cubicBezTo>
                  <a:cubicBezTo>
                    <a:pt x="58532" y="134416"/>
                    <a:pt x="54090" y="134416"/>
                    <a:pt x="49858" y="134001"/>
                  </a:cubicBezTo>
                  <a:cubicBezTo>
                    <a:pt x="44993" y="133586"/>
                    <a:pt x="44993" y="132755"/>
                    <a:pt x="44993" y="130886"/>
                  </a:cubicBezTo>
                  <a:cubicBezTo>
                    <a:pt x="44993" y="130679"/>
                    <a:pt x="44993" y="129433"/>
                    <a:pt x="45839" y="126319"/>
                  </a:cubicBezTo>
                  <a:lnTo>
                    <a:pt x="73976" y="16488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C3862DCB-3994-BBE2-C668-78A46B36499F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7112410" y="4952242"/>
              <a:ext cx="200977" cy="69404"/>
            </a:xfrm>
            <a:custGeom>
              <a:avLst/>
              <a:gdLst>
                <a:gd name="csX0" fmla="*/ 190852 w 200977"/>
                <a:gd name="csY0" fmla="*/ 11949 h 69404"/>
                <a:gd name="csX1" fmla="*/ 201128 w 200977"/>
                <a:gd name="csY1" fmla="*/ 6017 h 69404"/>
                <a:gd name="csX2" fmla="*/ 191155 w 200977"/>
                <a:gd name="csY2" fmla="*/ 85 h 69404"/>
                <a:gd name="csX3" fmla="*/ 10123 w 200977"/>
                <a:gd name="csY3" fmla="*/ 85 h 69404"/>
                <a:gd name="csX4" fmla="*/ 150 w 200977"/>
                <a:gd name="csY4" fmla="*/ 6017 h 69404"/>
                <a:gd name="csX5" fmla="*/ 10426 w 200977"/>
                <a:gd name="csY5" fmla="*/ 11949 h 69404"/>
                <a:gd name="csX6" fmla="*/ 190852 w 200977"/>
                <a:gd name="csY6" fmla="*/ 11949 h 69404"/>
                <a:gd name="csX7" fmla="*/ 191155 w 200977"/>
                <a:gd name="csY7" fmla="*/ 69489 h 69404"/>
                <a:gd name="csX8" fmla="*/ 201128 w 200977"/>
                <a:gd name="csY8" fmla="*/ 63557 h 69404"/>
                <a:gd name="csX9" fmla="*/ 190852 w 200977"/>
                <a:gd name="csY9" fmla="*/ 57625 h 69404"/>
                <a:gd name="csX10" fmla="*/ 10426 w 200977"/>
                <a:gd name="csY10" fmla="*/ 57625 h 69404"/>
                <a:gd name="csX11" fmla="*/ 150 w 200977"/>
                <a:gd name="csY11" fmla="*/ 63557 h 69404"/>
                <a:gd name="csX12" fmla="*/ 10123 w 200977"/>
                <a:gd name="csY12" fmla="*/ 69489 h 69404"/>
                <a:gd name="csX13" fmla="*/ 191155 w 200977"/>
                <a:gd name="csY13" fmla="*/ 69489 h 69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0977" h="69404">
                  <a:moveTo>
                    <a:pt x="190852" y="11949"/>
                  </a:moveTo>
                  <a:cubicBezTo>
                    <a:pt x="195386" y="11949"/>
                    <a:pt x="201128" y="11949"/>
                    <a:pt x="201128" y="6017"/>
                  </a:cubicBezTo>
                  <a:cubicBezTo>
                    <a:pt x="201128" y="85"/>
                    <a:pt x="195386" y="85"/>
                    <a:pt x="191155" y="85"/>
                  </a:cubicBezTo>
                  <a:lnTo>
                    <a:pt x="10123" y="85"/>
                  </a:lnTo>
                  <a:cubicBezTo>
                    <a:pt x="5892" y="85"/>
                    <a:pt x="150" y="85"/>
                    <a:pt x="150" y="6017"/>
                  </a:cubicBezTo>
                  <a:cubicBezTo>
                    <a:pt x="150" y="11949"/>
                    <a:pt x="5892" y="11949"/>
                    <a:pt x="10426" y="11949"/>
                  </a:cubicBezTo>
                  <a:lnTo>
                    <a:pt x="190852" y="11949"/>
                  </a:lnTo>
                  <a:close/>
                  <a:moveTo>
                    <a:pt x="191155" y="69489"/>
                  </a:moveTo>
                  <a:cubicBezTo>
                    <a:pt x="195386" y="69489"/>
                    <a:pt x="201128" y="69489"/>
                    <a:pt x="201128" y="63557"/>
                  </a:cubicBezTo>
                  <a:cubicBezTo>
                    <a:pt x="201128" y="57625"/>
                    <a:pt x="195386" y="57625"/>
                    <a:pt x="190852" y="57625"/>
                  </a:cubicBezTo>
                  <a:lnTo>
                    <a:pt x="10426" y="57625"/>
                  </a:lnTo>
                  <a:cubicBezTo>
                    <a:pt x="5892" y="57625"/>
                    <a:pt x="150" y="57625"/>
                    <a:pt x="150" y="63557"/>
                  </a:cubicBezTo>
                  <a:cubicBezTo>
                    <a:pt x="150" y="69489"/>
                    <a:pt x="5892" y="69489"/>
                    <a:pt x="10123" y="69489"/>
                  </a:cubicBezTo>
                  <a:lnTo>
                    <a:pt x="191155" y="69489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FEEFE546-F01D-E604-FE2C-D1F753E9158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422958" y="4858517"/>
              <a:ext cx="92177" cy="202577"/>
            </a:xfrm>
            <a:custGeom>
              <a:avLst/>
              <a:gdLst>
                <a:gd name="csX0" fmla="*/ 59698 w 92177"/>
                <a:gd name="csY0" fmla="*/ 23219 h 202577"/>
                <a:gd name="csX1" fmla="*/ 84481 w 92177"/>
                <a:gd name="csY1" fmla="*/ 9279 h 202577"/>
                <a:gd name="csX2" fmla="*/ 92338 w 92177"/>
                <a:gd name="csY2" fmla="*/ 9279 h 202577"/>
                <a:gd name="csX3" fmla="*/ 92338 w 92177"/>
                <a:gd name="csY3" fmla="*/ 85 h 202577"/>
                <a:gd name="csX4" fmla="*/ 46401 w 92177"/>
                <a:gd name="csY4" fmla="*/ 974 h 202577"/>
                <a:gd name="csX5" fmla="*/ 161 w 92177"/>
                <a:gd name="csY5" fmla="*/ 85 h 202577"/>
                <a:gd name="csX6" fmla="*/ 161 w 92177"/>
                <a:gd name="csY6" fmla="*/ 9279 h 202577"/>
                <a:gd name="csX7" fmla="*/ 8018 w 92177"/>
                <a:gd name="csY7" fmla="*/ 9279 h 202577"/>
                <a:gd name="csX8" fmla="*/ 32801 w 92177"/>
                <a:gd name="csY8" fmla="*/ 23219 h 202577"/>
                <a:gd name="csX9" fmla="*/ 32801 w 92177"/>
                <a:gd name="csY9" fmla="*/ 179527 h 202577"/>
                <a:gd name="csX10" fmla="*/ 8018 w 92177"/>
                <a:gd name="csY10" fmla="*/ 193467 h 202577"/>
                <a:gd name="csX11" fmla="*/ 161 w 92177"/>
                <a:gd name="csY11" fmla="*/ 193467 h 202577"/>
                <a:gd name="csX12" fmla="*/ 161 w 92177"/>
                <a:gd name="csY12" fmla="*/ 202662 h 202577"/>
                <a:gd name="csX13" fmla="*/ 46098 w 92177"/>
                <a:gd name="csY13" fmla="*/ 201772 h 202577"/>
                <a:gd name="csX14" fmla="*/ 92338 w 92177"/>
                <a:gd name="csY14" fmla="*/ 202662 h 202577"/>
                <a:gd name="csX15" fmla="*/ 92338 w 92177"/>
                <a:gd name="csY15" fmla="*/ 193467 h 202577"/>
                <a:gd name="csX16" fmla="*/ 84481 w 92177"/>
                <a:gd name="csY16" fmla="*/ 193467 h 202577"/>
                <a:gd name="csX17" fmla="*/ 59698 w 92177"/>
                <a:gd name="csY17" fmla="*/ 179527 h 202577"/>
                <a:gd name="csX18" fmla="*/ 59698 w 92177"/>
                <a:gd name="csY18" fmla="*/ 23219 h 202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2177" h="202577">
                  <a:moveTo>
                    <a:pt x="59698" y="23219"/>
                  </a:moveTo>
                  <a:cubicBezTo>
                    <a:pt x="59698" y="12542"/>
                    <a:pt x="60605" y="9279"/>
                    <a:pt x="84481" y="9279"/>
                  </a:cubicBezTo>
                  <a:lnTo>
                    <a:pt x="92338" y="9279"/>
                  </a:lnTo>
                  <a:lnTo>
                    <a:pt x="92338" y="85"/>
                  </a:lnTo>
                  <a:cubicBezTo>
                    <a:pt x="81761" y="974"/>
                    <a:pt x="57885" y="974"/>
                    <a:pt x="46401" y="974"/>
                  </a:cubicBezTo>
                  <a:cubicBezTo>
                    <a:pt x="34614" y="974"/>
                    <a:pt x="10738" y="974"/>
                    <a:pt x="161" y="85"/>
                  </a:cubicBezTo>
                  <a:lnTo>
                    <a:pt x="161" y="9279"/>
                  </a:lnTo>
                  <a:lnTo>
                    <a:pt x="8018" y="9279"/>
                  </a:lnTo>
                  <a:cubicBezTo>
                    <a:pt x="31894" y="9279"/>
                    <a:pt x="32801" y="12542"/>
                    <a:pt x="32801" y="23219"/>
                  </a:cubicBezTo>
                  <a:lnTo>
                    <a:pt x="32801" y="179527"/>
                  </a:lnTo>
                  <a:cubicBezTo>
                    <a:pt x="32801" y="190205"/>
                    <a:pt x="31894" y="193467"/>
                    <a:pt x="8018" y="193467"/>
                  </a:cubicBezTo>
                  <a:lnTo>
                    <a:pt x="161" y="193467"/>
                  </a:lnTo>
                  <a:lnTo>
                    <a:pt x="161" y="202662"/>
                  </a:lnTo>
                  <a:cubicBezTo>
                    <a:pt x="10738" y="201772"/>
                    <a:pt x="34614" y="201772"/>
                    <a:pt x="46098" y="201772"/>
                  </a:cubicBezTo>
                  <a:cubicBezTo>
                    <a:pt x="57885" y="201772"/>
                    <a:pt x="81761" y="201772"/>
                    <a:pt x="92338" y="202662"/>
                  </a:cubicBezTo>
                  <a:lnTo>
                    <a:pt x="92338" y="193467"/>
                  </a:lnTo>
                  <a:lnTo>
                    <a:pt x="84481" y="193467"/>
                  </a:lnTo>
                  <a:cubicBezTo>
                    <a:pt x="60605" y="193467"/>
                    <a:pt x="59698" y="190205"/>
                    <a:pt x="59698" y="179527"/>
                  </a:cubicBezTo>
                  <a:lnTo>
                    <a:pt x="59698" y="23219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2FC851D-877A-3B20-6B7A-D86D9EC7C56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7533605" y="4859407"/>
              <a:ext cx="187075" cy="201687"/>
            </a:xfrm>
            <a:custGeom>
              <a:avLst/>
              <a:gdLst>
                <a:gd name="csX0" fmla="*/ 31293 w 187075"/>
                <a:gd name="csY0" fmla="*/ 178638 h 201687"/>
                <a:gd name="csX1" fmla="*/ 7418 w 187075"/>
                <a:gd name="csY1" fmla="*/ 192578 h 201687"/>
                <a:gd name="csX2" fmla="*/ 164 w 187075"/>
                <a:gd name="csY2" fmla="*/ 192578 h 201687"/>
                <a:gd name="csX3" fmla="*/ 164 w 187075"/>
                <a:gd name="csY3" fmla="*/ 201772 h 201687"/>
                <a:gd name="csX4" fmla="*/ 174546 w 187075"/>
                <a:gd name="csY4" fmla="*/ 201772 h 201687"/>
                <a:gd name="csX5" fmla="*/ 187240 w 187075"/>
                <a:gd name="csY5" fmla="*/ 125250 h 201687"/>
                <a:gd name="csX6" fmla="*/ 179684 w 187075"/>
                <a:gd name="csY6" fmla="*/ 125250 h 201687"/>
                <a:gd name="csX7" fmla="*/ 113195 w 187075"/>
                <a:gd name="csY7" fmla="*/ 192578 h 201687"/>
                <a:gd name="csX8" fmla="*/ 73000 w 187075"/>
                <a:gd name="csY8" fmla="*/ 192578 h 201687"/>
                <a:gd name="csX9" fmla="*/ 58191 w 187075"/>
                <a:gd name="csY9" fmla="*/ 180714 h 201687"/>
                <a:gd name="csX10" fmla="*/ 58191 w 187075"/>
                <a:gd name="csY10" fmla="*/ 101522 h 201687"/>
                <a:gd name="csX11" fmla="*/ 85391 w 187075"/>
                <a:gd name="csY11" fmla="*/ 101522 h 201687"/>
                <a:gd name="csX12" fmla="*/ 118031 w 187075"/>
                <a:gd name="csY12" fmla="*/ 136224 h 201687"/>
                <a:gd name="csX13" fmla="*/ 125586 w 187075"/>
                <a:gd name="csY13" fmla="*/ 136224 h 201687"/>
                <a:gd name="csX14" fmla="*/ 125586 w 187075"/>
                <a:gd name="csY14" fmla="*/ 57625 h 201687"/>
                <a:gd name="csX15" fmla="*/ 118031 w 187075"/>
                <a:gd name="csY15" fmla="*/ 57625 h 201687"/>
                <a:gd name="csX16" fmla="*/ 85391 w 187075"/>
                <a:gd name="csY16" fmla="*/ 92327 h 201687"/>
                <a:gd name="csX17" fmla="*/ 58191 w 187075"/>
                <a:gd name="csY17" fmla="*/ 92327 h 201687"/>
                <a:gd name="csX18" fmla="*/ 58191 w 187075"/>
                <a:gd name="csY18" fmla="*/ 21143 h 201687"/>
                <a:gd name="csX19" fmla="*/ 73000 w 187075"/>
                <a:gd name="csY19" fmla="*/ 9279 h 201687"/>
                <a:gd name="csX20" fmla="*/ 111986 w 187075"/>
                <a:gd name="csY20" fmla="*/ 9279 h 201687"/>
                <a:gd name="csX21" fmla="*/ 171222 w 187075"/>
                <a:gd name="csY21" fmla="*/ 66820 h 201687"/>
                <a:gd name="csX22" fmla="*/ 178778 w 187075"/>
                <a:gd name="csY22" fmla="*/ 66820 h 201687"/>
                <a:gd name="csX23" fmla="*/ 170315 w 187075"/>
                <a:gd name="csY23" fmla="*/ 85 h 201687"/>
                <a:gd name="csX24" fmla="*/ 164 w 187075"/>
                <a:gd name="csY24" fmla="*/ 85 h 201687"/>
                <a:gd name="csX25" fmla="*/ 164 w 187075"/>
                <a:gd name="csY25" fmla="*/ 9279 h 201687"/>
                <a:gd name="csX26" fmla="*/ 7418 w 187075"/>
                <a:gd name="csY26" fmla="*/ 9279 h 201687"/>
                <a:gd name="csX27" fmla="*/ 31293 w 187075"/>
                <a:gd name="csY27" fmla="*/ 23219 h 201687"/>
                <a:gd name="csX28" fmla="*/ 31293 w 187075"/>
                <a:gd name="csY28" fmla="*/ 178638 h 2016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87075" h="201687">
                  <a:moveTo>
                    <a:pt x="31293" y="178638"/>
                  </a:moveTo>
                  <a:cubicBezTo>
                    <a:pt x="31293" y="189315"/>
                    <a:pt x="30689" y="192578"/>
                    <a:pt x="7418" y="192578"/>
                  </a:cubicBezTo>
                  <a:lnTo>
                    <a:pt x="164" y="192578"/>
                  </a:lnTo>
                  <a:lnTo>
                    <a:pt x="164" y="201772"/>
                  </a:lnTo>
                  <a:lnTo>
                    <a:pt x="174546" y="201772"/>
                  </a:lnTo>
                  <a:lnTo>
                    <a:pt x="187240" y="125250"/>
                  </a:lnTo>
                  <a:lnTo>
                    <a:pt x="179684" y="125250"/>
                  </a:lnTo>
                  <a:cubicBezTo>
                    <a:pt x="172129" y="170926"/>
                    <a:pt x="165178" y="192578"/>
                    <a:pt x="113195" y="192578"/>
                  </a:cubicBezTo>
                  <a:lnTo>
                    <a:pt x="73000" y="192578"/>
                  </a:lnTo>
                  <a:cubicBezTo>
                    <a:pt x="58795" y="192578"/>
                    <a:pt x="58191" y="190501"/>
                    <a:pt x="58191" y="180714"/>
                  </a:cubicBezTo>
                  <a:lnTo>
                    <a:pt x="58191" y="101522"/>
                  </a:lnTo>
                  <a:lnTo>
                    <a:pt x="85391" y="101522"/>
                  </a:lnTo>
                  <a:cubicBezTo>
                    <a:pt x="114706" y="101522"/>
                    <a:pt x="118031" y="111013"/>
                    <a:pt x="118031" y="136224"/>
                  </a:cubicBezTo>
                  <a:lnTo>
                    <a:pt x="125586" y="136224"/>
                  </a:lnTo>
                  <a:lnTo>
                    <a:pt x="125586" y="57625"/>
                  </a:lnTo>
                  <a:lnTo>
                    <a:pt x="118031" y="57625"/>
                  </a:lnTo>
                  <a:cubicBezTo>
                    <a:pt x="118031" y="83133"/>
                    <a:pt x="114706" y="92327"/>
                    <a:pt x="85391" y="92327"/>
                  </a:cubicBezTo>
                  <a:lnTo>
                    <a:pt x="58191" y="92327"/>
                  </a:lnTo>
                  <a:lnTo>
                    <a:pt x="58191" y="21143"/>
                  </a:lnTo>
                  <a:cubicBezTo>
                    <a:pt x="58191" y="11355"/>
                    <a:pt x="58795" y="9279"/>
                    <a:pt x="73000" y="9279"/>
                  </a:cubicBezTo>
                  <a:lnTo>
                    <a:pt x="111986" y="9279"/>
                  </a:lnTo>
                  <a:cubicBezTo>
                    <a:pt x="158226" y="9279"/>
                    <a:pt x="166386" y="25592"/>
                    <a:pt x="171222" y="66820"/>
                  </a:cubicBezTo>
                  <a:lnTo>
                    <a:pt x="178778" y="66820"/>
                  </a:lnTo>
                  <a:lnTo>
                    <a:pt x="170315" y="85"/>
                  </a:lnTo>
                  <a:lnTo>
                    <a:pt x="164" y="85"/>
                  </a:lnTo>
                  <a:lnTo>
                    <a:pt x="164" y="9279"/>
                  </a:lnTo>
                  <a:lnTo>
                    <a:pt x="7418" y="9279"/>
                  </a:lnTo>
                  <a:cubicBezTo>
                    <a:pt x="30689" y="9279"/>
                    <a:pt x="31293" y="12542"/>
                    <a:pt x="31293" y="23219"/>
                  </a:cubicBezTo>
                  <a:lnTo>
                    <a:pt x="31293" y="178638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287DFE5-70C2-41A0-CD83-AFF3B75E3581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759231" y="4838645"/>
              <a:ext cx="70115" cy="296599"/>
            </a:xfrm>
            <a:custGeom>
              <a:avLst/>
              <a:gdLst>
                <a:gd name="csX0" fmla="*/ 70287 w 70115"/>
                <a:gd name="csY0" fmla="*/ 293718 h 296599"/>
                <a:gd name="csX1" fmla="*/ 65149 w 70115"/>
                <a:gd name="csY1" fmla="*/ 287193 h 296599"/>
                <a:gd name="csX2" fmla="*/ 17700 w 70115"/>
                <a:gd name="csY2" fmla="*/ 148384 h 296599"/>
                <a:gd name="csX3" fmla="*/ 66358 w 70115"/>
                <a:gd name="csY3" fmla="*/ 8093 h 296599"/>
                <a:gd name="csX4" fmla="*/ 70287 w 70115"/>
                <a:gd name="csY4" fmla="*/ 3051 h 296599"/>
                <a:gd name="csX5" fmla="*/ 67264 w 70115"/>
                <a:gd name="csY5" fmla="*/ 85 h 296599"/>
                <a:gd name="csX6" fmla="*/ 19211 w 70115"/>
                <a:gd name="csY6" fmla="*/ 57922 h 296599"/>
                <a:gd name="csX7" fmla="*/ 171 w 70115"/>
                <a:gd name="csY7" fmla="*/ 148384 h 296599"/>
                <a:gd name="csX8" fmla="*/ 20118 w 70115"/>
                <a:gd name="csY8" fmla="*/ 240923 h 296599"/>
                <a:gd name="csX9" fmla="*/ 67264 w 70115"/>
                <a:gd name="csY9" fmla="*/ 296684 h 296599"/>
                <a:gd name="csX10" fmla="*/ 70287 w 70115"/>
                <a:gd name="csY10" fmla="*/ 293718 h 29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115" h="296599">
                  <a:moveTo>
                    <a:pt x="70287" y="293718"/>
                  </a:moveTo>
                  <a:cubicBezTo>
                    <a:pt x="70287" y="292828"/>
                    <a:pt x="70287" y="292235"/>
                    <a:pt x="65149" y="287193"/>
                  </a:cubicBezTo>
                  <a:cubicBezTo>
                    <a:pt x="27371" y="249821"/>
                    <a:pt x="17700" y="193764"/>
                    <a:pt x="17700" y="148384"/>
                  </a:cubicBezTo>
                  <a:cubicBezTo>
                    <a:pt x="17700" y="96776"/>
                    <a:pt x="29184" y="45168"/>
                    <a:pt x="66358" y="8093"/>
                  </a:cubicBezTo>
                  <a:cubicBezTo>
                    <a:pt x="70287" y="4534"/>
                    <a:pt x="70287" y="3940"/>
                    <a:pt x="70287" y="3051"/>
                  </a:cubicBezTo>
                  <a:cubicBezTo>
                    <a:pt x="70287" y="974"/>
                    <a:pt x="69078" y="85"/>
                    <a:pt x="67264" y="85"/>
                  </a:cubicBezTo>
                  <a:cubicBezTo>
                    <a:pt x="64242" y="85"/>
                    <a:pt x="37042" y="20253"/>
                    <a:pt x="19211" y="57922"/>
                  </a:cubicBezTo>
                  <a:cubicBezTo>
                    <a:pt x="3798" y="90547"/>
                    <a:pt x="171" y="123470"/>
                    <a:pt x="171" y="148384"/>
                  </a:cubicBezTo>
                  <a:cubicBezTo>
                    <a:pt x="171" y="171519"/>
                    <a:pt x="3496" y="207408"/>
                    <a:pt x="20118" y="240923"/>
                  </a:cubicBezTo>
                  <a:cubicBezTo>
                    <a:pt x="38251" y="277405"/>
                    <a:pt x="64242" y="296684"/>
                    <a:pt x="67264" y="296684"/>
                  </a:cubicBezTo>
                  <a:cubicBezTo>
                    <a:pt x="69078" y="296684"/>
                    <a:pt x="70287" y="295794"/>
                    <a:pt x="70287" y="293718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FC7A08B-5325-23B2-B9A1-A118A92F2DF3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857118" y="4858517"/>
              <a:ext cx="139928" cy="202577"/>
            </a:xfrm>
            <a:custGeom>
              <a:avLst/>
              <a:gdLst>
                <a:gd name="csX0" fmla="*/ 102930 w 139928"/>
                <a:gd name="csY0" fmla="*/ 22923 h 202577"/>
                <a:gd name="csX1" fmla="*/ 130433 w 139928"/>
                <a:gd name="csY1" fmla="*/ 9279 h 202577"/>
                <a:gd name="csX2" fmla="*/ 140104 w 139928"/>
                <a:gd name="csY2" fmla="*/ 3644 h 202577"/>
                <a:gd name="csX3" fmla="*/ 135570 w 139928"/>
                <a:gd name="csY3" fmla="*/ 85 h 202577"/>
                <a:gd name="csX4" fmla="*/ 95677 w 139928"/>
                <a:gd name="csY4" fmla="*/ 974 h 202577"/>
                <a:gd name="csX5" fmla="*/ 55482 w 139928"/>
                <a:gd name="csY5" fmla="*/ 85 h 202577"/>
                <a:gd name="csX6" fmla="*/ 49437 w 139928"/>
                <a:gd name="csY6" fmla="*/ 6017 h 202577"/>
                <a:gd name="csX7" fmla="*/ 57899 w 139928"/>
                <a:gd name="csY7" fmla="*/ 9279 h 202577"/>
                <a:gd name="csX8" fmla="*/ 78753 w 139928"/>
                <a:gd name="csY8" fmla="*/ 14915 h 202577"/>
                <a:gd name="csX9" fmla="*/ 78148 w 139928"/>
                <a:gd name="csY9" fmla="*/ 19660 h 202577"/>
                <a:gd name="csX10" fmla="*/ 37348 w 139928"/>
                <a:gd name="csY10" fmla="*/ 179527 h 202577"/>
                <a:gd name="csX11" fmla="*/ 9846 w 139928"/>
                <a:gd name="csY11" fmla="*/ 193467 h 202577"/>
                <a:gd name="csX12" fmla="*/ 175 w 139928"/>
                <a:gd name="csY12" fmla="*/ 199399 h 202577"/>
                <a:gd name="csX13" fmla="*/ 4708 w 139928"/>
                <a:gd name="csY13" fmla="*/ 202662 h 202577"/>
                <a:gd name="csX14" fmla="*/ 44299 w 139928"/>
                <a:gd name="csY14" fmla="*/ 201772 h 202577"/>
                <a:gd name="csX15" fmla="*/ 84797 w 139928"/>
                <a:gd name="csY15" fmla="*/ 202662 h 202577"/>
                <a:gd name="csX16" fmla="*/ 90842 w 139928"/>
                <a:gd name="csY16" fmla="*/ 197027 h 202577"/>
                <a:gd name="csX17" fmla="*/ 81775 w 139928"/>
                <a:gd name="csY17" fmla="*/ 193467 h 202577"/>
                <a:gd name="csX18" fmla="*/ 68779 w 139928"/>
                <a:gd name="csY18" fmla="*/ 192874 h 202577"/>
                <a:gd name="csX19" fmla="*/ 61224 w 139928"/>
                <a:gd name="csY19" fmla="*/ 187832 h 202577"/>
                <a:gd name="csX20" fmla="*/ 62433 w 139928"/>
                <a:gd name="csY20" fmla="*/ 181010 h 202577"/>
                <a:gd name="csX21" fmla="*/ 102930 w 139928"/>
                <a:gd name="csY21" fmla="*/ 22923 h 202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39928" h="202577">
                  <a:moveTo>
                    <a:pt x="102930" y="22923"/>
                  </a:moveTo>
                  <a:cubicBezTo>
                    <a:pt x="105650" y="12245"/>
                    <a:pt x="106557" y="9279"/>
                    <a:pt x="130433" y="9279"/>
                  </a:cubicBezTo>
                  <a:cubicBezTo>
                    <a:pt x="137686" y="9279"/>
                    <a:pt x="140104" y="9279"/>
                    <a:pt x="140104" y="3644"/>
                  </a:cubicBezTo>
                  <a:cubicBezTo>
                    <a:pt x="140104" y="85"/>
                    <a:pt x="136779" y="85"/>
                    <a:pt x="135570" y="85"/>
                  </a:cubicBezTo>
                  <a:cubicBezTo>
                    <a:pt x="126806" y="85"/>
                    <a:pt x="104442" y="974"/>
                    <a:pt x="95677" y="974"/>
                  </a:cubicBezTo>
                  <a:cubicBezTo>
                    <a:pt x="86610" y="974"/>
                    <a:pt x="64548" y="85"/>
                    <a:pt x="55482" y="85"/>
                  </a:cubicBezTo>
                  <a:cubicBezTo>
                    <a:pt x="53366" y="85"/>
                    <a:pt x="49437" y="85"/>
                    <a:pt x="49437" y="6017"/>
                  </a:cubicBezTo>
                  <a:cubicBezTo>
                    <a:pt x="49437" y="9279"/>
                    <a:pt x="52157" y="9279"/>
                    <a:pt x="57899" y="9279"/>
                  </a:cubicBezTo>
                  <a:cubicBezTo>
                    <a:pt x="70593" y="9279"/>
                    <a:pt x="78753" y="9279"/>
                    <a:pt x="78753" y="14915"/>
                  </a:cubicBezTo>
                  <a:cubicBezTo>
                    <a:pt x="78753" y="16398"/>
                    <a:pt x="78753" y="16991"/>
                    <a:pt x="78148" y="19660"/>
                  </a:cubicBezTo>
                  <a:lnTo>
                    <a:pt x="37348" y="179527"/>
                  </a:lnTo>
                  <a:cubicBezTo>
                    <a:pt x="34628" y="190501"/>
                    <a:pt x="33722" y="193467"/>
                    <a:pt x="9846" y="193467"/>
                  </a:cubicBezTo>
                  <a:cubicBezTo>
                    <a:pt x="2895" y="193467"/>
                    <a:pt x="175" y="193467"/>
                    <a:pt x="175" y="199399"/>
                  </a:cubicBezTo>
                  <a:cubicBezTo>
                    <a:pt x="175" y="202662"/>
                    <a:pt x="3802" y="202662"/>
                    <a:pt x="4708" y="202662"/>
                  </a:cubicBezTo>
                  <a:cubicBezTo>
                    <a:pt x="13473" y="202662"/>
                    <a:pt x="35535" y="201772"/>
                    <a:pt x="44299" y="201772"/>
                  </a:cubicBezTo>
                  <a:cubicBezTo>
                    <a:pt x="53366" y="201772"/>
                    <a:pt x="75730" y="202662"/>
                    <a:pt x="84797" y="202662"/>
                  </a:cubicBezTo>
                  <a:cubicBezTo>
                    <a:pt x="87215" y="202662"/>
                    <a:pt x="90842" y="202662"/>
                    <a:pt x="90842" y="197027"/>
                  </a:cubicBezTo>
                  <a:cubicBezTo>
                    <a:pt x="90842" y="193467"/>
                    <a:pt x="88424" y="193467"/>
                    <a:pt x="81775" y="193467"/>
                  </a:cubicBezTo>
                  <a:cubicBezTo>
                    <a:pt x="76335" y="193467"/>
                    <a:pt x="74824" y="193467"/>
                    <a:pt x="68779" y="192874"/>
                  </a:cubicBezTo>
                  <a:cubicBezTo>
                    <a:pt x="62433" y="192281"/>
                    <a:pt x="61224" y="191095"/>
                    <a:pt x="61224" y="187832"/>
                  </a:cubicBezTo>
                  <a:cubicBezTo>
                    <a:pt x="61224" y="185459"/>
                    <a:pt x="61828" y="183087"/>
                    <a:pt x="62433" y="181010"/>
                  </a:cubicBezTo>
                  <a:lnTo>
                    <a:pt x="102930" y="22923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4BBEE1B-4640-7EBC-11DD-3CD2CD4EE20E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8020637" y="4838645"/>
              <a:ext cx="70115" cy="296599"/>
            </a:xfrm>
            <a:custGeom>
              <a:avLst/>
              <a:gdLst>
                <a:gd name="csX0" fmla="*/ 70296 w 70115"/>
                <a:gd name="csY0" fmla="*/ 148384 h 296599"/>
                <a:gd name="csX1" fmla="*/ 50349 w 70115"/>
                <a:gd name="csY1" fmla="*/ 55845 h 296599"/>
                <a:gd name="csX2" fmla="*/ 3202 w 70115"/>
                <a:gd name="csY2" fmla="*/ 85 h 296599"/>
                <a:gd name="csX3" fmla="*/ 180 w 70115"/>
                <a:gd name="csY3" fmla="*/ 3051 h 296599"/>
                <a:gd name="csX4" fmla="*/ 5922 w 70115"/>
                <a:gd name="csY4" fmla="*/ 9872 h 296599"/>
                <a:gd name="csX5" fmla="*/ 52767 w 70115"/>
                <a:gd name="csY5" fmla="*/ 148384 h 296599"/>
                <a:gd name="csX6" fmla="*/ 4109 w 70115"/>
                <a:gd name="csY6" fmla="*/ 288676 h 296599"/>
                <a:gd name="csX7" fmla="*/ 180 w 70115"/>
                <a:gd name="csY7" fmla="*/ 293718 h 296599"/>
                <a:gd name="csX8" fmla="*/ 3202 w 70115"/>
                <a:gd name="csY8" fmla="*/ 296684 h 296599"/>
                <a:gd name="csX9" fmla="*/ 51256 w 70115"/>
                <a:gd name="csY9" fmla="*/ 238847 h 296599"/>
                <a:gd name="csX10" fmla="*/ 70296 w 70115"/>
                <a:gd name="csY10" fmla="*/ 148384 h 29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115" h="296599">
                  <a:moveTo>
                    <a:pt x="70296" y="148384"/>
                  </a:moveTo>
                  <a:cubicBezTo>
                    <a:pt x="70296" y="125250"/>
                    <a:pt x="66971" y="89361"/>
                    <a:pt x="50349" y="55845"/>
                  </a:cubicBezTo>
                  <a:cubicBezTo>
                    <a:pt x="32216" y="19364"/>
                    <a:pt x="6225" y="85"/>
                    <a:pt x="3202" y="85"/>
                  </a:cubicBezTo>
                  <a:cubicBezTo>
                    <a:pt x="1389" y="85"/>
                    <a:pt x="180" y="1271"/>
                    <a:pt x="180" y="3051"/>
                  </a:cubicBezTo>
                  <a:cubicBezTo>
                    <a:pt x="180" y="3940"/>
                    <a:pt x="180" y="4534"/>
                    <a:pt x="5922" y="9872"/>
                  </a:cubicBezTo>
                  <a:cubicBezTo>
                    <a:pt x="35540" y="39236"/>
                    <a:pt x="52767" y="86395"/>
                    <a:pt x="52767" y="148384"/>
                  </a:cubicBezTo>
                  <a:cubicBezTo>
                    <a:pt x="52767" y="199103"/>
                    <a:pt x="41585" y="251304"/>
                    <a:pt x="4109" y="288676"/>
                  </a:cubicBezTo>
                  <a:cubicBezTo>
                    <a:pt x="180" y="292235"/>
                    <a:pt x="180" y="292828"/>
                    <a:pt x="180" y="293718"/>
                  </a:cubicBezTo>
                  <a:cubicBezTo>
                    <a:pt x="180" y="295498"/>
                    <a:pt x="1389" y="296684"/>
                    <a:pt x="3202" y="296684"/>
                  </a:cubicBezTo>
                  <a:cubicBezTo>
                    <a:pt x="6225" y="296684"/>
                    <a:pt x="33425" y="276515"/>
                    <a:pt x="51256" y="238847"/>
                  </a:cubicBezTo>
                  <a:cubicBezTo>
                    <a:pt x="66669" y="206221"/>
                    <a:pt x="70296" y="173299"/>
                    <a:pt x="70296" y="148384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23D7982-96A4-05D0-25A3-F6ED32ACBF46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6491192" y="5351467"/>
              <a:ext cx="214812" cy="201687"/>
            </a:xfrm>
            <a:custGeom>
              <a:avLst/>
              <a:gdLst>
                <a:gd name="csX0" fmla="*/ 80219 w 214812"/>
                <a:gd name="csY0" fmla="*/ 105394 h 201687"/>
                <a:gd name="csX1" fmla="*/ 109534 w 214812"/>
                <a:gd name="csY1" fmla="*/ 105394 h 201687"/>
                <a:gd name="csX2" fmla="*/ 134619 w 214812"/>
                <a:gd name="csY2" fmla="*/ 118741 h 201687"/>
                <a:gd name="csX3" fmla="*/ 132503 w 214812"/>
                <a:gd name="csY3" fmla="*/ 133274 h 201687"/>
                <a:gd name="csX4" fmla="*/ 131597 w 214812"/>
                <a:gd name="csY4" fmla="*/ 136537 h 201687"/>
                <a:gd name="csX5" fmla="*/ 135223 w 214812"/>
                <a:gd name="csY5" fmla="*/ 140096 h 201687"/>
                <a:gd name="csX6" fmla="*/ 139757 w 214812"/>
                <a:gd name="csY6" fmla="*/ 133868 h 201687"/>
                <a:gd name="csX7" fmla="*/ 156379 w 214812"/>
                <a:gd name="csY7" fmla="*/ 69505 h 201687"/>
                <a:gd name="csX8" fmla="*/ 157285 w 214812"/>
                <a:gd name="csY8" fmla="*/ 64760 h 201687"/>
                <a:gd name="csX9" fmla="*/ 153659 w 214812"/>
                <a:gd name="csY9" fmla="*/ 61497 h 201687"/>
                <a:gd name="csX10" fmla="*/ 149125 w 214812"/>
                <a:gd name="csY10" fmla="*/ 67726 h 201687"/>
                <a:gd name="csX11" fmla="*/ 110139 w 214812"/>
                <a:gd name="csY11" fmla="*/ 96199 h 201687"/>
                <a:gd name="csX12" fmla="*/ 82637 w 214812"/>
                <a:gd name="csY12" fmla="*/ 96199 h 201687"/>
                <a:gd name="csX13" fmla="*/ 101979 w 214812"/>
                <a:gd name="csY13" fmla="*/ 20863 h 201687"/>
                <a:gd name="csX14" fmla="*/ 118299 w 214812"/>
                <a:gd name="csY14" fmla="*/ 9296 h 201687"/>
                <a:gd name="csX15" fmla="*/ 158192 w 214812"/>
                <a:gd name="csY15" fmla="*/ 9296 h 201687"/>
                <a:gd name="csX16" fmla="*/ 202317 w 214812"/>
                <a:gd name="csY16" fmla="*/ 41922 h 201687"/>
                <a:gd name="csX17" fmla="*/ 201410 w 214812"/>
                <a:gd name="csY17" fmla="*/ 57938 h 201687"/>
                <a:gd name="csX18" fmla="*/ 200805 w 214812"/>
                <a:gd name="csY18" fmla="*/ 63277 h 201687"/>
                <a:gd name="csX19" fmla="*/ 204432 w 214812"/>
                <a:gd name="csY19" fmla="*/ 66836 h 201687"/>
                <a:gd name="csX20" fmla="*/ 208663 w 214812"/>
                <a:gd name="csY20" fmla="*/ 59421 h 201687"/>
                <a:gd name="csX21" fmla="*/ 214708 w 214812"/>
                <a:gd name="csY21" fmla="*/ 8109 h 201687"/>
                <a:gd name="csX22" fmla="*/ 206548 w 214812"/>
                <a:gd name="csY22" fmla="*/ 101 h 201687"/>
                <a:gd name="csX23" fmla="*/ 58459 w 214812"/>
                <a:gd name="csY23" fmla="*/ 101 h 201687"/>
                <a:gd name="csX24" fmla="*/ 49392 w 214812"/>
                <a:gd name="csY24" fmla="*/ 6033 h 201687"/>
                <a:gd name="csX25" fmla="*/ 57854 w 214812"/>
                <a:gd name="csY25" fmla="*/ 9296 h 201687"/>
                <a:gd name="csX26" fmla="*/ 77499 w 214812"/>
                <a:gd name="csY26" fmla="*/ 14635 h 201687"/>
                <a:gd name="csX27" fmla="*/ 75988 w 214812"/>
                <a:gd name="csY27" fmla="*/ 21753 h 201687"/>
                <a:gd name="csX28" fmla="*/ 36094 w 214812"/>
                <a:gd name="csY28" fmla="*/ 178654 h 201687"/>
                <a:gd name="csX29" fmla="*/ 8592 w 214812"/>
                <a:gd name="csY29" fmla="*/ 192594 h 201687"/>
                <a:gd name="csX30" fmla="*/ 130 w 214812"/>
                <a:gd name="csY30" fmla="*/ 198230 h 201687"/>
                <a:gd name="csX31" fmla="*/ 4663 w 214812"/>
                <a:gd name="csY31" fmla="*/ 201789 h 201687"/>
                <a:gd name="csX32" fmla="*/ 44557 w 214812"/>
                <a:gd name="csY32" fmla="*/ 200899 h 201687"/>
                <a:gd name="csX33" fmla="*/ 89588 w 214812"/>
                <a:gd name="csY33" fmla="*/ 201789 h 201687"/>
                <a:gd name="csX34" fmla="*/ 95934 w 214812"/>
                <a:gd name="csY34" fmla="*/ 196153 h 201687"/>
                <a:gd name="csX35" fmla="*/ 94121 w 214812"/>
                <a:gd name="csY35" fmla="*/ 192891 h 201687"/>
                <a:gd name="csX36" fmla="*/ 85659 w 214812"/>
                <a:gd name="csY36" fmla="*/ 192594 h 201687"/>
                <a:gd name="csX37" fmla="*/ 69943 w 214812"/>
                <a:gd name="csY37" fmla="*/ 192001 h 201687"/>
                <a:gd name="csX38" fmla="*/ 60272 w 214812"/>
                <a:gd name="csY38" fmla="*/ 186069 h 201687"/>
                <a:gd name="csX39" fmla="*/ 61481 w 214812"/>
                <a:gd name="csY39" fmla="*/ 179247 h 201687"/>
                <a:gd name="csX40" fmla="*/ 80219 w 214812"/>
                <a:gd name="csY40" fmla="*/ 105394 h 2016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14812" h="201687">
                  <a:moveTo>
                    <a:pt x="80219" y="105394"/>
                  </a:moveTo>
                  <a:lnTo>
                    <a:pt x="109534" y="105394"/>
                  </a:lnTo>
                  <a:cubicBezTo>
                    <a:pt x="132201" y="105394"/>
                    <a:pt x="134619" y="110140"/>
                    <a:pt x="134619" y="118741"/>
                  </a:cubicBezTo>
                  <a:cubicBezTo>
                    <a:pt x="134619" y="120817"/>
                    <a:pt x="134619" y="124376"/>
                    <a:pt x="132503" y="133274"/>
                  </a:cubicBezTo>
                  <a:cubicBezTo>
                    <a:pt x="131899" y="134757"/>
                    <a:pt x="131597" y="135944"/>
                    <a:pt x="131597" y="136537"/>
                  </a:cubicBezTo>
                  <a:cubicBezTo>
                    <a:pt x="131597" y="138910"/>
                    <a:pt x="133410" y="140096"/>
                    <a:pt x="135223" y="140096"/>
                  </a:cubicBezTo>
                  <a:cubicBezTo>
                    <a:pt x="138245" y="140096"/>
                    <a:pt x="138245" y="139206"/>
                    <a:pt x="139757" y="133868"/>
                  </a:cubicBezTo>
                  <a:lnTo>
                    <a:pt x="156379" y="69505"/>
                  </a:lnTo>
                  <a:cubicBezTo>
                    <a:pt x="157285" y="66243"/>
                    <a:pt x="157285" y="65650"/>
                    <a:pt x="157285" y="64760"/>
                  </a:cubicBezTo>
                  <a:cubicBezTo>
                    <a:pt x="157285" y="64167"/>
                    <a:pt x="156681" y="61497"/>
                    <a:pt x="153659" y="61497"/>
                  </a:cubicBezTo>
                  <a:cubicBezTo>
                    <a:pt x="150636" y="61497"/>
                    <a:pt x="150334" y="62980"/>
                    <a:pt x="149125" y="67726"/>
                  </a:cubicBezTo>
                  <a:cubicBezTo>
                    <a:pt x="142779" y="90861"/>
                    <a:pt x="135828" y="96199"/>
                    <a:pt x="110139" y="96199"/>
                  </a:cubicBezTo>
                  <a:lnTo>
                    <a:pt x="82637" y="96199"/>
                  </a:lnTo>
                  <a:lnTo>
                    <a:pt x="101979" y="20863"/>
                  </a:lnTo>
                  <a:cubicBezTo>
                    <a:pt x="104699" y="10482"/>
                    <a:pt x="105001" y="9296"/>
                    <a:pt x="118299" y="9296"/>
                  </a:cubicBezTo>
                  <a:lnTo>
                    <a:pt x="158192" y="9296"/>
                  </a:lnTo>
                  <a:cubicBezTo>
                    <a:pt x="195365" y="9296"/>
                    <a:pt x="202317" y="19084"/>
                    <a:pt x="202317" y="41922"/>
                  </a:cubicBezTo>
                  <a:cubicBezTo>
                    <a:pt x="202317" y="48744"/>
                    <a:pt x="202317" y="49930"/>
                    <a:pt x="201410" y="57938"/>
                  </a:cubicBezTo>
                  <a:cubicBezTo>
                    <a:pt x="200805" y="61794"/>
                    <a:pt x="200805" y="62387"/>
                    <a:pt x="200805" y="63277"/>
                  </a:cubicBezTo>
                  <a:cubicBezTo>
                    <a:pt x="200805" y="64760"/>
                    <a:pt x="201712" y="66836"/>
                    <a:pt x="204432" y="66836"/>
                  </a:cubicBezTo>
                  <a:cubicBezTo>
                    <a:pt x="207756" y="66836"/>
                    <a:pt x="208059" y="65056"/>
                    <a:pt x="208663" y="59421"/>
                  </a:cubicBezTo>
                  <a:lnTo>
                    <a:pt x="214708" y="8109"/>
                  </a:lnTo>
                  <a:cubicBezTo>
                    <a:pt x="215614" y="101"/>
                    <a:pt x="214103" y="101"/>
                    <a:pt x="206548" y="101"/>
                  </a:cubicBezTo>
                  <a:lnTo>
                    <a:pt x="58459" y="101"/>
                  </a:lnTo>
                  <a:cubicBezTo>
                    <a:pt x="52414" y="101"/>
                    <a:pt x="49392" y="101"/>
                    <a:pt x="49392" y="6033"/>
                  </a:cubicBezTo>
                  <a:cubicBezTo>
                    <a:pt x="49392" y="9296"/>
                    <a:pt x="52112" y="9296"/>
                    <a:pt x="57854" y="9296"/>
                  </a:cubicBezTo>
                  <a:cubicBezTo>
                    <a:pt x="69037" y="9296"/>
                    <a:pt x="77499" y="9296"/>
                    <a:pt x="77499" y="14635"/>
                  </a:cubicBezTo>
                  <a:cubicBezTo>
                    <a:pt x="77499" y="15821"/>
                    <a:pt x="77499" y="16414"/>
                    <a:pt x="75988" y="21753"/>
                  </a:cubicBezTo>
                  <a:lnTo>
                    <a:pt x="36094" y="178654"/>
                  </a:lnTo>
                  <a:cubicBezTo>
                    <a:pt x="33072" y="190221"/>
                    <a:pt x="32468" y="192594"/>
                    <a:pt x="8592" y="192594"/>
                  </a:cubicBezTo>
                  <a:cubicBezTo>
                    <a:pt x="3454" y="192594"/>
                    <a:pt x="130" y="192594"/>
                    <a:pt x="130" y="198230"/>
                  </a:cubicBezTo>
                  <a:cubicBezTo>
                    <a:pt x="130" y="201789"/>
                    <a:pt x="3757" y="201789"/>
                    <a:pt x="4663" y="201789"/>
                  </a:cubicBezTo>
                  <a:cubicBezTo>
                    <a:pt x="13428" y="201789"/>
                    <a:pt x="35792" y="200899"/>
                    <a:pt x="44557" y="200899"/>
                  </a:cubicBezTo>
                  <a:cubicBezTo>
                    <a:pt x="54530" y="200899"/>
                    <a:pt x="79614" y="201789"/>
                    <a:pt x="89588" y="201789"/>
                  </a:cubicBezTo>
                  <a:cubicBezTo>
                    <a:pt x="92308" y="201789"/>
                    <a:pt x="95934" y="201789"/>
                    <a:pt x="95934" y="196153"/>
                  </a:cubicBezTo>
                  <a:cubicBezTo>
                    <a:pt x="95934" y="193781"/>
                    <a:pt x="94121" y="193187"/>
                    <a:pt x="94121" y="192891"/>
                  </a:cubicBezTo>
                  <a:cubicBezTo>
                    <a:pt x="93214" y="192594"/>
                    <a:pt x="92610" y="192594"/>
                    <a:pt x="85659" y="192594"/>
                  </a:cubicBezTo>
                  <a:cubicBezTo>
                    <a:pt x="79010" y="192594"/>
                    <a:pt x="77499" y="192594"/>
                    <a:pt x="69943" y="192001"/>
                  </a:cubicBezTo>
                  <a:cubicBezTo>
                    <a:pt x="61179" y="191111"/>
                    <a:pt x="60272" y="189925"/>
                    <a:pt x="60272" y="186069"/>
                  </a:cubicBezTo>
                  <a:cubicBezTo>
                    <a:pt x="60272" y="185476"/>
                    <a:pt x="60272" y="183696"/>
                    <a:pt x="61481" y="179247"/>
                  </a:cubicBezTo>
                  <a:lnTo>
                    <a:pt x="80219" y="105394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FBBFC4E9-8397-C192-041E-3BD62474692B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729146" y="5286603"/>
              <a:ext cx="47388" cy="146164"/>
            </a:xfrm>
            <a:custGeom>
              <a:avLst/>
              <a:gdLst>
                <a:gd name="csX0" fmla="*/ 46680 w 47388"/>
                <a:gd name="csY0" fmla="*/ 6326 h 146164"/>
                <a:gd name="csX1" fmla="*/ 47526 w 47388"/>
                <a:gd name="csY1" fmla="*/ 3004 h 146164"/>
                <a:gd name="csX2" fmla="*/ 44141 w 47388"/>
                <a:gd name="csY2" fmla="*/ 97 h 146164"/>
                <a:gd name="csX3" fmla="*/ 17062 w 47388"/>
                <a:gd name="csY3" fmla="*/ 2173 h 146164"/>
                <a:gd name="csX4" fmla="*/ 12619 w 47388"/>
                <a:gd name="csY4" fmla="*/ 6949 h 146164"/>
                <a:gd name="csX5" fmla="*/ 17908 w 47388"/>
                <a:gd name="csY5" fmla="*/ 9855 h 146164"/>
                <a:gd name="csX6" fmla="*/ 28063 w 47388"/>
                <a:gd name="csY6" fmla="*/ 12970 h 146164"/>
                <a:gd name="csX7" fmla="*/ 27217 w 47388"/>
                <a:gd name="csY7" fmla="*/ 17537 h 146164"/>
                <a:gd name="csX8" fmla="*/ 984 w 47388"/>
                <a:gd name="csY8" fmla="*/ 120101 h 146164"/>
                <a:gd name="csX9" fmla="*/ 138 w 47388"/>
                <a:gd name="csY9" fmla="*/ 126537 h 146164"/>
                <a:gd name="csX10" fmla="*/ 22351 w 47388"/>
                <a:gd name="csY10" fmla="*/ 146261 h 146164"/>
                <a:gd name="csX11" fmla="*/ 39275 w 47388"/>
                <a:gd name="csY11" fmla="*/ 135257 h 146164"/>
                <a:gd name="csX12" fmla="*/ 46680 w 47388"/>
                <a:gd name="csY12" fmla="*/ 114496 h 146164"/>
                <a:gd name="csX13" fmla="*/ 43295 w 47388"/>
                <a:gd name="csY13" fmla="*/ 111796 h 146164"/>
                <a:gd name="csX14" fmla="*/ 39064 w 47388"/>
                <a:gd name="csY14" fmla="*/ 116779 h 146164"/>
                <a:gd name="csX15" fmla="*/ 23197 w 47388"/>
                <a:gd name="csY15" fmla="*/ 140448 h 146164"/>
                <a:gd name="csX16" fmla="*/ 16004 w 47388"/>
                <a:gd name="csY16" fmla="*/ 130275 h 146164"/>
                <a:gd name="csX17" fmla="*/ 17274 w 47388"/>
                <a:gd name="csY17" fmla="*/ 121762 h 146164"/>
                <a:gd name="csX18" fmla="*/ 46680 w 47388"/>
                <a:gd name="csY18" fmla="*/ 6326 h 146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47388" h="146164">
                  <a:moveTo>
                    <a:pt x="46680" y="6326"/>
                  </a:moveTo>
                  <a:cubicBezTo>
                    <a:pt x="46891" y="5910"/>
                    <a:pt x="47526" y="3211"/>
                    <a:pt x="47526" y="3004"/>
                  </a:cubicBezTo>
                  <a:cubicBezTo>
                    <a:pt x="47526" y="1966"/>
                    <a:pt x="46680" y="97"/>
                    <a:pt x="44141" y="97"/>
                  </a:cubicBezTo>
                  <a:cubicBezTo>
                    <a:pt x="39910" y="97"/>
                    <a:pt x="22351" y="1758"/>
                    <a:pt x="17062" y="2173"/>
                  </a:cubicBezTo>
                  <a:cubicBezTo>
                    <a:pt x="15581" y="2381"/>
                    <a:pt x="12619" y="2589"/>
                    <a:pt x="12619" y="6949"/>
                  </a:cubicBezTo>
                  <a:cubicBezTo>
                    <a:pt x="12619" y="9855"/>
                    <a:pt x="15581" y="9855"/>
                    <a:pt x="17908" y="9855"/>
                  </a:cubicBezTo>
                  <a:cubicBezTo>
                    <a:pt x="28063" y="9855"/>
                    <a:pt x="28063" y="11309"/>
                    <a:pt x="28063" y="12970"/>
                  </a:cubicBezTo>
                  <a:cubicBezTo>
                    <a:pt x="28063" y="14423"/>
                    <a:pt x="27640" y="15669"/>
                    <a:pt x="27217" y="17537"/>
                  </a:cubicBezTo>
                  <a:lnTo>
                    <a:pt x="984" y="120101"/>
                  </a:lnTo>
                  <a:cubicBezTo>
                    <a:pt x="349" y="122177"/>
                    <a:pt x="138" y="124461"/>
                    <a:pt x="138" y="126537"/>
                  </a:cubicBezTo>
                  <a:cubicBezTo>
                    <a:pt x="138" y="139825"/>
                    <a:pt x="12196" y="146261"/>
                    <a:pt x="22351" y="146261"/>
                  </a:cubicBezTo>
                  <a:cubicBezTo>
                    <a:pt x="27428" y="146261"/>
                    <a:pt x="33775" y="144600"/>
                    <a:pt x="39275" y="135257"/>
                  </a:cubicBezTo>
                  <a:cubicBezTo>
                    <a:pt x="43718" y="127576"/>
                    <a:pt x="46680" y="115326"/>
                    <a:pt x="46680" y="114496"/>
                  </a:cubicBezTo>
                  <a:cubicBezTo>
                    <a:pt x="46680" y="111796"/>
                    <a:pt x="43930" y="111796"/>
                    <a:pt x="43295" y="111796"/>
                  </a:cubicBezTo>
                  <a:cubicBezTo>
                    <a:pt x="40333" y="111796"/>
                    <a:pt x="39910" y="113042"/>
                    <a:pt x="39064" y="116779"/>
                  </a:cubicBezTo>
                  <a:cubicBezTo>
                    <a:pt x="36314" y="127160"/>
                    <a:pt x="32294" y="140448"/>
                    <a:pt x="23197" y="140448"/>
                  </a:cubicBezTo>
                  <a:cubicBezTo>
                    <a:pt x="17485" y="140448"/>
                    <a:pt x="16004" y="135257"/>
                    <a:pt x="16004" y="130275"/>
                  </a:cubicBezTo>
                  <a:cubicBezTo>
                    <a:pt x="16004" y="127991"/>
                    <a:pt x="16639" y="124046"/>
                    <a:pt x="17274" y="121762"/>
                  </a:cubicBezTo>
                  <a:lnTo>
                    <a:pt x="46680" y="6326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33E35867-DE74-CE4C-2EE3-3792C7DF579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683786" y="5533880"/>
              <a:ext cx="89276" cy="94674"/>
            </a:xfrm>
            <a:custGeom>
              <a:avLst/>
              <a:gdLst>
                <a:gd name="csX0" fmla="*/ 72700 w 89276"/>
                <a:gd name="csY0" fmla="*/ 9862 h 94674"/>
                <a:gd name="csX1" fmla="*/ 66776 w 89276"/>
                <a:gd name="csY1" fmla="*/ 18997 h 94674"/>
                <a:gd name="csX2" fmla="*/ 76719 w 89276"/>
                <a:gd name="csY2" fmla="*/ 28755 h 94674"/>
                <a:gd name="csX3" fmla="*/ 86874 w 89276"/>
                <a:gd name="csY3" fmla="*/ 18582 h 94674"/>
                <a:gd name="csX4" fmla="*/ 51544 w 89276"/>
                <a:gd name="csY4" fmla="*/ 104 h 94674"/>
                <a:gd name="csX5" fmla="*/ 136 w 89276"/>
                <a:gd name="csY5" fmla="*/ 47856 h 94674"/>
                <a:gd name="csX6" fmla="*/ 50486 w 89276"/>
                <a:gd name="csY6" fmla="*/ 94778 h 94674"/>
                <a:gd name="csX7" fmla="*/ 89413 w 89276"/>
                <a:gd name="csY7" fmla="*/ 67788 h 94674"/>
                <a:gd name="csX8" fmla="*/ 85816 w 89276"/>
                <a:gd name="csY8" fmla="*/ 65296 h 94674"/>
                <a:gd name="csX9" fmla="*/ 81797 w 89276"/>
                <a:gd name="csY9" fmla="*/ 68826 h 94674"/>
                <a:gd name="csX10" fmla="*/ 53025 w 89276"/>
                <a:gd name="csY10" fmla="*/ 88134 h 94674"/>
                <a:gd name="csX11" fmla="*/ 19388 w 89276"/>
                <a:gd name="csY11" fmla="*/ 47649 h 94674"/>
                <a:gd name="csX12" fmla="*/ 52179 w 89276"/>
                <a:gd name="csY12" fmla="*/ 6747 h 94674"/>
                <a:gd name="csX13" fmla="*/ 72700 w 89276"/>
                <a:gd name="csY13" fmla="*/ 9862 h 94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9276" h="94674">
                  <a:moveTo>
                    <a:pt x="72700" y="9862"/>
                  </a:moveTo>
                  <a:cubicBezTo>
                    <a:pt x="68892" y="11523"/>
                    <a:pt x="66776" y="14845"/>
                    <a:pt x="66776" y="18997"/>
                  </a:cubicBezTo>
                  <a:cubicBezTo>
                    <a:pt x="66776" y="24603"/>
                    <a:pt x="70796" y="28755"/>
                    <a:pt x="76719" y="28755"/>
                  </a:cubicBezTo>
                  <a:cubicBezTo>
                    <a:pt x="82431" y="28755"/>
                    <a:pt x="86874" y="25226"/>
                    <a:pt x="86874" y="18582"/>
                  </a:cubicBezTo>
                  <a:cubicBezTo>
                    <a:pt x="86874" y="104"/>
                    <a:pt x="57468" y="104"/>
                    <a:pt x="51544" y="104"/>
                  </a:cubicBezTo>
                  <a:cubicBezTo>
                    <a:pt x="19811" y="104"/>
                    <a:pt x="136" y="23980"/>
                    <a:pt x="136" y="47856"/>
                  </a:cubicBezTo>
                  <a:cubicBezTo>
                    <a:pt x="136" y="74016"/>
                    <a:pt x="22773" y="94778"/>
                    <a:pt x="50486" y="94778"/>
                  </a:cubicBezTo>
                  <a:cubicBezTo>
                    <a:pt x="82008" y="94778"/>
                    <a:pt x="89413" y="70279"/>
                    <a:pt x="89413" y="67788"/>
                  </a:cubicBezTo>
                  <a:cubicBezTo>
                    <a:pt x="89413" y="65296"/>
                    <a:pt x="86662" y="65296"/>
                    <a:pt x="85816" y="65296"/>
                  </a:cubicBezTo>
                  <a:cubicBezTo>
                    <a:pt x="83066" y="65296"/>
                    <a:pt x="82854" y="65919"/>
                    <a:pt x="81797" y="68826"/>
                  </a:cubicBezTo>
                  <a:cubicBezTo>
                    <a:pt x="77142" y="81698"/>
                    <a:pt x="65930" y="88134"/>
                    <a:pt x="53025" y="88134"/>
                  </a:cubicBezTo>
                  <a:cubicBezTo>
                    <a:pt x="38428" y="88134"/>
                    <a:pt x="19388" y="77546"/>
                    <a:pt x="19388" y="47649"/>
                  </a:cubicBezTo>
                  <a:cubicBezTo>
                    <a:pt x="19388" y="21281"/>
                    <a:pt x="32504" y="6747"/>
                    <a:pt x="52179" y="6747"/>
                  </a:cubicBezTo>
                  <a:cubicBezTo>
                    <a:pt x="54929" y="6747"/>
                    <a:pt x="65084" y="6747"/>
                    <a:pt x="72700" y="9862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0FAE73D5-01CF-BA75-ADC5-D8F364FB5AF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793147" y="5533880"/>
              <a:ext cx="105566" cy="94674"/>
            </a:xfrm>
            <a:custGeom>
              <a:avLst/>
              <a:gdLst>
                <a:gd name="csX0" fmla="*/ 82858 w 105566"/>
                <a:gd name="csY0" fmla="*/ 37060 h 94674"/>
                <a:gd name="csX1" fmla="*/ 73126 w 105566"/>
                <a:gd name="csY1" fmla="*/ 10485 h 94674"/>
                <a:gd name="csX2" fmla="*/ 41816 w 105566"/>
                <a:gd name="csY2" fmla="*/ 104 h 94674"/>
                <a:gd name="csX3" fmla="*/ 7544 w 105566"/>
                <a:gd name="csY3" fmla="*/ 20243 h 94674"/>
                <a:gd name="csX4" fmla="*/ 17699 w 105566"/>
                <a:gd name="csY4" fmla="*/ 30416 h 94674"/>
                <a:gd name="csX5" fmla="*/ 27642 w 105566"/>
                <a:gd name="csY5" fmla="*/ 20658 h 94674"/>
                <a:gd name="csX6" fmla="*/ 20238 w 105566"/>
                <a:gd name="csY6" fmla="*/ 11108 h 94674"/>
                <a:gd name="csX7" fmla="*/ 41393 w 105566"/>
                <a:gd name="csY7" fmla="*/ 5917 h 94674"/>
                <a:gd name="csX8" fmla="*/ 66145 w 105566"/>
                <a:gd name="csY8" fmla="*/ 31039 h 94674"/>
                <a:gd name="csX9" fmla="*/ 66145 w 105566"/>
                <a:gd name="csY9" fmla="*/ 37475 h 94674"/>
                <a:gd name="csX10" fmla="*/ 25103 w 105566"/>
                <a:gd name="csY10" fmla="*/ 44119 h 94674"/>
                <a:gd name="csX11" fmla="*/ 140 w 105566"/>
                <a:gd name="csY11" fmla="*/ 71732 h 94674"/>
                <a:gd name="csX12" fmla="*/ 37162 w 105566"/>
                <a:gd name="csY12" fmla="*/ 94778 h 94674"/>
                <a:gd name="csX13" fmla="*/ 68472 w 105566"/>
                <a:gd name="csY13" fmla="*/ 77338 h 94674"/>
                <a:gd name="csX14" fmla="*/ 84762 w 105566"/>
                <a:gd name="csY14" fmla="*/ 93740 h 94674"/>
                <a:gd name="csX15" fmla="*/ 105706 w 105566"/>
                <a:gd name="csY15" fmla="*/ 74016 h 94674"/>
                <a:gd name="csX16" fmla="*/ 105706 w 105566"/>
                <a:gd name="csY16" fmla="*/ 62597 h 94674"/>
                <a:gd name="csX17" fmla="*/ 98513 w 105566"/>
                <a:gd name="csY17" fmla="*/ 62597 h 94674"/>
                <a:gd name="csX18" fmla="*/ 98513 w 105566"/>
                <a:gd name="csY18" fmla="*/ 73809 h 94674"/>
                <a:gd name="csX19" fmla="*/ 90686 w 105566"/>
                <a:gd name="csY19" fmla="*/ 85851 h 94674"/>
                <a:gd name="csX20" fmla="*/ 82858 w 105566"/>
                <a:gd name="csY20" fmla="*/ 73393 h 94674"/>
                <a:gd name="csX21" fmla="*/ 82858 w 105566"/>
                <a:gd name="csY21" fmla="*/ 37060 h 94674"/>
                <a:gd name="csX22" fmla="*/ 66145 w 105566"/>
                <a:gd name="csY22" fmla="*/ 63428 h 94674"/>
                <a:gd name="csX23" fmla="*/ 38854 w 105566"/>
                <a:gd name="csY23" fmla="*/ 88965 h 94674"/>
                <a:gd name="csX24" fmla="*/ 17910 w 105566"/>
                <a:gd name="csY24" fmla="*/ 71732 h 94674"/>
                <a:gd name="csX25" fmla="*/ 66145 w 105566"/>
                <a:gd name="csY25" fmla="*/ 42873 h 94674"/>
                <a:gd name="csX26" fmla="*/ 66145 w 105566"/>
                <a:gd name="csY26" fmla="*/ 63428 h 94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05566" h="94674">
                  <a:moveTo>
                    <a:pt x="82858" y="37060"/>
                  </a:moveTo>
                  <a:cubicBezTo>
                    <a:pt x="82858" y="26056"/>
                    <a:pt x="82858" y="18167"/>
                    <a:pt x="73126" y="10485"/>
                  </a:cubicBezTo>
                  <a:cubicBezTo>
                    <a:pt x="64453" y="3426"/>
                    <a:pt x="54298" y="104"/>
                    <a:pt x="41816" y="104"/>
                  </a:cubicBezTo>
                  <a:cubicBezTo>
                    <a:pt x="21718" y="104"/>
                    <a:pt x="7544" y="7578"/>
                    <a:pt x="7544" y="20243"/>
                  </a:cubicBezTo>
                  <a:cubicBezTo>
                    <a:pt x="7544" y="26887"/>
                    <a:pt x="12198" y="30416"/>
                    <a:pt x="17699" y="30416"/>
                  </a:cubicBezTo>
                  <a:cubicBezTo>
                    <a:pt x="23411" y="30416"/>
                    <a:pt x="27642" y="26264"/>
                    <a:pt x="27642" y="20658"/>
                  </a:cubicBezTo>
                  <a:cubicBezTo>
                    <a:pt x="27642" y="17128"/>
                    <a:pt x="25950" y="12768"/>
                    <a:pt x="20238" y="11108"/>
                  </a:cubicBezTo>
                  <a:cubicBezTo>
                    <a:pt x="27854" y="5917"/>
                    <a:pt x="40124" y="5917"/>
                    <a:pt x="41393" y="5917"/>
                  </a:cubicBezTo>
                  <a:cubicBezTo>
                    <a:pt x="53240" y="5917"/>
                    <a:pt x="66145" y="13599"/>
                    <a:pt x="66145" y="31039"/>
                  </a:cubicBezTo>
                  <a:lnTo>
                    <a:pt x="66145" y="37475"/>
                  </a:lnTo>
                  <a:cubicBezTo>
                    <a:pt x="54510" y="37890"/>
                    <a:pt x="40547" y="38513"/>
                    <a:pt x="25103" y="44119"/>
                  </a:cubicBezTo>
                  <a:cubicBezTo>
                    <a:pt x="6063" y="50970"/>
                    <a:pt x="140" y="62390"/>
                    <a:pt x="140" y="71732"/>
                  </a:cubicBezTo>
                  <a:cubicBezTo>
                    <a:pt x="140" y="89588"/>
                    <a:pt x="22142" y="94778"/>
                    <a:pt x="37162" y="94778"/>
                  </a:cubicBezTo>
                  <a:cubicBezTo>
                    <a:pt x="54086" y="94778"/>
                    <a:pt x="64030" y="85435"/>
                    <a:pt x="68472" y="77338"/>
                  </a:cubicBezTo>
                  <a:cubicBezTo>
                    <a:pt x="69318" y="85851"/>
                    <a:pt x="75030" y="93740"/>
                    <a:pt x="84762" y="93740"/>
                  </a:cubicBezTo>
                  <a:cubicBezTo>
                    <a:pt x="85185" y="93740"/>
                    <a:pt x="105706" y="93740"/>
                    <a:pt x="105706" y="74016"/>
                  </a:cubicBezTo>
                  <a:lnTo>
                    <a:pt x="105706" y="62597"/>
                  </a:lnTo>
                  <a:lnTo>
                    <a:pt x="98513" y="62597"/>
                  </a:lnTo>
                  <a:lnTo>
                    <a:pt x="98513" y="73809"/>
                  </a:lnTo>
                  <a:cubicBezTo>
                    <a:pt x="98513" y="75885"/>
                    <a:pt x="98513" y="85851"/>
                    <a:pt x="90686" y="85851"/>
                  </a:cubicBezTo>
                  <a:cubicBezTo>
                    <a:pt x="82858" y="85851"/>
                    <a:pt x="82858" y="76092"/>
                    <a:pt x="82858" y="73393"/>
                  </a:cubicBezTo>
                  <a:lnTo>
                    <a:pt x="82858" y="37060"/>
                  </a:lnTo>
                  <a:close/>
                  <a:moveTo>
                    <a:pt x="66145" y="63428"/>
                  </a:moveTo>
                  <a:cubicBezTo>
                    <a:pt x="66145" y="83359"/>
                    <a:pt x="48374" y="88965"/>
                    <a:pt x="38854" y="88965"/>
                  </a:cubicBezTo>
                  <a:cubicBezTo>
                    <a:pt x="28065" y="88965"/>
                    <a:pt x="17910" y="81906"/>
                    <a:pt x="17910" y="71732"/>
                  </a:cubicBezTo>
                  <a:cubicBezTo>
                    <a:pt x="17910" y="60313"/>
                    <a:pt x="28065" y="44327"/>
                    <a:pt x="66145" y="42873"/>
                  </a:cubicBezTo>
                  <a:lnTo>
                    <a:pt x="66145" y="63428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E2F87AE6-DA29-D290-2DF6-D396D628409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908116" y="5498793"/>
              <a:ext cx="73198" cy="129762"/>
            </a:xfrm>
            <a:custGeom>
              <a:avLst/>
              <a:gdLst>
                <a:gd name="csX0" fmla="*/ 36531 w 73198"/>
                <a:gd name="csY0" fmla="*/ 45780 h 129762"/>
                <a:gd name="csX1" fmla="*/ 69534 w 73198"/>
                <a:gd name="csY1" fmla="*/ 45780 h 129762"/>
                <a:gd name="csX2" fmla="*/ 69534 w 73198"/>
                <a:gd name="csY2" fmla="*/ 38306 h 129762"/>
                <a:gd name="csX3" fmla="*/ 36531 w 73198"/>
                <a:gd name="csY3" fmla="*/ 38306 h 129762"/>
                <a:gd name="csX4" fmla="*/ 36531 w 73198"/>
                <a:gd name="csY4" fmla="*/ 104 h 129762"/>
                <a:gd name="csX5" fmla="*/ 29338 w 73198"/>
                <a:gd name="csY5" fmla="*/ 104 h 129762"/>
                <a:gd name="csX6" fmla="*/ 144 w 73198"/>
                <a:gd name="csY6" fmla="*/ 39967 h 129762"/>
                <a:gd name="csX7" fmla="*/ 144 w 73198"/>
                <a:gd name="csY7" fmla="*/ 45780 h 129762"/>
                <a:gd name="csX8" fmla="*/ 19818 w 73198"/>
                <a:gd name="csY8" fmla="*/ 45780 h 129762"/>
                <a:gd name="csX9" fmla="*/ 19818 w 73198"/>
                <a:gd name="csY9" fmla="*/ 101837 h 129762"/>
                <a:gd name="csX10" fmla="*/ 49436 w 73198"/>
                <a:gd name="csY10" fmla="*/ 129866 h 129762"/>
                <a:gd name="csX11" fmla="*/ 73342 w 73198"/>
                <a:gd name="csY11" fmla="*/ 101630 h 129762"/>
                <a:gd name="csX12" fmla="*/ 73342 w 73198"/>
                <a:gd name="csY12" fmla="*/ 90211 h 129762"/>
                <a:gd name="csX13" fmla="*/ 66149 w 73198"/>
                <a:gd name="csY13" fmla="*/ 90211 h 129762"/>
                <a:gd name="csX14" fmla="*/ 66149 w 73198"/>
                <a:gd name="csY14" fmla="*/ 101422 h 129762"/>
                <a:gd name="csX15" fmla="*/ 51129 w 73198"/>
                <a:gd name="csY15" fmla="*/ 123222 h 129762"/>
                <a:gd name="csX16" fmla="*/ 36531 w 73198"/>
                <a:gd name="csY16" fmla="*/ 102045 h 129762"/>
                <a:gd name="csX17" fmla="*/ 36531 w 73198"/>
                <a:gd name="csY17" fmla="*/ 45780 h 1297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3198" h="129762">
                  <a:moveTo>
                    <a:pt x="36531" y="45780"/>
                  </a:moveTo>
                  <a:lnTo>
                    <a:pt x="69534" y="45780"/>
                  </a:lnTo>
                  <a:lnTo>
                    <a:pt x="69534" y="38306"/>
                  </a:lnTo>
                  <a:lnTo>
                    <a:pt x="36531" y="38306"/>
                  </a:lnTo>
                  <a:lnTo>
                    <a:pt x="36531" y="104"/>
                  </a:lnTo>
                  <a:lnTo>
                    <a:pt x="29338" y="104"/>
                  </a:lnTo>
                  <a:cubicBezTo>
                    <a:pt x="29127" y="18789"/>
                    <a:pt x="20453" y="39344"/>
                    <a:pt x="144" y="39967"/>
                  </a:cubicBezTo>
                  <a:lnTo>
                    <a:pt x="144" y="45780"/>
                  </a:lnTo>
                  <a:lnTo>
                    <a:pt x="19818" y="45780"/>
                  </a:lnTo>
                  <a:lnTo>
                    <a:pt x="19818" y="101837"/>
                  </a:lnTo>
                  <a:cubicBezTo>
                    <a:pt x="19818" y="125091"/>
                    <a:pt x="37589" y="129866"/>
                    <a:pt x="49436" y="129866"/>
                  </a:cubicBezTo>
                  <a:cubicBezTo>
                    <a:pt x="63610" y="129866"/>
                    <a:pt x="73342" y="118032"/>
                    <a:pt x="73342" y="101630"/>
                  </a:cubicBezTo>
                  <a:lnTo>
                    <a:pt x="73342" y="90211"/>
                  </a:lnTo>
                  <a:lnTo>
                    <a:pt x="66149" y="90211"/>
                  </a:lnTo>
                  <a:lnTo>
                    <a:pt x="66149" y="101422"/>
                  </a:lnTo>
                  <a:cubicBezTo>
                    <a:pt x="66149" y="115540"/>
                    <a:pt x="59379" y="123222"/>
                    <a:pt x="51129" y="123222"/>
                  </a:cubicBezTo>
                  <a:cubicBezTo>
                    <a:pt x="36531" y="123222"/>
                    <a:pt x="36531" y="105782"/>
                    <a:pt x="36531" y="102045"/>
                  </a:cubicBezTo>
                  <a:lnTo>
                    <a:pt x="36531" y="45780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D31F547E-D17E-C98C-1857-1A31FC3DB73F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7112410" y="5444302"/>
              <a:ext cx="200977" cy="69404"/>
            </a:xfrm>
            <a:custGeom>
              <a:avLst/>
              <a:gdLst>
                <a:gd name="csX0" fmla="*/ 190852 w 200977"/>
                <a:gd name="csY0" fmla="*/ 11965 h 69404"/>
                <a:gd name="csX1" fmla="*/ 201128 w 200977"/>
                <a:gd name="csY1" fmla="*/ 6033 h 69404"/>
                <a:gd name="csX2" fmla="*/ 191155 w 200977"/>
                <a:gd name="csY2" fmla="*/ 101 h 69404"/>
                <a:gd name="csX3" fmla="*/ 10123 w 200977"/>
                <a:gd name="csY3" fmla="*/ 101 h 69404"/>
                <a:gd name="csX4" fmla="*/ 150 w 200977"/>
                <a:gd name="csY4" fmla="*/ 6033 h 69404"/>
                <a:gd name="csX5" fmla="*/ 10426 w 200977"/>
                <a:gd name="csY5" fmla="*/ 11965 h 69404"/>
                <a:gd name="csX6" fmla="*/ 190852 w 200977"/>
                <a:gd name="csY6" fmla="*/ 11965 h 69404"/>
                <a:gd name="csX7" fmla="*/ 191155 w 200977"/>
                <a:gd name="csY7" fmla="*/ 69505 h 69404"/>
                <a:gd name="csX8" fmla="*/ 201128 w 200977"/>
                <a:gd name="csY8" fmla="*/ 63573 h 69404"/>
                <a:gd name="csX9" fmla="*/ 190852 w 200977"/>
                <a:gd name="csY9" fmla="*/ 57641 h 69404"/>
                <a:gd name="csX10" fmla="*/ 10426 w 200977"/>
                <a:gd name="csY10" fmla="*/ 57641 h 69404"/>
                <a:gd name="csX11" fmla="*/ 150 w 200977"/>
                <a:gd name="csY11" fmla="*/ 63573 h 69404"/>
                <a:gd name="csX12" fmla="*/ 10123 w 200977"/>
                <a:gd name="csY12" fmla="*/ 69505 h 69404"/>
                <a:gd name="csX13" fmla="*/ 191155 w 200977"/>
                <a:gd name="csY13" fmla="*/ 69505 h 69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0977" h="69404">
                  <a:moveTo>
                    <a:pt x="190852" y="11965"/>
                  </a:moveTo>
                  <a:cubicBezTo>
                    <a:pt x="195386" y="11965"/>
                    <a:pt x="201128" y="11965"/>
                    <a:pt x="201128" y="6033"/>
                  </a:cubicBezTo>
                  <a:cubicBezTo>
                    <a:pt x="201128" y="101"/>
                    <a:pt x="195386" y="101"/>
                    <a:pt x="191155" y="101"/>
                  </a:cubicBezTo>
                  <a:lnTo>
                    <a:pt x="10123" y="101"/>
                  </a:lnTo>
                  <a:cubicBezTo>
                    <a:pt x="5892" y="101"/>
                    <a:pt x="150" y="101"/>
                    <a:pt x="150" y="6033"/>
                  </a:cubicBezTo>
                  <a:cubicBezTo>
                    <a:pt x="150" y="11965"/>
                    <a:pt x="5892" y="11965"/>
                    <a:pt x="10426" y="11965"/>
                  </a:cubicBezTo>
                  <a:lnTo>
                    <a:pt x="190852" y="11965"/>
                  </a:lnTo>
                  <a:close/>
                  <a:moveTo>
                    <a:pt x="191155" y="69505"/>
                  </a:moveTo>
                  <a:cubicBezTo>
                    <a:pt x="195386" y="69505"/>
                    <a:pt x="201128" y="69505"/>
                    <a:pt x="201128" y="63573"/>
                  </a:cubicBezTo>
                  <a:cubicBezTo>
                    <a:pt x="201128" y="57641"/>
                    <a:pt x="195386" y="57641"/>
                    <a:pt x="190852" y="57641"/>
                  </a:cubicBezTo>
                  <a:lnTo>
                    <a:pt x="10426" y="57641"/>
                  </a:lnTo>
                  <a:cubicBezTo>
                    <a:pt x="5892" y="57641"/>
                    <a:pt x="150" y="57641"/>
                    <a:pt x="150" y="63573"/>
                  </a:cubicBezTo>
                  <a:cubicBezTo>
                    <a:pt x="150" y="69505"/>
                    <a:pt x="5892" y="69505"/>
                    <a:pt x="10123" y="69505"/>
                  </a:cubicBezTo>
                  <a:lnTo>
                    <a:pt x="191155" y="69505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C139A165-7A7A-1E5A-7ADC-07EB140C0193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7431421" y="5344052"/>
              <a:ext cx="184053" cy="215627"/>
            </a:xfrm>
            <a:custGeom>
              <a:avLst/>
              <a:gdLst>
                <a:gd name="csX0" fmla="*/ 161 w 184053"/>
                <a:gd name="csY0" fmla="*/ 107767 h 215627"/>
                <a:gd name="csX1" fmla="*/ 105334 w 184053"/>
                <a:gd name="csY1" fmla="*/ 215729 h 215627"/>
                <a:gd name="csX2" fmla="*/ 184214 w 184053"/>
                <a:gd name="csY2" fmla="*/ 140096 h 215627"/>
                <a:gd name="csX3" fmla="*/ 180285 w 184053"/>
                <a:gd name="csY3" fmla="*/ 135054 h 215627"/>
                <a:gd name="csX4" fmla="*/ 176658 w 184053"/>
                <a:gd name="csY4" fmla="*/ 139800 h 215627"/>
                <a:gd name="csX5" fmla="*/ 108961 w 184053"/>
                <a:gd name="csY5" fmla="*/ 206534 h 215627"/>
                <a:gd name="csX6" fmla="*/ 31290 w 184053"/>
                <a:gd name="csY6" fmla="*/ 108063 h 215627"/>
                <a:gd name="csX7" fmla="*/ 108658 w 184053"/>
                <a:gd name="csY7" fmla="*/ 9296 h 215627"/>
                <a:gd name="csX8" fmla="*/ 174543 w 184053"/>
                <a:gd name="csY8" fmla="*/ 79590 h 215627"/>
                <a:gd name="csX9" fmla="*/ 179378 w 184053"/>
                <a:gd name="csY9" fmla="*/ 84632 h 215627"/>
                <a:gd name="csX10" fmla="*/ 184214 w 184053"/>
                <a:gd name="csY10" fmla="*/ 77514 h 215627"/>
                <a:gd name="csX11" fmla="*/ 184214 w 184053"/>
                <a:gd name="csY11" fmla="*/ 7220 h 215627"/>
                <a:gd name="csX12" fmla="*/ 180890 w 184053"/>
                <a:gd name="csY12" fmla="*/ 101 h 215627"/>
                <a:gd name="csX13" fmla="*/ 176054 w 184053"/>
                <a:gd name="csY13" fmla="*/ 3660 h 215627"/>
                <a:gd name="csX14" fmla="*/ 160943 w 184053"/>
                <a:gd name="csY14" fmla="*/ 25609 h 215627"/>
                <a:gd name="csX15" fmla="*/ 105334 w 184053"/>
                <a:gd name="csY15" fmla="*/ 101 h 215627"/>
                <a:gd name="csX16" fmla="*/ 161 w 184053"/>
                <a:gd name="csY16" fmla="*/ 107767 h 2156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84053" h="215627">
                  <a:moveTo>
                    <a:pt x="161" y="107767"/>
                  </a:moveTo>
                  <a:cubicBezTo>
                    <a:pt x="161" y="169163"/>
                    <a:pt x="49121" y="215729"/>
                    <a:pt x="105334" y="215729"/>
                  </a:cubicBezTo>
                  <a:cubicBezTo>
                    <a:pt x="154596" y="215729"/>
                    <a:pt x="184214" y="174502"/>
                    <a:pt x="184214" y="140096"/>
                  </a:cubicBezTo>
                  <a:cubicBezTo>
                    <a:pt x="184214" y="137130"/>
                    <a:pt x="184214" y="135054"/>
                    <a:pt x="180285" y="135054"/>
                  </a:cubicBezTo>
                  <a:cubicBezTo>
                    <a:pt x="176961" y="135054"/>
                    <a:pt x="176961" y="136834"/>
                    <a:pt x="176658" y="139800"/>
                  </a:cubicBezTo>
                  <a:cubicBezTo>
                    <a:pt x="174241" y="182213"/>
                    <a:pt x="141903" y="206534"/>
                    <a:pt x="108961" y="206534"/>
                  </a:cubicBezTo>
                  <a:cubicBezTo>
                    <a:pt x="90525" y="206534"/>
                    <a:pt x="31290" y="196450"/>
                    <a:pt x="31290" y="108063"/>
                  </a:cubicBezTo>
                  <a:cubicBezTo>
                    <a:pt x="31290" y="19380"/>
                    <a:pt x="90223" y="9296"/>
                    <a:pt x="108658" y="9296"/>
                  </a:cubicBezTo>
                  <a:cubicBezTo>
                    <a:pt x="141601" y="9296"/>
                    <a:pt x="168498" y="36286"/>
                    <a:pt x="174543" y="79590"/>
                  </a:cubicBezTo>
                  <a:cubicBezTo>
                    <a:pt x="175147" y="83742"/>
                    <a:pt x="175147" y="84632"/>
                    <a:pt x="179378" y="84632"/>
                  </a:cubicBezTo>
                  <a:cubicBezTo>
                    <a:pt x="184214" y="84632"/>
                    <a:pt x="184214" y="83742"/>
                    <a:pt x="184214" y="77514"/>
                  </a:cubicBezTo>
                  <a:lnTo>
                    <a:pt x="184214" y="7220"/>
                  </a:lnTo>
                  <a:cubicBezTo>
                    <a:pt x="184214" y="2177"/>
                    <a:pt x="184214" y="101"/>
                    <a:pt x="180890" y="101"/>
                  </a:cubicBezTo>
                  <a:cubicBezTo>
                    <a:pt x="179681" y="101"/>
                    <a:pt x="178472" y="101"/>
                    <a:pt x="176054" y="3660"/>
                  </a:cubicBezTo>
                  <a:lnTo>
                    <a:pt x="160943" y="25609"/>
                  </a:lnTo>
                  <a:cubicBezTo>
                    <a:pt x="149761" y="14931"/>
                    <a:pt x="134347" y="101"/>
                    <a:pt x="105334" y="101"/>
                  </a:cubicBezTo>
                  <a:cubicBezTo>
                    <a:pt x="48818" y="101"/>
                    <a:pt x="161" y="47261"/>
                    <a:pt x="161" y="107767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73DA4C05-5187-D0F3-3D9E-46EBBC61E95E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7641230" y="5420278"/>
              <a:ext cx="133884" cy="136139"/>
            </a:xfrm>
            <a:custGeom>
              <a:avLst/>
              <a:gdLst>
                <a:gd name="csX0" fmla="*/ 134052 w 133884"/>
                <a:gd name="csY0" fmla="*/ 69505 h 136139"/>
                <a:gd name="csX1" fmla="*/ 67261 w 133884"/>
                <a:gd name="csY1" fmla="*/ 101 h 136139"/>
                <a:gd name="csX2" fmla="*/ 168 w 133884"/>
                <a:gd name="csY2" fmla="*/ 69505 h 136139"/>
                <a:gd name="csX3" fmla="*/ 66959 w 133884"/>
                <a:gd name="csY3" fmla="*/ 136240 h 136139"/>
                <a:gd name="csX4" fmla="*/ 134052 w 133884"/>
                <a:gd name="csY4" fmla="*/ 69505 h 136139"/>
                <a:gd name="csX5" fmla="*/ 67261 w 133884"/>
                <a:gd name="csY5" fmla="*/ 128825 h 136139"/>
                <a:gd name="csX6" fmla="*/ 32808 w 133884"/>
                <a:gd name="csY6" fmla="*/ 108953 h 136139"/>
                <a:gd name="csX7" fmla="*/ 25252 w 133884"/>
                <a:gd name="csY7" fmla="*/ 67133 h 136139"/>
                <a:gd name="csX8" fmla="*/ 32506 w 133884"/>
                <a:gd name="csY8" fmla="*/ 26499 h 136139"/>
                <a:gd name="csX9" fmla="*/ 66959 w 133884"/>
                <a:gd name="csY9" fmla="*/ 6626 h 136139"/>
                <a:gd name="csX10" fmla="*/ 101110 w 133884"/>
                <a:gd name="csY10" fmla="*/ 25905 h 136139"/>
                <a:gd name="csX11" fmla="*/ 108968 w 133884"/>
                <a:gd name="csY11" fmla="*/ 67133 h 136139"/>
                <a:gd name="csX12" fmla="*/ 102319 w 133884"/>
                <a:gd name="csY12" fmla="*/ 106877 h 136139"/>
                <a:gd name="csX13" fmla="*/ 67261 w 133884"/>
                <a:gd name="csY13" fmla="*/ 128825 h 1361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3884" h="136139">
                  <a:moveTo>
                    <a:pt x="134052" y="69505"/>
                  </a:moveTo>
                  <a:cubicBezTo>
                    <a:pt x="134052" y="31541"/>
                    <a:pt x="103830" y="101"/>
                    <a:pt x="67261" y="101"/>
                  </a:cubicBezTo>
                  <a:cubicBezTo>
                    <a:pt x="29483" y="101"/>
                    <a:pt x="168" y="32431"/>
                    <a:pt x="168" y="69505"/>
                  </a:cubicBezTo>
                  <a:cubicBezTo>
                    <a:pt x="168" y="107767"/>
                    <a:pt x="31599" y="136240"/>
                    <a:pt x="66959" y="136240"/>
                  </a:cubicBezTo>
                  <a:cubicBezTo>
                    <a:pt x="103528" y="136240"/>
                    <a:pt x="134052" y="107174"/>
                    <a:pt x="134052" y="69505"/>
                  </a:cubicBezTo>
                  <a:close/>
                  <a:moveTo>
                    <a:pt x="67261" y="128825"/>
                  </a:moveTo>
                  <a:cubicBezTo>
                    <a:pt x="54266" y="128825"/>
                    <a:pt x="40968" y="122597"/>
                    <a:pt x="32808" y="108953"/>
                  </a:cubicBezTo>
                  <a:cubicBezTo>
                    <a:pt x="25252" y="95903"/>
                    <a:pt x="25252" y="77810"/>
                    <a:pt x="25252" y="67133"/>
                  </a:cubicBezTo>
                  <a:cubicBezTo>
                    <a:pt x="25252" y="55565"/>
                    <a:pt x="25252" y="39549"/>
                    <a:pt x="32506" y="26499"/>
                  </a:cubicBezTo>
                  <a:cubicBezTo>
                    <a:pt x="40666" y="12855"/>
                    <a:pt x="54870" y="6626"/>
                    <a:pt x="66959" y="6626"/>
                  </a:cubicBezTo>
                  <a:cubicBezTo>
                    <a:pt x="80257" y="6626"/>
                    <a:pt x="93252" y="13152"/>
                    <a:pt x="101110" y="25905"/>
                  </a:cubicBezTo>
                  <a:cubicBezTo>
                    <a:pt x="108968" y="38659"/>
                    <a:pt x="108968" y="55862"/>
                    <a:pt x="108968" y="67133"/>
                  </a:cubicBezTo>
                  <a:cubicBezTo>
                    <a:pt x="108968" y="77810"/>
                    <a:pt x="108968" y="93827"/>
                    <a:pt x="102319" y="106877"/>
                  </a:cubicBezTo>
                  <a:cubicBezTo>
                    <a:pt x="95670" y="120224"/>
                    <a:pt x="82372" y="128825"/>
                    <a:pt x="67261" y="128825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id="{628066DC-017C-80F4-C70C-F6CCA644FBC9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7793551" y="5422057"/>
              <a:ext cx="152017" cy="131096"/>
            </a:xfrm>
            <a:custGeom>
              <a:avLst/>
              <a:gdLst>
                <a:gd name="csX0" fmla="*/ 23746 w 152017"/>
                <a:gd name="csY0" fmla="*/ 29168 h 131096"/>
                <a:gd name="csX1" fmla="*/ 23746 w 152017"/>
                <a:gd name="csY1" fmla="*/ 108657 h 131096"/>
                <a:gd name="csX2" fmla="*/ 173 w 152017"/>
                <a:gd name="csY2" fmla="*/ 122004 h 131096"/>
                <a:gd name="csX3" fmla="*/ 173 w 152017"/>
                <a:gd name="csY3" fmla="*/ 131198 h 131096"/>
                <a:gd name="csX4" fmla="*/ 34324 w 152017"/>
                <a:gd name="csY4" fmla="*/ 130308 h 131096"/>
                <a:gd name="csX5" fmla="*/ 68173 w 152017"/>
                <a:gd name="csY5" fmla="*/ 131198 h 131096"/>
                <a:gd name="csX6" fmla="*/ 68173 w 152017"/>
                <a:gd name="csY6" fmla="*/ 122004 h 131096"/>
                <a:gd name="csX7" fmla="*/ 44600 w 152017"/>
                <a:gd name="csY7" fmla="*/ 108657 h 131096"/>
                <a:gd name="csX8" fmla="*/ 44600 w 152017"/>
                <a:gd name="csY8" fmla="*/ 54082 h 131096"/>
                <a:gd name="csX9" fmla="*/ 85400 w 152017"/>
                <a:gd name="csY9" fmla="*/ 6626 h 131096"/>
                <a:gd name="csX10" fmla="*/ 107764 w 152017"/>
                <a:gd name="csY10" fmla="*/ 39549 h 131096"/>
                <a:gd name="csX11" fmla="*/ 107764 w 152017"/>
                <a:gd name="csY11" fmla="*/ 108657 h 131096"/>
                <a:gd name="csX12" fmla="*/ 84191 w 152017"/>
                <a:gd name="csY12" fmla="*/ 122004 h 131096"/>
                <a:gd name="csX13" fmla="*/ 84191 w 152017"/>
                <a:gd name="csY13" fmla="*/ 131198 h 131096"/>
                <a:gd name="csX14" fmla="*/ 118342 w 152017"/>
                <a:gd name="csY14" fmla="*/ 130308 h 131096"/>
                <a:gd name="csX15" fmla="*/ 152191 w 152017"/>
                <a:gd name="csY15" fmla="*/ 131198 h 131096"/>
                <a:gd name="csX16" fmla="*/ 152191 w 152017"/>
                <a:gd name="csY16" fmla="*/ 122004 h 131096"/>
                <a:gd name="csX17" fmla="*/ 128617 w 152017"/>
                <a:gd name="csY17" fmla="*/ 113106 h 131096"/>
                <a:gd name="csX18" fmla="*/ 128617 w 152017"/>
                <a:gd name="csY18" fmla="*/ 56455 h 131096"/>
                <a:gd name="csX19" fmla="*/ 119248 w 152017"/>
                <a:gd name="csY19" fmla="*/ 11075 h 131096"/>
                <a:gd name="csX20" fmla="*/ 87515 w 152017"/>
                <a:gd name="csY20" fmla="*/ 101 h 131096"/>
                <a:gd name="csX21" fmla="*/ 42786 w 152017"/>
                <a:gd name="csY21" fmla="*/ 31244 h 131096"/>
                <a:gd name="csX22" fmla="*/ 42786 w 152017"/>
                <a:gd name="csY22" fmla="*/ 101 h 131096"/>
                <a:gd name="csX23" fmla="*/ 173 w 152017"/>
                <a:gd name="csY23" fmla="*/ 3364 h 131096"/>
                <a:gd name="csX24" fmla="*/ 173 w 152017"/>
                <a:gd name="csY24" fmla="*/ 12558 h 131096"/>
                <a:gd name="csX25" fmla="*/ 23746 w 152017"/>
                <a:gd name="csY25" fmla="*/ 29168 h 131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52017" h="131096">
                  <a:moveTo>
                    <a:pt x="23746" y="29168"/>
                  </a:moveTo>
                  <a:lnTo>
                    <a:pt x="23746" y="108657"/>
                  </a:lnTo>
                  <a:cubicBezTo>
                    <a:pt x="23746" y="122004"/>
                    <a:pt x="20422" y="122004"/>
                    <a:pt x="173" y="122004"/>
                  </a:cubicBezTo>
                  <a:lnTo>
                    <a:pt x="173" y="131198"/>
                  </a:lnTo>
                  <a:cubicBezTo>
                    <a:pt x="10751" y="130902"/>
                    <a:pt x="26164" y="130308"/>
                    <a:pt x="34324" y="130308"/>
                  </a:cubicBezTo>
                  <a:cubicBezTo>
                    <a:pt x="42182" y="130308"/>
                    <a:pt x="57897" y="130902"/>
                    <a:pt x="68173" y="131198"/>
                  </a:cubicBezTo>
                  <a:lnTo>
                    <a:pt x="68173" y="122004"/>
                  </a:lnTo>
                  <a:cubicBezTo>
                    <a:pt x="47924" y="122004"/>
                    <a:pt x="44600" y="122004"/>
                    <a:pt x="44600" y="108657"/>
                  </a:cubicBezTo>
                  <a:lnTo>
                    <a:pt x="44600" y="54082"/>
                  </a:lnTo>
                  <a:cubicBezTo>
                    <a:pt x="44600" y="23236"/>
                    <a:pt x="66057" y="6626"/>
                    <a:pt x="85400" y="6626"/>
                  </a:cubicBezTo>
                  <a:cubicBezTo>
                    <a:pt x="104439" y="6626"/>
                    <a:pt x="107764" y="22643"/>
                    <a:pt x="107764" y="39549"/>
                  </a:cubicBezTo>
                  <a:lnTo>
                    <a:pt x="107764" y="108657"/>
                  </a:lnTo>
                  <a:cubicBezTo>
                    <a:pt x="107764" y="122004"/>
                    <a:pt x="104439" y="122004"/>
                    <a:pt x="84191" y="122004"/>
                  </a:cubicBezTo>
                  <a:lnTo>
                    <a:pt x="84191" y="131198"/>
                  </a:lnTo>
                  <a:cubicBezTo>
                    <a:pt x="94768" y="130902"/>
                    <a:pt x="110182" y="130308"/>
                    <a:pt x="118342" y="130308"/>
                  </a:cubicBezTo>
                  <a:cubicBezTo>
                    <a:pt x="126199" y="130308"/>
                    <a:pt x="141915" y="130902"/>
                    <a:pt x="152191" y="131198"/>
                  </a:cubicBezTo>
                  <a:lnTo>
                    <a:pt x="152191" y="122004"/>
                  </a:lnTo>
                  <a:cubicBezTo>
                    <a:pt x="136475" y="122004"/>
                    <a:pt x="128920" y="122004"/>
                    <a:pt x="128617" y="113106"/>
                  </a:cubicBezTo>
                  <a:lnTo>
                    <a:pt x="128617" y="56455"/>
                  </a:lnTo>
                  <a:cubicBezTo>
                    <a:pt x="128617" y="30948"/>
                    <a:pt x="128617" y="21753"/>
                    <a:pt x="119248" y="11075"/>
                  </a:cubicBezTo>
                  <a:cubicBezTo>
                    <a:pt x="115017" y="6033"/>
                    <a:pt x="105044" y="101"/>
                    <a:pt x="87515" y="101"/>
                  </a:cubicBezTo>
                  <a:cubicBezTo>
                    <a:pt x="65453" y="101"/>
                    <a:pt x="51248" y="12855"/>
                    <a:pt x="42786" y="31244"/>
                  </a:cubicBezTo>
                  <a:lnTo>
                    <a:pt x="42786" y="101"/>
                  </a:lnTo>
                  <a:lnTo>
                    <a:pt x="173" y="3364"/>
                  </a:lnTo>
                  <a:lnTo>
                    <a:pt x="173" y="12558"/>
                  </a:lnTo>
                  <a:cubicBezTo>
                    <a:pt x="21328" y="12558"/>
                    <a:pt x="23746" y="14635"/>
                    <a:pt x="23746" y="29168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50" name="Freeform 449">
              <a:extLst>
                <a:ext uri="{FF2B5EF4-FFF2-40B4-BE49-F238E27FC236}">
                  <a16:creationId xmlns:a16="http://schemas.microsoft.com/office/drawing/2014/main" id="{3CC4E195-8903-343B-CE52-70673A7F4D5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7962057" y="5420278"/>
              <a:ext cx="115146" cy="136139"/>
            </a:xfrm>
            <a:custGeom>
              <a:avLst/>
              <a:gdLst>
                <a:gd name="csX0" fmla="*/ 25263 w 115146"/>
                <a:gd name="csY0" fmla="*/ 68319 h 136139"/>
                <a:gd name="csX1" fmla="*/ 66063 w 115146"/>
                <a:gd name="csY1" fmla="*/ 7516 h 136139"/>
                <a:gd name="csX2" fmla="*/ 98401 w 115146"/>
                <a:gd name="csY2" fmla="*/ 18490 h 136139"/>
                <a:gd name="csX3" fmla="*/ 84196 w 115146"/>
                <a:gd name="csY3" fmla="*/ 32134 h 136139"/>
                <a:gd name="csX4" fmla="*/ 98098 w 115146"/>
                <a:gd name="csY4" fmla="*/ 45778 h 136139"/>
                <a:gd name="csX5" fmla="*/ 112001 w 115146"/>
                <a:gd name="csY5" fmla="*/ 31837 h 136139"/>
                <a:gd name="csX6" fmla="*/ 65761 w 115146"/>
                <a:gd name="csY6" fmla="*/ 101 h 136139"/>
                <a:gd name="csX7" fmla="*/ 178 w 115146"/>
                <a:gd name="csY7" fmla="*/ 68912 h 136139"/>
                <a:gd name="csX8" fmla="*/ 65156 w 115146"/>
                <a:gd name="csY8" fmla="*/ 136240 h 136139"/>
                <a:gd name="csX9" fmla="*/ 115325 w 115146"/>
                <a:gd name="csY9" fmla="*/ 97682 h 136139"/>
                <a:gd name="csX10" fmla="*/ 111396 w 115146"/>
                <a:gd name="csY10" fmla="*/ 94716 h 136139"/>
                <a:gd name="csX11" fmla="*/ 107467 w 115146"/>
                <a:gd name="csY11" fmla="*/ 97682 h 136139"/>
                <a:gd name="csX12" fmla="*/ 67876 w 115146"/>
                <a:gd name="csY12" fmla="*/ 128825 h 136139"/>
                <a:gd name="csX13" fmla="*/ 25263 w 115146"/>
                <a:gd name="csY13" fmla="*/ 68319 h 1361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15146" h="136139">
                  <a:moveTo>
                    <a:pt x="25263" y="68319"/>
                  </a:moveTo>
                  <a:cubicBezTo>
                    <a:pt x="25263" y="19973"/>
                    <a:pt x="50045" y="7516"/>
                    <a:pt x="66063" y="7516"/>
                  </a:cubicBezTo>
                  <a:cubicBezTo>
                    <a:pt x="68783" y="7516"/>
                    <a:pt x="87823" y="7813"/>
                    <a:pt x="98401" y="18490"/>
                  </a:cubicBezTo>
                  <a:cubicBezTo>
                    <a:pt x="86009" y="19380"/>
                    <a:pt x="84196" y="28278"/>
                    <a:pt x="84196" y="32134"/>
                  </a:cubicBezTo>
                  <a:cubicBezTo>
                    <a:pt x="84196" y="39846"/>
                    <a:pt x="89636" y="45778"/>
                    <a:pt x="98098" y="45778"/>
                  </a:cubicBezTo>
                  <a:cubicBezTo>
                    <a:pt x="105956" y="45778"/>
                    <a:pt x="112001" y="40735"/>
                    <a:pt x="112001" y="31837"/>
                  </a:cubicBezTo>
                  <a:cubicBezTo>
                    <a:pt x="112001" y="11669"/>
                    <a:pt x="89032" y="101"/>
                    <a:pt x="65761" y="101"/>
                  </a:cubicBezTo>
                  <a:cubicBezTo>
                    <a:pt x="27983" y="101"/>
                    <a:pt x="178" y="32134"/>
                    <a:pt x="178" y="68912"/>
                  </a:cubicBezTo>
                  <a:cubicBezTo>
                    <a:pt x="178" y="106877"/>
                    <a:pt x="30098" y="136240"/>
                    <a:pt x="65156" y="136240"/>
                  </a:cubicBezTo>
                  <a:cubicBezTo>
                    <a:pt x="105654" y="136240"/>
                    <a:pt x="115325" y="100648"/>
                    <a:pt x="115325" y="97682"/>
                  </a:cubicBezTo>
                  <a:cubicBezTo>
                    <a:pt x="115325" y="94716"/>
                    <a:pt x="112303" y="94716"/>
                    <a:pt x="111396" y="94716"/>
                  </a:cubicBezTo>
                  <a:cubicBezTo>
                    <a:pt x="108676" y="94716"/>
                    <a:pt x="108072" y="95903"/>
                    <a:pt x="107467" y="97682"/>
                  </a:cubicBezTo>
                  <a:cubicBezTo>
                    <a:pt x="98703" y="125266"/>
                    <a:pt x="79058" y="128825"/>
                    <a:pt x="67876" y="128825"/>
                  </a:cubicBezTo>
                  <a:cubicBezTo>
                    <a:pt x="51858" y="128825"/>
                    <a:pt x="25263" y="116072"/>
                    <a:pt x="25263" y="68319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51" name="Freeform 450">
              <a:extLst>
                <a:ext uri="{FF2B5EF4-FFF2-40B4-BE49-F238E27FC236}">
                  <a16:creationId xmlns:a16="http://schemas.microsoft.com/office/drawing/2014/main" id="{9AFBA967-8822-366F-1E3F-B581CF22B062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8098796" y="5420278"/>
              <a:ext cx="136302" cy="136139"/>
            </a:xfrm>
            <a:custGeom>
              <a:avLst/>
              <a:gdLst>
                <a:gd name="csX0" fmla="*/ 88129 w 136302"/>
                <a:gd name="csY0" fmla="*/ 110436 h 136139"/>
                <a:gd name="csX1" fmla="*/ 111703 w 136302"/>
                <a:gd name="csY1" fmla="*/ 134757 h 136139"/>
                <a:gd name="csX2" fmla="*/ 136485 w 136302"/>
                <a:gd name="csY2" fmla="*/ 106580 h 136139"/>
                <a:gd name="csX3" fmla="*/ 136485 w 136302"/>
                <a:gd name="csY3" fmla="*/ 89971 h 136139"/>
                <a:gd name="csX4" fmla="*/ 128929 w 136302"/>
                <a:gd name="csY4" fmla="*/ 89971 h 136139"/>
                <a:gd name="csX5" fmla="*/ 128929 w 136302"/>
                <a:gd name="csY5" fmla="*/ 106580 h 136139"/>
                <a:gd name="csX6" fmla="*/ 118049 w 136302"/>
                <a:gd name="csY6" fmla="*/ 125563 h 136139"/>
                <a:gd name="csX7" fmla="*/ 106867 w 136302"/>
                <a:gd name="csY7" fmla="*/ 110733 h 136139"/>
                <a:gd name="csX8" fmla="*/ 106867 w 136302"/>
                <a:gd name="csY8" fmla="*/ 51413 h 136139"/>
                <a:gd name="csX9" fmla="*/ 95987 w 136302"/>
                <a:gd name="csY9" fmla="*/ 16414 h 136139"/>
                <a:gd name="csX10" fmla="*/ 54583 w 136302"/>
                <a:gd name="csY10" fmla="*/ 101 h 136139"/>
                <a:gd name="csX11" fmla="*/ 8947 w 136302"/>
                <a:gd name="csY11" fmla="*/ 33617 h 136139"/>
                <a:gd name="csX12" fmla="*/ 22849 w 136302"/>
                <a:gd name="csY12" fmla="*/ 47557 h 136139"/>
                <a:gd name="csX13" fmla="*/ 36752 w 136302"/>
                <a:gd name="csY13" fmla="*/ 33914 h 136139"/>
                <a:gd name="csX14" fmla="*/ 21338 w 136302"/>
                <a:gd name="csY14" fmla="*/ 20270 h 136139"/>
                <a:gd name="csX15" fmla="*/ 53978 w 136302"/>
                <a:gd name="csY15" fmla="*/ 6626 h 136139"/>
                <a:gd name="csX16" fmla="*/ 86014 w 136302"/>
                <a:gd name="csY16" fmla="*/ 44591 h 136139"/>
                <a:gd name="csX17" fmla="*/ 86014 w 136302"/>
                <a:gd name="csY17" fmla="*/ 55565 h 136139"/>
                <a:gd name="csX18" fmla="*/ 30405 w 136302"/>
                <a:gd name="csY18" fmla="*/ 66243 h 136139"/>
                <a:gd name="csX19" fmla="*/ 183 w 136302"/>
                <a:gd name="csY19" fmla="*/ 104801 h 136139"/>
                <a:gd name="csX20" fmla="*/ 48538 w 136302"/>
                <a:gd name="csY20" fmla="*/ 136240 h 136139"/>
                <a:gd name="csX21" fmla="*/ 88129 w 136302"/>
                <a:gd name="csY21" fmla="*/ 110436 h 136139"/>
                <a:gd name="csX22" fmla="*/ 86014 w 136302"/>
                <a:gd name="csY22" fmla="*/ 61794 h 136139"/>
                <a:gd name="csX23" fmla="*/ 86014 w 136302"/>
                <a:gd name="csY23" fmla="*/ 91454 h 136139"/>
                <a:gd name="csX24" fmla="*/ 50654 w 136302"/>
                <a:gd name="csY24" fmla="*/ 129715 h 136139"/>
                <a:gd name="csX25" fmla="*/ 23454 w 136302"/>
                <a:gd name="csY25" fmla="*/ 104504 h 136139"/>
                <a:gd name="csX26" fmla="*/ 86014 w 136302"/>
                <a:gd name="csY26" fmla="*/ 61794 h 1361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36302" h="136139">
                  <a:moveTo>
                    <a:pt x="88129" y="110436"/>
                  </a:moveTo>
                  <a:cubicBezTo>
                    <a:pt x="89338" y="122300"/>
                    <a:pt x="97498" y="134757"/>
                    <a:pt x="111703" y="134757"/>
                  </a:cubicBezTo>
                  <a:cubicBezTo>
                    <a:pt x="118049" y="134757"/>
                    <a:pt x="136485" y="130605"/>
                    <a:pt x="136485" y="106580"/>
                  </a:cubicBezTo>
                  <a:lnTo>
                    <a:pt x="136485" y="89971"/>
                  </a:lnTo>
                  <a:lnTo>
                    <a:pt x="128929" y="89971"/>
                  </a:lnTo>
                  <a:lnTo>
                    <a:pt x="128929" y="106580"/>
                  </a:lnTo>
                  <a:cubicBezTo>
                    <a:pt x="128929" y="123783"/>
                    <a:pt x="121374" y="125563"/>
                    <a:pt x="118049" y="125563"/>
                  </a:cubicBezTo>
                  <a:cubicBezTo>
                    <a:pt x="108076" y="125563"/>
                    <a:pt x="106867" y="112216"/>
                    <a:pt x="106867" y="110733"/>
                  </a:cubicBezTo>
                  <a:lnTo>
                    <a:pt x="106867" y="51413"/>
                  </a:lnTo>
                  <a:cubicBezTo>
                    <a:pt x="106867" y="38956"/>
                    <a:pt x="106867" y="27388"/>
                    <a:pt x="95987" y="16414"/>
                  </a:cubicBezTo>
                  <a:cubicBezTo>
                    <a:pt x="84201" y="4847"/>
                    <a:pt x="69089" y="101"/>
                    <a:pt x="54583" y="101"/>
                  </a:cubicBezTo>
                  <a:cubicBezTo>
                    <a:pt x="29801" y="101"/>
                    <a:pt x="8947" y="14041"/>
                    <a:pt x="8947" y="33617"/>
                  </a:cubicBezTo>
                  <a:cubicBezTo>
                    <a:pt x="8947" y="42515"/>
                    <a:pt x="14992" y="47557"/>
                    <a:pt x="22849" y="47557"/>
                  </a:cubicBezTo>
                  <a:cubicBezTo>
                    <a:pt x="31312" y="47557"/>
                    <a:pt x="36752" y="41625"/>
                    <a:pt x="36752" y="33914"/>
                  </a:cubicBezTo>
                  <a:cubicBezTo>
                    <a:pt x="36752" y="30354"/>
                    <a:pt x="35241" y="20567"/>
                    <a:pt x="21338" y="20270"/>
                  </a:cubicBezTo>
                  <a:cubicBezTo>
                    <a:pt x="29498" y="9889"/>
                    <a:pt x="44307" y="6626"/>
                    <a:pt x="53978" y="6626"/>
                  </a:cubicBezTo>
                  <a:cubicBezTo>
                    <a:pt x="68787" y="6626"/>
                    <a:pt x="86014" y="18194"/>
                    <a:pt x="86014" y="44591"/>
                  </a:cubicBezTo>
                  <a:lnTo>
                    <a:pt x="86014" y="55565"/>
                  </a:lnTo>
                  <a:cubicBezTo>
                    <a:pt x="70601" y="56455"/>
                    <a:pt x="49445" y="57345"/>
                    <a:pt x="30405" y="66243"/>
                  </a:cubicBezTo>
                  <a:cubicBezTo>
                    <a:pt x="7738" y="76327"/>
                    <a:pt x="183" y="91750"/>
                    <a:pt x="183" y="104801"/>
                  </a:cubicBezTo>
                  <a:cubicBezTo>
                    <a:pt x="183" y="128825"/>
                    <a:pt x="29498" y="136240"/>
                    <a:pt x="48538" y="136240"/>
                  </a:cubicBezTo>
                  <a:cubicBezTo>
                    <a:pt x="68485" y="136240"/>
                    <a:pt x="82387" y="124376"/>
                    <a:pt x="88129" y="110436"/>
                  </a:cubicBezTo>
                  <a:close/>
                  <a:moveTo>
                    <a:pt x="86014" y="61794"/>
                  </a:moveTo>
                  <a:lnTo>
                    <a:pt x="86014" y="91454"/>
                  </a:lnTo>
                  <a:cubicBezTo>
                    <a:pt x="86014" y="119631"/>
                    <a:pt x="64254" y="129715"/>
                    <a:pt x="50654" y="129715"/>
                  </a:cubicBezTo>
                  <a:cubicBezTo>
                    <a:pt x="35845" y="129715"/>
                    <a:pt x="23454" y="119334"/>
                    <a:pt x="23454" y="104504"/>
                  </a:cubicBezTo>
                  <a:cubicBezTo>
                    <a:pt x="23454" y="88191"/>
                    <a:pt x="36147" y="63573"/>
                    <a:pt x="86014" y="61794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52" name="Freeform 451">
              <a:extLst>
                <a:ext uri="{FF2B5EF4-FFF2-40B4-BE49-F238E27FC236}">
                  <a16:creationId xmlns:a16="http://schemas.microsoft.com/office/drawing/2014/main" id="{792FB459-E733-CEC6-A04E-88AC6AFD3BE2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8242957" y="5370746"/>
              <a:ext cx="94595" cy="185671"/>
            </a:xfrm>
            <a:custGeom>
              <a:avLst/>
              <a:gdLst>
                <a:gd name="csX0" fmla="*/ 46730 w 94595"/>
                <a:gd name="csY0" fmla="*/ 63870 h 185671"/>
                <a:gd name="csX1" fmla="*/ 89948 w 94595"/>
                <a:gd name="csY1" fmla="*/ 63870 h 185671"/>
                <a:gd name="csX2" fmla="*/ 89948 w 94595"/>
                <a:gd name="csY2" fmla="*/ 54676 h 185671"/>
                <a:gd name="csX3" fmla="*/ 46730 w 94595"/>
                <a:gd name="csY3" fmla="*/ 54676 h 185671"/>
                <a:gd name="csX4" fmla="*/ 46730 w 94595"/>
                <a:gd name="csY4" fmla="*/ 101 h 185671"/>
                <a:gd name="csX5" fmla="*/ 39174 w 94595"/>
                <a:gd name="csY5" fmla="*/ 101 h 185671"/>
                <a:gd name="csX6" fmla="*/ 188 w 94595"/>
                <a:gd name="csY6" fmla="*/ 57345 h 185671"/>
                <a:gd name="csX7" fmla="*/ 188 w 94595"/>
                <a:gd name="csY7" fmla="*/ 63870 h 185671"/>
                <a:gd name="csX8" fmla="*/ 25877 w 94595"/>
                <a:gd name="csY8" fmla="*/ 63870 h 185671"/>
                <a:gd name="csX9" fmla="*/ 25877 w 94595"/>
                <a:gd name="csY9" fmla="*/ 145732 h 185671"/>
                <a:gd name="csX10" fmla="*/ 64863 w 94595"/>
                <a:gd name="csY10" fmla="*/ 185772 h 185671"/>
                <a:gd name="csX11" fmla="*/ 94783 w 94595"/>
                <a:gd name="csY11" fmla="*/ 145732 h 185671"/>
                <a:gd name="csX12" fmla="*/ 94783 w 94595"/>
                <a:gd name="csY12" fmla="*/ 128825 h 185671"/>
                <a:gd name="csX13" fmla="*/ 87228 w 94595"/>
                <a:gd name="csY13" fmla="*/ 128825 h 185671"/>
                <a:gd name="csX14" fmla="*/ 87228 w 94595"/>
                <a:gd name="csY14" fmla="*/ 145138 h 185671"/>
                <a:gd name="csX15" fmla="*/ 66979 w 94595"/>
                <a:gd name="csY15" fmla="*/ 178357 h 185671"/>
                <a:gd name="csX16" fmla="*/ 46730 w 94595"/>
                <a:gd name="csY16" fmla="*/ 146325 h 185671"/>
                <a:gd name="csX17" fmla="*/ 46730 w 94595"/>
                <a:gd name="csY17" fmla="*/ 63870 h 185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94595" h="185671">
                  <a:moveTo>
                    <a:pt x="46730" y="63870"/>
                  </a:moveTo>
                  <a:lnTo>
                    <a:pt x="89948" y="63870"/>
                  </a:lnTo>
                  <a:lnTo>
                    <a:pt x="89948" y="54676"/>
                  </a:lnTo>
                  <a:lnTo>
                    <a:pt x="46730" y="54676"/>
                  </a:lnTo>
                  <a:lnTo>
                    <a:pt x="46730" y="101"/>
                  </a:lnTo>
                  <a:lnTo>
                    <a:pt x="39174" y="101"/>
                  </a:lnTo>
                  <a:cubicBezTo>
                    <a:pt x="38872" y="24422"/>
                    <a:pt x="29806" y="56159"/>
                    <a:pt x="188" y="57345"/>
                  </a:cubicBezTo>
                  <a:lnTo>
                    <a:pt x="188" y="63870"/>
                  </a:lnTo>
                  <a:lnTo>
                    <a:pt x="25877" y="63870"/>
                  </a:lnTo>
                  <a:lnTo>
                    <a:pt x="25877" y="145732"/>
                  </a:lnTo>
                  <a:cubicBezTo>
                    <a:pt x="25877" y="182213"/>
                    <a:pt x="53983" y="185772"/>
                    <a:pt x="64863" y="185772"/>
                  </a:cubicBezTo>
                  <a:cubicBezTo>
                    <a:pt x="86321" y="185772"/>
                    <a:pt x="94783" y="164714"/>
                    <a:pt x="94783" y="145732"/>
                  </a:cubicBezTo>
                  <a:lnTo>
                    <a:pt x="94783" y="128825"/>
                  </a:lnTo>
                  <a:lnTo>
                    <a:pt x="87228" y="128825"/>
                  </a:lnTo>
                  <a:lnTo>
                    <a:pt x="87228" y="145138"/>
                  </a:lnTo>
                  <a:cubicBezTo>
                    <a:pt x="87228" y="167087"/>
                    <a:pt x="78161" y="178357"/>
                    <a:pt x="66979" y="178357"/>
                  </a:cubicBezTo>
                  <a:cubicBezTo>
                    <a:pt x="46730" y="178357"/>
                    <a:pt x="46730" y="151367"/>
                    <a:pt x="46730" y="146325"/>
                  </a:cubicBezTo>
                  <a:lnTo>
                    <a:pt x="46730" y="63870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53" name="Freeform 452">
              <a:extLst>
                <a:ext uri="{FF2B5EF4-FFF2-40B4-BE49-F238E27FC236}">
                  <a16:creationId xmlns:a16="http://schemas.microsoft.com/office/drawing/2014/main" id="{D575BE36-B8DB-DE91-B6E7-B3948E330364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8384665" y="5330705"/>
              <a:ext cx="70115" cy="296599"/>
            </a:xfrm>
            <a:custGeom>
              <a:avLst/>
              <a:gdLst>
                <a:gd name="csX0" fmla="*/ 70307 w 70115"/>
                <a:gd name="csY0" fmla="*/ 293735 h 296599"/>
                <a:gd name="csX1" fmla="*/ 65169 w 70115"/>
                <a:gd name="csY1" fmla="*/ 287209 h 296599"/>
                <a:gd name="csX2" fmla="*/ 17721 w 70115"/>
                <a:gd name="csY2" fmla="*/ 148401 h 296599"/>
                <a:gd name="csX3" fmla="*/ 66378 w 70115"/>
                <a:gd name="csY3" fmla="*/ 8109 h 296599"/>
                <a:gd name="csX4" fmla="*/ 70307 w 70115"/>
                <a:gd name="csY4" fmla="*/ 3067 h 296599"/>
                <a:gd name="csX5" fmla="*/ 67285 w 70115"/>
                <a:gd name="csY5" fmla="*/ 101 h 296599"/>
                <a:gd name="csX6" fmla="*/ 19232 w 70115"/>
                <a:gd name="csY6" fmla="*/ 57938 h 296599"/>
                <a:gd name="csX7" fmla="*/ 192 w 70115"/>
                <a:gd name="csY7" fmla="*/ 148401 h 296599"/>
                <a:gd name="csX8" fmla="*/ 20138 w 70115"/>
                <a:gd name="csY8" fmla="*/ 240940 h 296599"/>
                <a:gd name="csX9" fmla="*/ 67285 w 70115"/>
                <a:gd name="csY9" fmla="*/ 296701 h 296599"/>
                <a:gd name="csX10" fmla="*/ 70307 w 70115"/>
                <a:gd name="csY10" fmla="*/ 293735 h 29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115" h="296599">
                  <a:moveTo>
                    <a:pt x="70307" y="293735"/>
                  </a:moveTo>
                  <a:cubicBezTo>
                    <a:pt x="70307" y="292845"/>
                    <a:pt x="70307" y="292252"/>
                    <a:pt x="65169" y="287209"/>
                  </a:cubicBezTo>
                  <a:cubicBezTo>
                    <a:pt x="27392" y="249838"/>
                    <a:pt x="17721" y="193781"/>
                    <a:pt x="17721" y="148401"/>
                  </a:cubicBezTo>
                  <a:cubicBezTo>
                    <a:pt x="17721" y="96793"/>
                    <a:pt x="29205" y="45184"/>
                    <a:pt x="66378" y="8109"/>
                  </a:cubicBezTo>
                  <a:cubicBezTo>
                    <a:pt x="70307" y="4550"/>
                    <a:pt x="70307" y="3957"/>
                    <a:pt x="70307" y="3067"/>
                  </a:cubicBezTo>
                  <a:cubicBezTo>
                    <a:pt x="70307" y="991"/>
                    <a:pt x="69098" y="101"/>
                    <a:pt x="67285" y="101"/>
                  </a:cubicBezTo>
                  <a:cubicBezTo>
                    <a:pt x="64263" y="101"/>
                    <a:pt x="37063" y="20270"/>
                    <a:pt x="19232" y="57938"/>
                  </a:cubicBezTo>
                  <a:cubicBezTo>
                    <a:pt x="3818" y="90564"/>
                    <a:pt x="192" y="123487"/>
                    <a:pt x="192" y="148401"/>
                  </a:cubicBezTo>
                  <a:cubicBezTo>
                    <a:pt x="192" y="171536"/>
                    <a:pt x="3516" y="207424"/>
                    <a:pt x="20138" y="240940"/>
                  </a:cubicBezTo>
                  <a:cubicBezTo>
                    <a:pt x="38272" y="277422"/>
                    <a:pt x="64263" y="296701"/>
                    <a:pt x="67285" y="296701"/>
                  </a:cubicBezTo>
                  <a:cubicBezTo>
                    <a:pt x="69098" y="296701"/>
                    <a:pt x="70307" y="295811"/>
                    <a:pt x="70307" y="293735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54" name="Freeform 453">
              <a:extLst>
                <a:ext uri="{FF2B5EF4-FFF2-40B4-BE49-F238E27FC236}">
                  <a16:creationId xmlns:a16="http://schemas.microsoft.com/office/drawing/2014/main" id="{25B27145-D2E2-0F14-5A37-8AA6D534F57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8489200" y="5344052"/>
              <a:ext cx="133884" cy="215627"/>
            </a:xfrm>
            <a:custGeom>
              <a:avLst/>
              <a:gdLst>
                <a:gd name="csX0" fmla="*/ 88747 w 133884"/>
                <a:gd name="csY0" fmla="*/ 94123 h 215627"/>
                <a:gd name="csX1" fmla="*/ 50062 w 133884"/>
                <a:gd name="csY1" fmla="*/ 84929 h 215627"/>
                <a:gd name="csX2" fmla="*/ 19538 w 133884"/>
                <a:gd name="csY2" fmla="*/ 47261 h 215627"/>
                <a:gd name="csX3" fmla="*/ 59431 w 133884"/>
                <a:gd name="csY3" fmla="*/ 8406 h 215627"/>
                <a:gd name="csX4" fmla="*/ 118364 w 133884"/>
                <a:gd name="csY4" fmla="*/ 70395 h 215627"/>
                <a:gd name="csX5" fmla="*/ 121991 w 133884"/>
                <a:gd name="csY5" fmla="*/ 73954 h 215627"/>
                <a:gd name="csX6" fmla="*/ 125920 w 133884"/>
                <a:gd name="csY6" fmla="*/ 66836 h 215627"/>
                <a:gd name="csX7" fmla="*/ 125920 w 133884"/>
                <a:gd name="csY7" fmla="*/ 7220 h 215627"/>
                <a:gd name="csX8" fmla="*/ 122596 w 133884"/>
                <a:gd name="csY8" fmla="*/ 101 h 215627"/>
                <a:gd name="csX9" fmla="*/ 118062 w 133884"/>
                <a:gd name="csY9" fmla="*/ 3957 h 215627"/>
                <a:gd name="csX10" fmla="*/ 107484 w 133884"/>
                <a:gd name="csY10" fmla="*/ 20863 h 215627"/>
                <a:gd name="csX11" fmla="*/ 59129 w 133884"/>
                <a:gd name="csY11" fmla="*/ 101 h 215627"/>
                <a:gd name="csX12" fmla="*/ 196 w 133884"/>
                <a:gd name="csY12" fmla="*/ 57641 h 215627"/>
                <a:gd name="csX13" fmla="*/ 39787 w 133884"/>
                <a:gd name="csY13" fmla="*/ 111919 h 215627"/>
                <a:gd name="csX14" fmla="*/ 79680 w 133884"/>
                <a:gd name="csY14" fmla="*/ 121707 h 215627"/>
                <a:gd name="csX15" fmla="*/ 105369 w 133884"/>
                <a:gd name="csY15" fmla="*/ 136834 h 215627"/>
                <a:gd name="csX16" fmla="*/ 114738 w 133884"/>
                <a:gd name="csY16" fmla="*/ 164121 h 215627"/>
                <a:gd name="csX17" fmla="*/ 74240 w 133884"/>
                <a:gd name="csY17" fmla="*/ 206534 h 215627"/>
                <a:gd name="csX18" fmla="*/ 26489 w 133884"/>
                <a:gd name="csY18" fmla="*/ 190518 h 215627"/>
                <a:gd name="csX19" fmla="*/ 7751 w 133884"/>
                <a:gd name="csY19" fmla="*/ 144842 h 215627"/>
                <a:gd name="csX20" fmla="*/ 4124 w 133884"/>
                <a:gd name="csY20" fmla="*/ 141876 h 215627"/>
                <a:gd name="csX21" fmla="*/ 196 w 133884"/>
                <a:gd name="csY21" fmla="*/ 149291 h 215627"/>
                <a:gd name="csX22" fmla="*/ 196 w 133884"/>
                <a:gd name="csY22" fmla="*/ 208611 h 215627"/>
                <a:gd name="csX23" fmla="*/ 3520 w 133884"/>
                <a:gd name="csY23" fmla="*/ 215729 h 215627"/>
                <a:gd name="csX24" fmla="*/ 8053 w 133884"/>
                <a:gd name="csY24" fmla="*/ 211873 h 215627"/>
                <a:gd name="csX25" fmla="*/ 18933 w 133884"/>
                <a:gd name="csY25" fmla="*/ 194967 h 215627"/>
                <a:gd name="csX26" fmla="*/ 74542 w 133884"/>
                <a:gd name="csY26" fmla="*/ 215729 h 215627"/>
                <a:gd name="csX27" fmla="*/ 134080 w 133884"/>
                <a:gd name="csY27" fmla="*/ 154036 h 215627"/>
                <a:gd name="csX28" fmla="*/ 88747 w 133884"/>
                <a:gd name="csY28" fmla="*/ 94123 h 2156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33884" h="215627">
                  <a:moveTo>
                    <a:pt x="88747" y="94123"/>
                  </a:moveTo>
                  <a:lnTo>
                    <a:pt x="50062" y="84929"/>
                  </a:lnTo>
                  <a:cubicBezTo>
                    <a:pt x="31324" y="80480"/>
                    <a:pt x="19538" y="64463"/>
                    <a:pt x="19538" y="47261"/>
                  </a:cubicBezTo>
                  <a:cubicBezTo>
                    <a:pt x="19538" y="26499"/>
                    <a:pt x="35858" y="8406"/>
                    <a:pt x="59431" y="8406"/>
                  </a:cubicBezTo>
                  <a:cubicBezTo>
                    <a:pt x="109902" y="8406"/>
                    <a:pt x="116551" y="57048"/>
                    <a:pt x="118364" y="70395"/>
                  </a:cubicBezTo>
                  <a:cubicBezTo>
                    <a:pt x="118667" y="72175"/>
                    <a:pt x="118667" y="73954"/>
                    <a:pt x="121991" y="73954"/>
                  </a:cubicBezTo>
                  <a:cubicBezTo>
                    <a:pt x="125920" y="73954"/>
                    <a:pt x="125920" y="72471"/>
                    <a:pt x="125920" y="66836"/>
                  </a:cubicBezTo>
                  <a:lnTo>
                    <a:pt x="125920" y="7220"/>
                  </a:lnTo>
                  <a:cubicBezTo>
                    <a:pt x="125920" y="2177"/>
                    <a:pt x="125920" y="101"/>
                    <a:pt x="122596" y="101"/>
                  </a:cubicBezTo>
                  <a:cubicBezTo>
                    <a:pt x="120480" y="101"/>
                    <a:pt x="120178" y="398"/>
                    <a:pt x="118062" y="3957"/>
                  </a:cubicBezTo>
                  <a:lnTo>
                    <a:pt x="107484" y="20863"/>
                  </a:lnTo>
                  <a:cubicBezTo>
                    <a:pt x="98418" y="12262"/>
                    <a:pt x="86027" y="101"/>
                    <a:pt x="59129" y="101"/>
                  </a:cubicBezTo>
                  <a:cubicBezTo>
                    <a:pt x="25582" y="101"/>
                    <a:pt x="196" y="26202"/>
                    <a:pt x="196" y="57641"/>
                  </a:cubicBezTo>
                  <a:cubicBezTo>
                    <a:pt x="196" y="82259"/>
                    <a:pt x="16213" y="103911"/>
                    <a:pt x="39787" y="111919"/>
                  </a:cubicBezTo>
                  <a:cubicBezTo>
                    <a:pt x="43111" y="113106"/>
                    <a:pt x="58524" y="116665"/>
                    <a:pt x="79680" y="121707"/>
                  </a:cubicBezTo>
                  <a:cubicBezTo>
                    <a:pt x="87840" y="123783"/>
                    <a:pt x="96907" y="125859"/>
                    <a:pt x="105369" y="136834"/>
                  </a:cubicBezTo>
                  <a:cubicBezTo>
                    <a:pt x="111716" y="144545"/>
                    <a:pt x="114738" y="154333"/>
                    <a:pt x="114738" y="164121"/>
                  </a:cubicBezTo>
                  <a:cubicBezTo>
                    <a:pt x="114738" y="185179"/>
                    <a:pt x="99627" y="206534"/>
                    <a:pt x="74240" y="206534"/>
                  </a:cubicBezTo>
                  <a:cubicBezTo>
                    <a:pt x="65476" y="206534"/>
                    <a:pt x="42507" y="205051"/>
                    <a:pt x="26489" y="190518"/>
                  </a:cubicBezTo>
                  <a:cubicBezTo>
                    <a:pt x="8960" y="174502"/>
                    <a:pt x="8053" y="155519"/>
                    <a:pt x="7751" y="144842"/>
                  </a:cubicBezTo>
                  <a:cubicBezTo>
                    <a:pt x="7449" y="141876"/>
                    <a:pt x="5031" y="141876"/>
                    <a:pt x="4124" y="141876"/>
                  </a:cubicBezTo>
                  <a:cubicBezTo>
                    <a:pt x="196" y="141876"/>
                    <a:pt x="196" y="143952"/>
                    <a:pt x="196" y="149291"/>
                  </a:cubicBezTo>
                  <a:lnTo>
                    <a:pt x="196" y="208611"/>
                  </a:lnTo>
                  <a:cubicBezTo>
                    <a:pt x="196" y="213653"/>
                    <a:pt x="196" y="215729"/>
                    <a:pt x="3520" y="215729"/>
                  </a:cubicBezTo>
                  <a:cubicBezTo>
                    <a:pt x="5636" y="215729"/>
                    <a:pt x="5938" y="215136"/>
                    <a:pt x="8053" y="211873"/>
                  </a:cubicBezTo>
                  <a:cubicBezTo>
                    <a:pt x="8053" y="211577"/>
                    <a:pt x="8960" y="210687"/>
                    <a:pt x="18933" y="194967"/>
                  </a:cubicBezTo>
                  <a:cubicBezTo>
                    <a:pt x="28302" y="205051"/>
                    <a:pt x="47644" y="215729"/>
                    <a:pt x="74542" y="215729"/>
                  </a:cubicBezTo>
                  <a:cubicBezTo>
                    <a:pt x="109902" y="215729"/>
                    <a:pt x="134080" y="186662"/>
                    <a:pt x="134080" y="154036"/>
                  </a:cubicBezTo>
                  <a:cubicBezTo>
                    <a:pt x="134080" y="124376"/>
                    <a:pt x="114133" y="100055"/>
                    <a:pt x="88747" y="94123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55" name="Freeform 454">
              <a:extLst>
                <a:ext uri="{FF2B5EF4-FFF2-40B4-BE49-F238E27FC236}">
                  <a16:creationId xmlns:a16="http://schemas.microsoft.com/office/drawing/2014/main" id="{EA1B1944-871E-1E86-49B9-4AEC3798126F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8650151" y="5351467"/>
              <a:ext cx="174382" cy="201687"/>
            </a:xfrm>
            <a:custGeom>
              <a:avLst/>
              <a:gdLst>
                <a:gd name="csX0" fmla="*/ 166121 w 174382"/>
                <a:gd name="csY0" fmla="*/ 101 h 201687"/>
                <a:gd name="csX1" fmla="*/ 201 w 174382"/>
                <a:gd name="csY1" fmla="*/ 101 h 201687"/>
                <a:gd name="csX2" fmla="*/ 201 w 174382"/>
                <a:gd name="csY2" fmla="*/ 9296 h 201687"/>
                <a:gd name="csX3" fmla="*/ 7454 w 174382"/>
                <a:gd name="csY3" fmla="*/ 9296 h 201687"/>
                <a:gd name="csX4" fmla="*/ 31330 w 174382"/>
                <a:gd name="csY4" fmla="*/ 23236 h 201687"/>
                <a:gd name="csX5" fmla="*/ 31330 w 174382"/>
                <a:gd name="csY5" fmla="*/ 178654 h 201687"/>
                <a:gd name="csX6" fmla="*/ 7454 w 174382"/>
                <a:gd name="csY6" fmla="*/ 192594 h 201687"/>
                <a:gd name="csX7" fmla="*/ 201 w 174382"/>
                <a:gd name="csY7" fmla="*/ 192594 h 201687"/>
                <a:gd name="csX8" fmla="*/ 201 w 174382"/>
                <a:gd name="csY8" fmla="*/ 201789 h 201687"/>
                <a:gd name="csX9" fmla="*/ 46139 w 174382"/>
                <a:gd name="csY9" fmla="*/ 200899 h 201687"/>
                <a:gd name="csX10" fmla="*/ 96912 w 174382"/>
                <a:gd name="csY10" fmla="*/ 201789 h 201687"/>
                <a:gd name="csX11" fmla="*/ 96912 w 174382"/>
                <a:gd name="csY11" fmla="*/ 192594 h 201687"/>
                <a:gd name="csX12" fmla="*/ 86939 w 174382"/>
                <a:gd name="csY12" fmla="*/ 192594 h 201687"/>
                <a:gd name="csX13" fmla="*/ 58228 w 174382"/>
                <a:gd name="csY13" fmla="*/ 178357 h 201687"/>
                <a:gd name="csX14" fmla="*/ 58228 w 174382"/>
                <a:gd name="csY14" fmla="*/ 105394 h 201687"/>
                <a:gd name="csX15" fmla="*/ 84219 w 174382"/>
                <a:gd name="csY15" fmla="*/ 105394 h 201687"/>
                <a:gd name="csX16" fmla="*/ 116254 w 174382"/>
                <a:gd name="csY16" fmla="*/ 140096 h 201687"/>
                <a:gd name="csX17" fmla="*/ 123810 w 174382"/>
                <a:gd name="csY17" fmla="*/ 140096 h 201687"/>
                <a:gd name="csX18" fmla="*/ 123810 w 174382"/>
                <a:gd name="csY18" fmla="*/ 61497 h 201687"/>
                <a:gd name="csX19" fmla="*/ 116254 w 174382"/>
                <a:gd name="csY19" fmla="*/ 61497 h 201687"/>
                <a:gd name="csX20" fmla="*/ 84219 w 174382"/>
                <a:gd name="csY20" fmla="*/ 96199 h 201687"/>
                <a:gd name="csX21" fmla="*/ 58228 w 174382"/>
                <a:gd name="csY21" fmla="*/ 96199 h 201687"/>
                <a:gd name="csX22" fmla="*/ 58228 w 174382"/>
                <a:gd name="csY22" fmla="*/ 21160 h 201687"/>
                <a:gd name="csX23" fmla="*/ 73037 w 174382"/>
                <a:gd name="csY23" fmla="*/ 9296 h 201687"/>
                <a:gd name="csX24" fmla="*/ 109303 w 174382"/>
                <a:gd name="csY24" fmla="*/ 9296 h 201687"/>
                <a:gd name="csX25" fmla="*/ 167028 w 174382"/>
                <a:gd name="csY25" fmla="*/ 66836 h 201687"/>
                <a:gd name="csX26" fmla="*/ 174583 w 174382"/>
                <a:gd name="csY26" fmla="*/ 66836 h 201687"/>
                <a:gd name="csX27" fmla="*/ 166121 w 174382"/>
                <a:gd name="csY27" fmla="*/ 101 h 2016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74382" h="201687">
                  <a:moveTo>
                    <a:pt x="166121" y="101"/>
                  </a:moveTo>
                  <a:lnTo>
                    <a:pt x="201" y="101"/>
                  </a:lnTo>
                  <a:lnTo>
                    <a:pt x="201" y="9296"/>
                  </a:lnTo>
                  <a:lnTo>
                    <a:pt x="7454" y="9296"/>
                  </a:lnTo>
                  <a:cubicBezTo>
                    <a:pt x="30726" y="9296"/>
                    <a:pt x="31330" y="12558"/>
                    <a:pt x="31330" y="23236"/>
                  </a:cubicBezTo>
                  <a:lnTo>
                    <a:pt x="31330" y="178654"/>
                  </a:lnTo>
                  <a:cubicBezTo>
                    <a:pt x="31330" y="189332"/>
                    <a:pt x="30726" y="192594"/>
                    <a:pt x="7454" y="192594"/>
                  </a:cubicBezTo>
                  <a:lnTo>
                    <a:pt x="201" y="192594"/>
                  </a:lnTo>
                  <a:lnTo>
                    <a:pt x="201" y="201789"/>
                  </a:lnTo>
                  <a:cubicBezTo>
                    <a:pt x="10779" y="200899"/>
                    <a:pt x="34352" y="200899"/>
                    <a:pt x="46139" y="200899"/>
                  </a:cubicBezTo>
                  <a:cubicBezTo>
                    <a:pt x="58530" y="200899"/>
                    <a:pt x="86032" y="200899"/>
                    <a:pt x="96912" y="201789"/>
                  </a:cubicBezTo>
                  <a:lnTo>
                    <a:pt x="96912" y="192594"/>
                  </a:lnTo>
                  <a:lnTo>
                    <a:pt x="86939" y="192594"/>
                  </a:lnTo>
                  <a:cubicBezTo>
                    <a:pt x="58228" y="192594"/>
                    <a:pt x="58228" y="188738"/>
                    <a:pt x="58228" y="178357"/>
                  </a:cubicBezTo>
                  <a:lnTo>
                    <a:pt x="58228" y="105394"/>
                  </a:lnTo>
                  <a:lnTo>
                    <a:pt x="84219" y="105394"/>
                  </a:lnTo>
                  <a:cubicBezTo>
                    <a:pt x="113232" y="105394"/>
                    <a:pt x="116254" y="114885"/>
                    <a:pt x="116254" y="140096"/>
                  </a:cubicBezTo>
                  <a:lnTo>
                    <a:pt x="123810" y="140096"/>
                  </a:lnTo>
                  <a:lnTo>
                    <a:pt x="123810" y="61497"/>
                  </a:lnTo>
                  <a:lnTo>
                    <a:pt x="116254" y="61497"/>
                  </a:lnTo>
                  <a:cubicBezTo>
                    <a:pt x="116254" y="86412"/>
                    <a:pt x="113232" y="96199"/>
                    <a:pt x="84219" y="96199"/>
                  </a:cubicBezTo>
                  <a:lnTo>
                    <a:pt x="58228" y="96199"/>
                  </a:lnTo>
                  <a:lnTo>
                    <a:pt x="58228" y="21160"/>
                  </a:lnTo>
                  <a:cubicBezTo>
                    <a:pt x="58228" y="11372"/>
                    <a:pt x="58832" y="9296"/>
                    <a:pt x="73037" y="9296"/>
                  </a:cubicBezTo>
                  <a:lnTo>
                    <a:pt x="109303" y="9296"/>
                  </a:lnTo>
                  <a:cubicBezTo>
                    <a:pt x="154637" y="9296"/>
                    <a:pt x="162192" y="25905"/>
                    <a:pt x="167028" y="66836"/>
                  </a:cubicBezTo>
                  <a:lnTo>
                    <a:pt x="174583" y="66836"/>
                  </a:lnTo>
                  <a:lnTo>
                    <a:pt x="166121" y="101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3A272477-24A5-EF5C-36D4-2EFC5A36080C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8848040" y="5350577"/>
              <a:ext cx="178008" cy="202577"/>
            </a:xfrm>
            <a:custGeom>
              <a:avLst/>
              <a:gdLst>
                <a:gd name="csX0" fmla="*/ 58234 w 178008"/>
                <a:gd name="csY0" fmla="*/ 108953 h 202577"/>
                <a:gd name="csX1" fmla="*/ 109310 w 178008"/>
                <a:gd name="csY1" fmla="*/ 108953 h 202577"/>
                <a:gd name="csX2" fmla="*/ 178216 w 178008"/>
                <a:gd name="csY2" fmla="*/ 55269 h 202577"/>
                <a:gd name="csX3" fmla="*/ 106892 w 178008"/>
                <a:gd name="csY3" fmla="*/ 101 h 202577"/>
                <a:gd name="csX4" fmla="*/ 208 w 178008"/>
                <a:gd name="csY4" fmla="*/ 101 h 202577"/>
                <a:gd name="csX5" fmla="*/ 208 w 178008"/>
                <a:gd name="csY5" fmla="*/ 9296 h 202577"/>
                <a:gd name="csX6" fmla="*/ 7461 w 178008"/>
                <a:gd name="csY6" fmla="*/ 9296 h 202577"/>
                <a:gd name="csX7" fmla="*/ 31336 w 178008"/>
                <a:gd name="csY7" fmla="*/ 23236 h 202577"/>
                <a:gd name="csX8" fmla="*/ 31336 w 178008"/>
                <a:gd name="csY8" fmla="*/ 179544 h 202577"/>
                <a:gd name="csX9" fmla="*/ 7461 w 178008"/>
                <a:gd name="csY9" fmla="*/ 193484 h 202577"/>
                <a:gd name="csX10" fmla="*/ 208 w 178008"/>
                <a:gd name="csY10" fmla="*/ 193484 h 202577"/>
                <a:gd name="csX11" fmla="*/ 208 w 178008"/>
                <a:gd name="csY11" fmla="*/ 202679 h 202577"/>
                <a:gd name="csX12" fmla="*/ 44634 w 178008"/>
                <a:gd name="csY12" fmla="*/ 201789 h 202577"/>
                <a:gd name="csX13" fmla="*/ 89363 w 178008"/>
                <a:gd name="csY13" fmla="*/ 202679 h 202577"/>
                <a:gd name="csX14" fmla="*/ 89363 w 178008"/>
                <a:gd name="csY14" fmla="*/ 193484 h 202577"/>
                <a:gd name="csX15" fmla="*/ 82110 w 178008"/>
                <a:gd name="csY15" fmla="*/ 193484 h 202577"/>
                <a:gd name="csX16" fmla="*/ 58234 w 178008"/>
                <a:gd name="csY16" fmla="*/ 179544 h 202577"/>
                <a:gd name="csX17" fmla="*/ 58234 w 178008"/>
                <a:gd name="csY17" fmla="*/ 108953 h 202577"/>
                <a:gd name="csX18" fmla="*/ 57328 w 178008"/>
                <a:gd name="csY18" fmla="*/ 101242 h 202577"/>
                <a:gd name="csX19" fmla="*/ 57328 w 178008"/>
                <a:gd name="csY19" fmla="*/ 21160 h 202577"/>
                <a:gd name="csX20" fmla="*/ 72136 w 178008"/>
                <a:gd name="csY20" fmla="*/ 9296 h 202577"/>
                <a:gd name="csX21" fmla="*/ 99034 w 178008"/>
                <a:gd name="csY21" fmla="*/ 9296 h 202577"/>
                <a:gd name="csX22" fmla="*/ 147088 w 178008"/>
                <a:gd name="csY22" fmla="*/ 55269 h 202577"/>
                <a:gd name="csX23" fmla="*/ 99034 w 178008"/>
                <a:gd name="csY23" fmla="*/ 101242 h 202577"/>
                <a:gd name="csX24" fmla="*/ 57328 w 178008"/>
                <a:gd name="csY24" fmla="*/ 101242 h 202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78008" h="202577">
                  <a:moveTo>
                    <a:pt x="58234" y="108953"/>
                  </a:moveTo>
                  <a:lnTo>
                    <a:pt x="109310" y="108953"/>
                  </a:lnTo>
                  <a:cubicBezTo>
                    <a:pt x="145576" y="108953"/>
                    <a:pt x="178216" y="84929"/>
                    <a:pt x="178216" y="55269"/>
                  </a:cubicBezTo>
                  <a:cubicBezTo>
                    <a:pt x="178216" y="26202"/>
                    <a:pt x="148296" y="101"/>
                    <a:pt x="106892" y="101"/>
                  </a:cubicBezTo>
                  <a:lnTo>
                    <a:pt x="208" y="101"/>
                  </a:lnTo>
                  <a:lnTo>
                    <a:pt x="208" y="9296"/>
                  </a:lnTo>
                  <a:lnTo>
                    <a:pt x="7461" y="9296"/>
                  </a:lnTo>
                  <a:cubicBezTo>
                    <a:pt x="30732" y="9296"/>
                    <a:pt x="31336" y="12558"/>
                    <a:pt x="31336" y="23236"/>
                  </a:cubicBezTo>
                  <a:lnTo>
                    <a:pt x="31336" y="179544"/>
                  </a:lnTo>
                  <a:cubicBezTo>
                    <a:pt x="31336" y="190221"/>
                    <a:pt x="30732" y="193484"/>
                    <a:pt x="7461" y="193484"/>
                  </a:cubicBezTo>
                  <a:lnTo>
                    <a:pt x="208" y="193484"/>
                  </a:lnTo>
                  <a:lnTo>
                    <a:pt x="208" y="202679"/>
                  </a:lnTo>
                  <a:cubicBezTo>
                    <a:pt x="10785" y="201789"/>
                    <a:pt x="33150" y="201789"/>
                    <a:pt x="44634" y="201789"/>
                  </a:cubicBezTo>
                  <a:cubicBezTo>
                    <a:pt x="56119" y="201789"/>
                    <a:pt x="78785" y="201789"/>
                    <a:pt x="89363" y="202679"/>
                  </a:cubicBezTo>
                  <a:lnTo>
                    <a:pt x="89363" y="193484"/>
                  </a:lnTo>
                  <a:lnTo>
                    <a:pt x="82110" y="193484"/>
                  </a:lnTo>
                  <a:cubicBezTo>
                    <a:pt x="58839" y="193484"/>
                    <a:pt x="58234" y="190221"/>
                    <a:pt x="58234" y="179544"/>
                  </a:cubicBezTo>
                  <a:lnTo>
                    <a:pt x="58234" y="108953"/>
                  </a:lnTo>
                  <a:close/>
                  <a:moveTo>
                    <a:pt x="57328" y="101242"/>
                  </a:moveTo>
                  <a:lnTo>
                    <a:pt x="57328" y="21160"/>
                  </a:lnTo>
                  <a:cubicBezTo>
                    <a:pt x="57328" y="11372"/>
                    <a:pt x="57932" y="9296"/>
                    <a:pt x="72136" y="9296"/>
                  </a:cubicBezTo>
                  <a:lnTo>
                    <a:pt x="99034" y="9296"/>
                  </a:lnTo>
                  <a:cubicBezTo>
                    <a:pt x="147088" y="9296"/>
                    <a:pt x="147088" y="40735"/>
                    <a:pt x="147088" y="55269"/>
                  </a:cubicBezTo>
                  <a:cubicBezTo>
                    <a:pt x="147088" y="69209"/>
                    <a:pt x="147088" y="101242"/>
                    <a:pt x="99034" y="101242"/>
                  </a:cubicBezTo>
                  <a:lnTo>
                    <a:pt x="57328" y="101242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57" name="Freeform 456">
              <a:extLst>
                <a:ext uri="{FF2B5EF4-FFF2-40B4-BE49-F238E27FC236}">
                  <a16:creationId xmlns:a16="http://schemas.microsoft.com/office/drawing/2014/main" id="{539C46DC-A4AE-9655-820C-DCC3D5731243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9073062" y="5330705"/>
              <a:ext cx="70115" cy="296599"/>
            </a:xfrm>
            <a:custGeom>
              <a:avLst/>
              <a:gdLst>
                <a:gd name="csX0" fmla="*/ 70330 w 70115"/>
                <a:gd name="csY0" fmla="*/ 293735 h 296599"/>
                <a:gd name="csX1" fmla="*/ 65192 w 70115"/>
                <a:gd name="csY1" fmla="*/ 287209 h 296599"/>
                <a:gd name="csX2" fmla="*/ 17743 w 70115"/>
                <a:gd name="csY2" fmla="*/ 148401 h 296599"/>
                <a:gd name="csX3" fmla="*/ 66401 w 70115"/>
                <a:gd name="csY3" fmla="*/ 8109 h 296599"/>
                <a:gd name="csX4" fmla="*/ 70330 w 70115"/>
                <a:gd name="csY4" fmla="*/ 3067 h 296599"/>
                <a:gd name="csX5" fmla="*/ 67308 w 70115"/>
                <a:gd name="csY5" fmla="*/ 101 h 296599"/>
                <a:gd name="csX6" fmla="*/ 19254 w 70115"/>
                <a:gd name="csY6" fmla="*/ 57938 h 296599"/>
                <a:gd name="csX7" fmla="*/ 214 w 70115"/>
                <a:gd name="csY7" fmla="*/ 148401 h 296599"/>
                <a:gd name="csX8" fmla="*/ 20161 w 70115"/>
                <a:gd name="csY8" fmla="*/ 240940 h 296599"/>
                <a:gd name="csX9" fmla="*/ 67308 w 70115"/>
                <a:gd name="csY9" fmla="*/ 296701 h 296599"/>
                <a:gd name="csX10" fmla="*/ 70330 w 70115"/>
                <a:gd name="csY10" fmla="*/ 293735 h 29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115" h="296599">
                  <a:moveTo>
                    <a:pt x="70330" y="293735"/>
                  </a:moveTo>
                  <a:cubicBezTo>
                    <a:pt x="70330" y="292845"/>
                    <a:pt x="70330" y="292252"/>
                    <a:pt x="65192" y="287209"/>
                  </a:cubicBezTo>
                  <a:cubicBezTo>
                    <a:pt x="27414" y="249838"/>
                    <a:pt x="17743" y="193781"/>
                    <a:pt x="17743" y="148401"/>
                  </a:cubicBezTo>
                  <a:cubicBezTo>
                    <a:pt x="17743" y="96793"/>
                    <a:pt x="29228" y="45184"/>
                    <a:pt x="66401" y="8109"/>
                  </a:cubicBezTo>
                  <a:cubicBezTo>
                    <a:pt x="70330" y="4550"/>
                    <a:pt x="70330" y="3957"/>
                    <a:pt x="70330" y="3067"/>
                  </a:cubicBezTo>
                  <a:cubicBezTo>
                    <a:pt x="70330" y="991"/>
                    <a:pt x="69121" y="101"/>
                    <a:pt x="67308" y="101"/>
                  </a:cubicBezTo>
                  <a:cubicBezTo>
                    <a:pt x="64285" y="101"/>
                    <a:pt x="37085" y="20270"/>
                    <a:pt x="19254" y="57938"/>
                  </a:cubicBezTo>
                  <a:cubicBezTo>
                    <a:pt x="3841" y="90564"/>
                    <a:pt x="214" y="123487"/>
                    <a:pt x="214" y="148401"/>
                  </a:cubicBezTo>
                  <a:cubicBezTo>
                    <a:pt x="214" y="171536"/>
                    <a:pt x="3539" y="207424"/>
                    <a:pt x="20161" y="240940"/>
                  </a:cubicBezTo>
                  <a:cubicBezTo>
                    <a:pt x="38294" y="277422"/>
                    <a:pt x="64285" y="296701"/>
                    <a:pt x="67308" y="296701"/>
                  </a:cubicBezTo>
                  <a:cubicBezTo>
                    <a:pt x="69121" y="296701"/>
                    <a:pt x="70330" y="295811"/>
                    <a:pt x="70330" y="293735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C291CA9D-3E41-D9CC-4827-BEC321093F9A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9172157" y="5351467"/>
              <a:ext cx="214812" cy="201687"/>
            </a:xfrm>
            <a:custGeom>
              <a:avLst/>
              <a:gdLst>
                <a:gd name="csX0" fmla="*/ 80307 w 214812"/>
                <a:gd name="csY0" fmla="*/ 105394 h 201687"/>
                <a:gd name="csX1" fmla="*/ 109623 w 214812"/>
                <a:gd name="csY1" fmla="*/ 105394 h 201687"/>
                <a:gd name="csX2" fmla="*/ 134707 w 214812"/>
                <a:gd name="csY2" fmla="*/ 118741 h 201687"/>
                <a:gd name="csX3" fmla="*/ 132592 w 214812"/>
                <a:gd name="csY3" fmla="*/ 133274 h 201687"/>
                <a:gd name="csX4" fmla="*/ 131685 w 214812"/>
                <a:gd name="csY4" fmla="*/ 136537 h 201687"/>
                <a:gd name="csX5" fmla="*/ 135312 w 214812"/>
                <a:gd name="csY5" fmla="*/ 140096 h 201687"/>
                <a:gd name="csX6" fmla="*/ 139845 w 214812"/>
                <a:gd name="csY6" fmla="*/ 133868 h 201687"/>
                <a:gd name="csX7" fmla="*/ 156467 w 214812"/>
                <a:gd name="csY7" fmla="*/ 69505 h 201687"/>
                <a:gd name="csX8" fmla="*/ 157374 w 214812"/>
                <a:gd name="csY8" fmla="*/ 64760 h 201687"/>
                <a:gd name="csX9" fmla="*/ 153747 w 214812"/>
                <a:gd name="csY9" fmla="*/ 61497 h 201687"/>
                <a:gd name="csX10" fmla="*/ 149214 w 214812"/>
                <a:gd name="csY10" fmla="*/ 67726 h 201687"/>
                <a:gd name="csX11" fmla="*/ 110227 w 214812"/>
                <a:gd name="csY11" fmla="*/ 96199 h 201687"/>
                <a:gd name="csX12" fmla="*/ 82725 w 214812"/>
                <a:gd name="csY12" fmla="*/ 96199 h 201687"/>
                <a:gd name="csX13" fmla="*/ 102067 w 214812"/>
                <a:gd name="csY13" fmla="*/ 20863 h 201687"/>
                <a:gd name="csX14" fmla="*/ 118387 w 214812"/>
                <a:gd name="csY14" fmla="*/ 9296 h 201687"/>
                <a:gd name="csX15" fmla="*/ 158280 w 214812"/>
                <a:gd name="csY15" fmla="*/ 9296 h 201687"/>
                <a:gd name="csX16" fmla="*/ 202405 w 214812"/>
                <a:gd name="csY16" fmla="*/ 41922 h 201687"/>
                <a:gd name="csX17" fmla="*/ 201498 w 214812"/>
                <a:gd name="csY17" fmla="*/ 57938 h 201687"/>
                <a:gd name="csX18" fmla="*/ 200894 w 214812"/>
                <a:gd name="csY18" fmla="*/ 63277 h 201687"/>
                <a:gd name="csX19" fmla="*/ 204520 w 214812"/>
                <a:gd name="csY19" fmla="*/ 66836 h 201687"/>
                <a:gd name="csX20" fmla="*/ 208752 w 214812"/>
                <a:gd name="csY20" fmla="*/ 59421 h 201687"/>
                <a:gd name="csX21" fmla="*/ 214796 w 214812"/>
                <a:gd name="csY21" fmla="*/ 8109 h 201687"/>
                <a:gd name="csX22" fmla="*/ 206636 w 214812"/>
                <a:gd name="csY22" fmla="*/ 101 h 201687"/>
                <a:gd name="csX23" fmla="*/ 58547 w 214812"/>
                <a:gd name="csY23" fmla="*/ 101 h 201687"/>
                <a:gd name="csX24" fmla="*/ 49480 w 214812"/>
                <a:gd name="csY24" fmla="*/ 6033 h 201687"/>
                <a:gd name="csX25" fmla="*/ 57943 w 214812"/>
                <a:gd name="csY25" fmla="*/ 9296 h 201687"/>
                <a:gd name="csX26" fmla="*/ 77587 w 214812"/>
                <a:gd name="csY26" fmla="*/ 14635 h 201687"/>
                <a:gd name="csX27" fmla="*/ 76076 w 214812"/>
                <a:gd name="csY27" fmla="*/ 21753 h 201687"/>
                <a:gd name="csX28" fmla="*/ 36183 w 214812"/>
                <a:gd name="csY28" fmla="*/ 178654 h 201687"/>
                <a:gd name="csX29" fmla="*/ 8680 w 214812"/>
                <a:gd name="csY29" fmla="*/ 192594 h 201687"/>
                <a:gd name="csX30" fmla="*/ 218 w 214812"/>
                <a:gd name="csY30" fmla="*/ 198230 h 201687"/>
                <a:gd name="csX31" fmla="*/ 4752 w 214812"/>
                <a:gd name="csY31" fmla="*/ 201789 h 201687"/>
                <a:gd name="csX32" fmla="*/ 44645 w 214812"/>
                <a:gd name="csY32" fmla="*/ 200899 h 201687"/>
                <a:gd name="csX33" fmla="*/ 89676 w 214812"/>
                <a:gd name="csY33" fmla="*/ 201789 h 201687"/>
                <a:gd name="csX34" fmla="*/ 96023 w 214812"/>
                <a:gd name="csY34" fmla="*/ 196153 h 201687"/>
                <a:gd name="csX35" fmla="*/ 94209 w 214812"/>
                <a:gd name="csY35" fmla="*/ 192891 h 201687"/>
                <a:gd name="csX36" fmla="*/ 85747 w 214812"/>
                <a:gd name="csY36" fmla="*/ 192594 h 201687"/>
                <a:gd name="csX37" fmla="*/ 70032 w 214812"/>
                <a:gd name="csY37" fmla="*/ 192001 h 201687"/>
                <a:gd name="csX38" fmla="*/ 60360 w 214812"/>
                <a:gd name="csY38" fmla="*/ 186069 h 201687"/>
                <a:gd name="csX39" fmla="*/ 61569 w 214812"/>
                <a:gd name="csY39" fmla="*/ 179247 h 201687"/>
                <a:gd name="csX40" fmla="*/ 80307 w 214812"/>
                <a:gd name="csY40" fmla="*/ 105394 h 2016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14812" h="201687">
                  <a:moveTo>
                    <a:pt x="80307" y="105394"/>
                  </a:moveTo>
                  <a:lnTo>
                    <a:pt x="109623" y="105394"/>
                  </a:lnTo>
                  <a:cubicBezTo>
                    <a:pt x="132289" y="105394"/>
                    <a:pt x="134707" y="110140"/>
                    <a:pt x="134707" y="118741"/>
                  </a:cubicBezTo>
                  <a:cubicBezTo>
                    <a:pt x="134707" y="120817"/>
                    <a:pt x="134707" y="124376"/>
                    <a:pt x="132592" y="133274"/>
                  </a:cubicBezTo>
                  <a:cubicBezTo>
                    <a:pt x="131987" y="134757"/>
                    <a:pt x="131685" y="135944"/>
                    <a:pt x="131685" y="136537"/>
                  </a:cubicBezTo>
                  <a:cubicBezTo>
                    <a:pt x="131685" y="138910"/>
                    <a:pt x="133498" y="140096"/>
                    <a:pt x="135312" y="140096"/>
                  </a:cubicBezTo>
                  <a:cubicBezTo>
                    <a:pt x="138334" y="140096"/>
                    <a:pt x="138334" y="139206"/>
                    <a:pt x="139845" y="133868"/>
                  </a:cubicBezTo>
                  <a:lnTo>
                    <a:pt x="156467" y="69505"/>
                  </a:lnTo>
                  <a:cubicBezTo>
                    <a:pt x="157374" y="66243"/>
                    <a:pt x="157374" y="65650"/>
                    <a:pt x="157374" y="64760"/>
                  </a:cubicBezTo>
                  <a:cubicBezTo>
                    <a:pt x="157374" y="64167"/>
                    <a:pt x="156769" y="61497"/>
                    <a:pt x="153747" y="61497"/>
                  </a:cubicBezTo>
                  <a:cubicBezTo>
                    <a:pt x="150725" y="61497"/>
                    <a:pt x="150423" y="62980"/>
                    <a:pt x="149214" y="67726"/>
                  </a:cubicBezTo>
                  <a:cubicBezTo>
                    <a:pt x="142867" y="90861"/>
                    <a:pt x="135916" y="96199"/>
                    <a:pt x="110227" y="96199"/>
                  </a:cubicBezTo>
                  <a:lnTo>
                    <a:pt x="82725" y="96199"/>
                  </a:lnTo>
                  <a:lnTo>
                    <a:pt x="102067" y="20863"/>
                  </a:lnTo>
                  <a:cubicBezTo>
                    <a:pt x="104787" y="10482"/>
                    <a:pt x="105089" y="9296"/>
                    <a:pt x="118387" y="9296"/>
                  </a:cubicBezTo>
                  <a:lnTo>
                    <a:pt x="158280" y="9296"/>
                  </a:lnTo>
                  <a:cubicBezTo>
                    <a:pt x="195454" y="9296"/>
                    <a:pt x="202405" y="19084"/>
                    <a:pt x="202405" y="41922"/>
                  </a:cubicBezTo>
                  <a:cubicBezTo>
                    <a:pt x="202405" y="48744"/>
                    <a:pt x="202405" y="49930"/>
                    <a:pt x="201498" y="57938"/>
                  </a:cubicBezTo>
                  <a:cubicBezTo>
                    <a:pt x="200894" y="61794"/>
                    <a:pt x="200894" y="62387"/>
                    <a:pt x="200894" y="63277"/>
                  </a:cubicBezTo>
                  <a:cubicBezTo>
                    <a:pt x="200894" y="64760"/>
                    <a:pt x="201800" y="66836"/>
                    <a:pt x="204520" y="66836"/>
                  </a:cubicBezTo>
                  <a:cubicBezTo>
                    <a:pt x="207845" y="66836"/>
                    <a:pt x="208147" y="65056"/>
                    <a:pt x="208752" y="59421"/>
                  </a:cubicBezTo>
                  <a:lnTo>
                    <a:pt x="214796" y="8109"/>
                  </a:lnTo>
                  <a:cubicBezTo>
                    <a:pt x="215703" y="101"/>
                    <a:pt x="214192" y="101"/>
                    <a:pt x="206636" y="101"/>
                  </a:cubicBezTo>
                  <a:lnTo>
                    <a:pt x="58547" y="101"/>
                  </a:lnTo>
                  <a:cubicBezTo>
                    <a:pt x="52503" y="101"/>
                    <a:pt x="49480" y="101"/>
                    <a:pt x="49480" y="6033"/>
                  </a:cubicBezTo>
                  <a:cubicBezTo>
                    <a:pt x="49480" y="9296"/>
                    <a:pt x="52200" y="9296"/>
                    <a:pt x="57943" y="9296"/>
                  </a:cubicBezTo>
                  <a:cubicBezTo>
                    <a:pt x="69125" y="9296"/>
                    <a:pt x="77587" y="9296"/>
                    <a:pt x="77587" y="14635"/>
                  </a:cubicBezTo>
                  <a:cubicBezTo>
                    <a:pt x="77587" y="15821"/>
                    <a:pt x="77587" y="16414"/>
                    <a:pt x="76076" y="21753"/>
                  </a:cubicBezTo>
                  <a:lnTo>
                    <a:pt x="36183" y="178654"/>
                  </a:lnTo>
                  <a:cubicBezTo>
                    <a:pt x="33160" y="190221"/>
                    <a:pt x="32556" y="192594"/>
                    <a:pt x="8680" y="192594"/>
                  </a:cubicBezTo>
                  <a:cubicBezTo>
                    <a:pt x="3543" y="192594"/>
                    <a:pt x="218" y="192594"/>
                    <a:pt x="218" y="198230"/>
                  </a:cubicBezTo>
                  <a:cubicBezTo>
                    <a:pt x="218" y="201789"/>
                    <a:pt x="3845" y="201789"/>
                    <a:pt x="4752" y="201789"/>
                  </a:cubicBezTo>
                  <a:cubicBezTo>
                    <a:pt x="13516" y="201789"/>
                    <a:pt x="35880" y="200899"/>
                    <a:pt x="44645" y="200899"/>
                  </a:cubicBezTo>
                  <a:cubicBezTo>
                    <a:pt x="54618" y="200899"/>
                    <a:pt x="79703" y="201789"/>
                    <a:pt x="89676" y="201789"/>
                  </a:cubicBezTo>
                  <a:cubicBezTo>
                    <a:pt x="92396" y="201789"/>
                    <a:pt x="96023" y="201789"/>
                    <a:pt x="96023" y="196153"/>
                  </a:cubicBezTo>
                  <a:cubicBezTo>
                    <a:pt x="96023" y="193781"/>
                    <a:pt x="94209" y="193187"/>
                    <a:pt x="94209" y="192891"/>
                  </a:cubicBezTo>
                  <a:cubicBezTo>
                    <a:pt x="93303" y="192594"/>
                    <a:pt x="92698" y="192594"/>
                    <a:pt x="85747" y="192594"/>
                  </a:cubicBezTo>
                  <a:cubicBezTo>
                    <a:pt x="79098" y="192594"/>
                    <a:pt x="77587" y="192594"/>
                    <a:pt x="70032" y="192001"/>
                  </a:cubicBezTo>
                  <a:cubicBezTo>
                    <a:pt x="61267" y="191111"/>
                    <a:pt x="60360" y="189925"/>
                    <a:pt x="60360" y="186069"/>
                  </a:cubicBezTo>
                  <a:cubicBezTo>
                    <a:pt x="60360" y="185476"/>
                    <a:pt x="60360" y="183696"/>
                    <a:pt x="61569" y="179247"/>
                  </a:cubicBezTo>
                  <a:lnTo>
                    <a:pt x="80307" y="105394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59" name="Freeform 458">
              <a:extLst>
                <a:ext uri="{FF2B5EF4-FFF2-40B4-BE49-F238E27FC236}">
                  <a16:creationId xmlns:a16="http://schemas.microsoft.com/office/drawing/2014/main" id="{FB245189-3FA2-F6AF-B0A9-0CB3C1071D37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9368558" y="5455840"/>
              <a:ext cx="99854" cy="141804"/>
            </a:xfrm>
            <a:custGeom>
              <a:avLst/>
              <a:gdLst>
                <a:gd name="csX0" fmla="*/ 74058 w 99854"/>
                <a:gd name="csY0" fmla="*/ 16505 h 141804"/>
                <a:gd name="csX1" fmla="*/ 92251 w 99854"/>
                <a:gd name="csY1" fmla="*/ 7577 h 141804"/>
                <a:gd name="csX2" fmla="*/ 100079 w 99854"/>
                <a:gd name="csY2" fmla="*/ 3217 h 141804"/>
                <a:gd name="csX3" fmla="*/ 96694 w 99854"/>
                <a:gd name="csY3" fmla="*/ 103 h 141804"/>
                <a:gd name="csX4" fmla="*/ 82520 w 99854"/>
                <a:gd name="csY4" fmla="*/ 726 h 141804"/>
                <a:gd name="csX5" fmla="*/ 68134 w 99854"/>
                <a:gd name="csY5" fmla="*/ 933 h 141804"/>
                <a:gd name="csX6" fmla="*/ 53537 w 99854"/>
                <a:gd name="csY6" fmla="*/ 726 h 141804"/>
                <a:gd name="csX7" fmla="*/ 38939 w 99854"/>
                <a:gd name="csY7" fmla="*/ 103 h 141804"/>
                <a:gd name="csX8" fmla="*/ 34497 w 99854"/>
                <a:gd name="csY8" fmla="*/ 4670 h 141804"/>
                <a:gd name="csX9" fmla="*/ 41478 w 99854"/>
                <a:gd name="csY9" fmla="*/ 7577 h 141804"/>
                <a:gd name="csX10" fmla="*/ 49517 w 99854"/>
                <a:gd name="csY10" fmla="*/ 7992 h 141804"/>
                <a:gd name="csX11" fmla="*/ 55229 w 99854"/>
                <a:gd name="csY11" fmla="*/ 10899 h 141804"/>
                <a:gd name="csX12" fmla="*/ 54383 w 99854"/>
                <a:gd name="csY12" fmla="*/ 15259 h 141804"/>
                <a:gd name="csX13" fmla="*/ 26246 w 99854"/>
                <a:gd name="csY13" fmla="*/ 125505 h 141804"/>
                <a:gd name="csX14" fmla="*/ 8052 w 99854"/>
                <a:gd name="csY14" fmla="*/ 134433 h 141804"/>
                <a:gd name="csX15" fmla="*/ 225 w 99854"/>
                <a:gd name="csY15" fmla="*/ 139000 h 141804"/>
                <a:gd name="csX16" fmla="*/ 3610 w 99854"/>
                <a:gd name="csY16" fmla="*/ 141907 h 141804"/>
                <a:gd name="csX17" fmla="*/ 32170 w 99854"/>
                <a:gd name="csY17" fmla="*/ 141076 h 141804"/>
                <a:gd name="csX18" fmla="*/ 46767 w 99854"/>
                <a:gd name="csY18" fmla="*/ 141284 h 141804"/>
                <a:gd name="csX19" fmla="*/ 61364 w 99854"/>
                <a:gd name="csY19" fmla="*/ 141907 h 141804"/>
                <a:gd name="csX20" fmla="*/ 65807 w 99854"/>
                <a:gd name="csY20" fmla="*/ 137339 h 141804"/>
                <a:gd name="csX21" fmla="*/ 59037 w 99854"/>
                <a:gd name="csY21" fmla="*/ 134433 h 141804"/>
                <a:gd name="csX22" fmla="*/ 49940 w 99854"/>
                <a:gd name="csY22" fmla="*/ 134017 h 141804"/>
                <a:gd name="csX23" fmla="*/ 45074 w 99854"/>
                <a:gd name="csY23" fmla="*/ 130903 h 141804"/>
                <a:gd name="csX24" fmla="*/ 45921 w 99854"/>
                <a:gd name="csY24" fmla="*/ 126335 h 141804"/>
                <a:gd name="csX25" fmla="*/ 74058 w 99854"/>
                <a:gd name="csY25" fmla="*/ 16505 h 141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99854" h="141804">
                  <a:moveTo>
                    <a:pt x="74058" y="16505"/>
                  </a:moveTo>
                  <a:cubicBezTo>
                    <a:pt x="75962" y="9446"/>
                    <a:pt x="76385" y="7577"/>
                    <a:pt x="92251" y="7577"/>
                  </a:cubicBezTo>
                  <a:cubicBezTo>
                    <a:pt x="97540" y="7577"/>
                    <a:pt x="100079" y="7577"/>
                    <a:pt x="100079" y="3217"/>
                  </a:cubicBezTo>
                  <a:cubicBezTo>
                    <a:pt x="100079" y="1348"/>
                    <a:pt x="98598" y="103"/>
                    <a:pt x="96694" y="103"/>
                  </a:cubicBezTo>
                  <a:cubicBezTo>
                    <a:pt x="92251" y="103"/>
                    <a:pt x="86962" y="726"/>
                    <a:pt x="82520" y="726"/>
                  </a:cubicBezTo>
                  <a:cubicBezTo>
                    <a:pt x="77866" y="726"/>
                    <a:pt x="72788" y="933"/>
                    <a:pt x="68134" y="933"/>
                  </a:cubicBezTo>
                  <a:cubicBezTo>
                    <a:pt x="68134" y="933"/>
                    <a:pt x="53537" y="726"/>
                    <a:pt x="53537" y="726"/>
                  </a:cubicBezTo>
                  <a:cubicBezTo>
                    <a:pt x="48882" y="726"/>
                    <a:pt x="43594" y="103"/>
                    <a:pt x="38939" y="103"/>
                  </a:cubicBezTo>
                  <a:cubicBezTo>
                    <a:pt x="37670" y="103"/>
                    <a:pt x="34497" y="103"/>
                    <a:pt x="34497" y="4670"/>
                  </a:cubicBezTo>
                  <a:cubicBezTo>
                    <a:pt x="34497" y="7577"/>
                    <a:pt x="36824" y="7577"/>
                    <a:pt x="41478" y="7577"/>
                  </a:cubicBezTo>
                  <a:cubicBezTo>
                    <a:pt x="41690" y="7577"/>
                    <a:pt x="45921" y="7577"/>
                    <a:pt x="49517" y="7992"/>
                  </a:cubicBezTo>
                  <a:cubicBezTo>
                    <a:pt x="53748" y="8407"/>
                    <a:pt x="55229" y="8615"/>
                    <a:pt x="55229" y="10899"/>
                  </a:cubicBezTo>
                  <a:cubicBezTo>
                    <a:pt x="55229" y="12145"/>
                    <a:pt x="54806" y="13598"/>
                    <a:pt x="54383" y="15259"/>
                  </a:cubicBezTo>
                  <a:lnTo>
                    <a:pt x="26246" y="125505"/>
                  </a:lnTo>
                  <a:cubicBezTo>
                    <a:pt x="24554" y="132356"/>
                    <a:pt x="23919" y="134433"/>
                    <a:pt x="8052" y="134433"/>
                  </a:cubicBezTo>
                  <a:cubicBezTo>
                    <a:pt x="2340" y="134433"/>
                    <a:pt x="225" y="134433"/>
                    <a:pt x="225" y="139000"/>
                  </a:cubicBezTo>
                  <a:cubicBezTo>
                    <a:pt x="225" y="139208"/>
                    <a:pt x="225" y="141907"/>
                    <a:pt x="3610" y="141907"/>
                  </a:cubicBezTo>
                  <a:cubicBezTo>
                    <a:pt x="9956" y="141907"/>
                    <a:pt x="25823" y="141076"/>
                    <a:pt x="32170" y="141076"/>
                  </a:cubicBezTo>
                  <a:lnTo>
                    <a:pt x="46767" y="141284"/>
                  </a:lnTo>
                  <a:cubicBezTo>
                    <a:pt x="51421" y="141284"/>
                    <a:pt x="56710" y="141907"/>
                    <a:pt x="61364" y="141907"/>
                  </a:cubicBezTo>
                  <a:cubicBezTo>
                    <a:pt x="62634" y="141907"/>
                    <a:pt x="65807" y="141907"/>
                    <a:pt x="65807" y="137339"/>
                  </a:cubicBezTo>
                  <a:cubicBezTo>
                    <a:pt x="65807" y="134433"/>
                    <a:pt x="63268" y="134433"/>
                    <a:pt x="59037" y="134433"/>
                  </a:cubicBezTo>
                  <a:cubicBezTo>
                    <a:pt x="58614" y="134433"/>
                    <a:pt x="54171" y="134433"/>
                    <a:pt x="49940" y="134017"/>
                  </a:cubicBezTo>
                  <a:cubicBezTo>
                    <a:pt x="45074" y="133602"/>
                    <a:pt x="45074" y="132772"/>
                    <a:pt x="45074" y="130903"/>
                  </a:cubicBezTo>
                  <a:cubicBezTo>
                    <a:pt x="45074" y="130695"/>
                    <a:pt x="45074" y="129450"/>
                    <a:pt x="45921" y="126335"/>
                  </a:cubicBezTo>
                  <a:lnTo>
                    <a:pt x="74058" y="16505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FD8BA8F0-C71B-63C6-533C-792CC7897DC3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9510911" y="5330705"/>
              <a:ext cx="70115" cy="296599"/>
            </a:xfrm>
            <a:custGeom>
              <a:avLst/>
              <a:gdLst>
                <a:gd name="csX0" fmla="*/ 70345 w 70115"/>
                <a:gd name="csY0" fmla="*/ 148401 h 296599"/>
                <a:gd name="csX1" fmla="*/ 50398 w 70115"/>
                <a:gd name="csY1" fmla="*/ 55862 h 296599"/>
                <a:gd name="csX2" fmla="*/ 3251 w 70115"/>
                <a:gd name="csY2" fmla="*/ 101 h 296599"/>
                <a:gd name="csX3" fmla="*/ 229 w 70115"/>
                <a:gd name="csY3" fmla="*/ 3067 h 296599"/>
                <a:gd name="csX4" fmla="*/ 5971 w 70115"/>
                <a:gd name="csY4" fmla="*/ 9889 h 296599"/>
                <a:gd name="csX5" fmla="*/ 52816 w 70115"/>
                <a:gd name="csY5" fmla="*/ 148401 h 296599"/>
                <a:gd name="csX6" fmla="*/ 4158 w 70115"/>
                <a:gd name="csY6" fmla="*/ 288692 h 296599"/>
                <a:gd name="csX7" fmla="*/ 229 w 70115"/>
                <a:gd name="csY7" fmla="*/ 293735 h 296599"/>
                <a:gd name="csX8" fmla="*/ 3251 w 70115"/>
                <a:gd name="csY8" fmla="*/ 296701 h 296599"/>
                <a:gd name="csX9" fmla="*/ 51305 w 70115"/>
                <a:gd name="csY9" fmla="*/ 238864 h 296599"/>
                <a:gd name="csX10" fmla="*/ 70345 w 70115"/>
                <a:gd name="csY10" fmla="*/ 148401 h 29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115" h="296599">
                  <a:moveTo>
                    <a:pt x="70345" y="148401"/>
                  </a:moveTo>
                  <a:cubicBezTo>
                    <a:pt x="70345" y="125266"/>
                    <a:pt x="67020" y="89378"/>
                    <a:pt x="50398" y="55862"/>
                  </a:cubicBezTo>
                  <a:cubicBezTo>
                    <a:pt x="32265" y="19380"/>
                    <a:pt x="6274" y="101"/>
                    <a:pt x="3251" y="101"/>
                  </a:cubicBezTo>
                  <a:cubicBezTo>
                    <a:pt x="1438" y="101"/>
                    <a:pt x="229" y="1288"/>
                    <a:pt x="229" y="3067"/>
                  </a:cubicBezTo>
                  <a:cubicBezTo>
                    <a:pt x="229" y="3957"/>
                    <a:pt x="229" y="4550"/>
                    <a:pt x="5971" y="9889"/>
                  </a:cubicBezTo>
                  <a:cubicBezTo>
                    <a:pt x="35589" y="39252"/>
                    <a:pt x="52816" y="86412"/>
                    <a:pt x="52816" y="148401"/>
                  </a:cubicBezTo>
                  <a:cubicBezTo>
                    <a:pt x="52816" y="199119"/>
                    <a:pt x="41634" y="251321"/>
                    <a:pt x="4158" y="288692"/>
                  </a:cubicBezTo>
                  <a:cubicBezTo>
                    <a:pt x="229" y="292252"/>
                    <a:pt x="229" y="292845"/>
                    <a:pt x="229" y="293735"/>
                  </a:cubicBezTo>
                  <a:cubicBezTo>
                    <a:pt x="229" y="295514"/>
                    <a:pt x="1438" y="296701"/>
                    <a:pt x="3251" y="296701"/>
                  </a:cubicBezTo>
                  <a:cubicBezTo>
                    <a:pt x="6274" y="296701"/>
                    <a:pt x="33474" y="276532"/>
                    <a:pt x="51305" y="238864"/>
                  </a:cubicBezTo>
                  <a:cubicBezTo>
                    <a:pt x="66718" y="206238"/>
                    <a:pt x="70345" y="173315"/>
                    <a:pt x="70345" y="148401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61" name="Freeform 460">
              <a:extLst>
                <a:ext uri="{FF2B5EF4-FFF2-40B4-BE49-F238E27FC236}">
                  <a16:creationId xmlns:a16="http://schemas.microsoft.com/office/drawing/2014/main" id="{DF180DC9-16A8-C5DD-43CC-222C064F91AF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9624332" y="5286603"/>
              <a:ext cx="47388" cy="146164"/>
            </a:xfrm>
            <a:custGeom>
              <a:avLst/>
              <a:gdLst>
                <a:gd name="csX0" fmla="*/ 46775 w 47388"/>
                <a:gd name="csY0" fmla="*/ 6326 h 146164"/>
                <a:gd name="csX1" fmla="*/ 47622 w 47388"/>
                <a:gd name="csY1" fmla="*/ 3004 h 146164"/>
                <a:gd name="csX2" fmla="*/ 44237 w 47388"/>
                <a:gd name="csY2" fmla="*/ 97 h 146164"/>
                <a:gd name="csX3" fmla="*/ 17158 w 47388"/>
                <a:gd name="csY3" fmla="*/ 2173 h 146164"/>
                <a:gd name="csX4" fmla="*/ 12715 w 47388"/>
                <a:gd name="csY4" fmla="*/ 6949 h 146164"/>
                <a:gd name="csX5" fmla="*/ 18004 w 47388"/>
                <a:gd name="csY5" fmla="*/ 9855 h 146164"/>
                <a:gd name="csX6" fmla="*/ 28158 w 47388"/>
                <a:gd name="csY6" fmla="*/ 12970 h 146164"/>
                <a:gd name="csX7" fmla="*/ 27312 w 47388"/>
                <a:gd name="csY7" fmla="*/ 17537 h 146164"/>
                <a:gd name="csX8" fmla="*/ 1079 w 47388"/>
                <a:gd name="csY8" fmla="*/ 120101 h 146164"/>
                <a:gd name="csX9" fmla="*/ 233 w 47388"/>
                <a:gd name="csY9" fmla="*/ 126537 h 146164"/>
                <a:gd name="csX10" fmla="*/ 22446 w 47388"/>
                <a:gd name="csY10" fmla="*/ 146261 h 146164"/>
                <a:gd name="csX11" fmla="*/ 39371 w 47388"/>
                <a:gd name="csY11" fmla="*/ 135257 h 146164"/>
                <a:gd name="csX12" fmla="*/ 46775 w 47388"/>
                <a:gd name="csY12" fmla="*/ 114496 h 146164"/>
                <a:gd name="csX13" fmla="*/ 43390 w 47388"/>
                <a:gd name="csY13" fmla="*/ 111796 h 146164"/>
                <a:gd name="csX14" fmla="*/ 39159 w 47388"/>
                <a:gd name="csY14" fmla="*/ 116779 h 146164"/>
                <a:gd name="csX15" fmla="*/ 23293 w 47388"/>
                <a:gd name="csY15" fmla="*/ 140448 h 146164"/>
                <a:gd name="csX16" fmla="*/ 16100 w 47388"/>
                <a:gd name="csY16" fmla="*/ 130275 h 146164"/>
                <a:gd name="csX17" fmla="*/ 17369 w 47388"/>
                <a:gd name="csY17" fmla="*/ 121762 h 146164"/>
                <a:gd name="csX18" fmla="*/ 46775 w 47388"/>
                <a:gd name="csY18" fmla="*/ 6326 h 146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47388" h="146164">
                  <a:moveTo>
                    <a:pt x="46775" y="6326"/>
                  </a:moveTo>
                  <a:cubicBezTo>
                    <a:pt x="46987" y="5910"/>
                    <a:pt x="47622" y="3211"/>
                    <a:pt x="47622" y="3004"/>
                  </a:cubicBezTo>
                  <a:cubicBezTo>
                    <a:pt x="47622" y="1966"/>
                    <a:pt x="46775" y="97"/>
                    <a:pt x="44237" y="97"/>
                  </a:cubicBezTo>
                  <a:cubicBezTo>
                    <a:pt x="40006" y="97"/>
                    <a:pt x="22446" y="1758"/>
                    <a:pt x="17158" y="2173"/>
                  </a:cubicBezTo>
                  <a:cubicBezTo>
                    <a:pt x="15677" y="2381"/>
                    <a:pt x="12715" y="2589"/>
                    <a:pt x="12715" y="6949"/>
                  </a:cubicBezTo>
                  <a:cubicBezTo>
                    <a:pt x="12715" y="9855"/>
                    <a:pt x="15677" y="9855"/>
                    <a:pt x="18004" y="9855"/>
                  </a:cubicBezTo>
                  <a:cubicBezTo>
                    <a:pt x="28158" y="9855"/>
                    <a:pt x="28158" y="11309"/>
                    <a:pt x="28158" y="12970"/>
                  </a:cubicBezTo>
                  <a:cubicBezTo>
                    <a:pt x="28158" y="14423"/>
                    <a:pt x="27735" y="15669"/>
                    <a:pt x="27312" y="17537"/>
                  </a:cubicBezTo>
                  <a:lnTo>
                    <a:pt x="1079" y="120101"/>
                  </a:lnTo>
                  <a:cubicBezTo>
                    <a:pt x="445" y="122177"/>
                    <a:pt x="233" y="124461"/>
                    <a:pt x="233" y="126537"/>
                  </a:cubicBezTo>
                  <a:cubicBezTo>
                    <a:pt x="233" y="139825"/>
                    <a:pt x="12292" y="146261"/>
                    <a:pt x="22446" y="146261"/>
                  </a:cubicBezTo>
                  <a:cubicBezTo>
                    <a:pt x="27524" y="146261"/>
                    <a:pt x="33870" y="144600"/>
                    <a:pt x="39371" y="135257"/>
                  </a:cubicBezTo>
                  <a:cubicBezTo>
                    <a:pt x="43814" y="127576"/>
                    <a:pt x="46775" y="115326"/>
                    <a:pt x="46775" y="114496"/>
                  </a:cubicBezTo>
                  <a:cubicBezTo>
                    <a:pt x="46775" y="111796"/>
                    <a:pt x="44025" y="111796"/>
                    <a:pt x="43390" y="111796"/>
                  </a:cubicBezTo>
                  <a:cubicBezTo>
                    <a:pt x="40429" y="111796"/>
                    <a:pt x="40006" y="113042"/>
                    <a:pt x="39159" y="116779"/>
                  </a:cubicBezTo>
                  <a:cubicBezTo>
                    <a:pt x="36409" y="127160"/>
                    <a:pt x="32390" y="140448"/>
                    <a:pt x="23293" y="140448"/>
                  </a:cubicBezTo>
                  <a:cubicBezTo>
                    <a:pt x="17581" y="140448"/>
                    <a:pt x="16100" y="135257"/>
                    <a:pt x="16100" y="130275"/>
                  </a:cubicBezTo>
                  <a:cubicBezTo>
                    <a:pt x="16100" y="127991"/>
                    <a:pt x="16734" y="124046"/>
                    <a:pt x="17369" y="121762"/>
                  </a:cubicBezTo>
                  <a:lnTo>
                    <a:pt x="46775" y="6326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04" name="Freeform 503">
              <a:extLst>
                <a:ext uri="{FF2B5EF4-FFF2-40B4-BE49-F238E27FC236}">
                  <a16:creationId xmlns:a16="http://schemas.microsoft.com/office/drawing/2014/main" id="{4419092B-8199-C881-032F-D2F279F7ED22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9729973" y="5521715"/>
              <a:ext cx="35359" cy="88683"/>
            </a:xfrm>
            <a:custGeom>
              <a:avLst/>
              <a:gdLst>
                <a:gd name="csX0" fmla="*/ 35596 w 35359"/>
                <a:gd name="csY0" fmla="*/ 31244 h 88683"/>
                <a:gd name="csX1" fmla="*/ 16254 w 35359"/>
                <a:gd name="csY1" fmla="*/ 101 h 88683"/>
                <a:gd name="csX2" fmla="*/ 236 w 35359"/>
                <a:gd name="csY2" fmla="*/ 15821 h 88683"/>
                <a:gd name="csX3" fmla="*/ 16254 w 35359"/>
                <a:gd name="csY3" fmla="*/ 31541 h 88683"/>
                <a:gd name="csX4" fmla="*/ 26832 w 35359"/>
                <a:gd name="csY4" fmla="*/ 27685 h 88683"/>
                <a:gd name="csX5" fmla="*/ 28343 w 35359"/>
                <a:gd name="csY5" fmla="*/ 26795 h 88683"/>
                <a:gd name="csX6" fmla="*/ 28947 w 35359"/>
                <a:gd name="csY6" fmla="*/ 31244 h 88683"/>
                <a:gd name="csX7" fmla="*/ 8396 w 35359"/>
                <a:gd name="csY7" fmla="*/ 80776 h 88683"/>
                <a:gd name="csX8" fmla="*/ 5072 w 35359"/>
                <a:gd name="csY8" fmla="*/ 85522 h 88683"/>
                <a:gd name="csX9" fmla="*/ 8094 w 35359"/>
                <a:gd name="csY9" fmla="*/ 88784 h 88683"/>
                <a:gd name="csX10" fmla="*/ 35596 w 35359"/>
                <a:gd name="csY10" fmla="*/ 31244 h 886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359" h="88683">
                  <a:moveTo>
                    <a:pt x="35596" y="31244"/>
                  </a:moveTo>
                  <a:cubicBezTo>
                    <a:pt x="35596" y="11669"/>
                    <a:pt x="28041" y="101"/>
                    <a:pt x="16254" y="101"/>
                  </a:cubicBezTo>
                  <a:cubicBezTo>
                    <a:pt x="6281" y="101"/>
                    <a:pt x="236" y="7516"/>
                    <a:pt x="236" y="15821"/>
                  </a:cubicBezTo>
                  <a:cubicBezTo>
                    <a:pt x="236" y="23829"/>
                    <a:pt x="6281" y="31541"/>
                    <a:pt x="16254" y="31541"/>
                  </a:cubicBezTo>
                  <a:cubicBezTo>
                    <a:pt x="19881" y="31541"/>
                    <a:pt x="23809" y="30354"/>
                    <a:pt x="26832" y="27685"/>
                  </a:cubicBezTo>
                  <a:cubicBezTo>
                    <a:pt x="27738" y="27092"/>
                    <a:pt x="28041" y="26795"/>
                    <a:pt x="28343" y="26795"/>
                  </a:cubicBezTo>
                  <a:cubicBezTo>
                    <a:pt x="28645" y="26795"/>
                    <a:pt x="28947" y="27092"/>
                    <a:pt x="28947" y="31244"/>
                  </a:cubicBezTo>
                  <a:cubicBezTo>
                    <a:pt x="28947" y="53193"/>
                    <a:pt x="18369" y="70988"/>
                    <a:pt x="8396" y="80776"/>
                  </a:cubicBezTo>
                  <a:cubicBezTo>
                    <a:pt x="5072" y="84039"/>
                    <a:pt x="5072" y="84632"/>
                    <a:pt x="5072" y="85522"/>
                  </a:cubicBezTo>
                  <a:cubicBezTo>
                    <a:pt x="5072" y="87598"/>
                    <a:pt x="6583" y="88784"/>
                    <a:pt x="8094" y="88784"/>
                  </a:cubicBezTo>
                  <a:cubicBezTo>
                    <a:pt x="11418" y="88784"/>
                    <a:pt x="35596" y="65946"/>
                    <a:pt x="35596" y="31244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05" name="Freeform 504">
              <a:extLst>
                <a:ext uri="{FF2B5EF4-FFF2-40B4-BE49-F238E27FC236}">
                  <a16:creationId xmlns:a16="http://schemas.microsoft.com/office/drawing/2014/main" id="{86097A61-194A-6C06-E373-65CA509EFA9C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9853413" y="5344052"/>
              <a:ext cx="214577" cy="215627"/>
            </a:xfrm>
            <a:custGeom>
              <a:avLst/>
              <a:gdLst>
                <a:gd name="csX0" fmla="*/ 214818 w 214577"/>
                <a:gd name="csY0" fmla="*/ 3067 h 215627"/>
                <a:gd name="csX1" fmla="*/ 211494 w 214577"/>
                <a:gd name="csY1" fmla="*/ 101 h 215627"/>
                <a:gd name="csX2" fmla="*/ 206961 w 214577"/>
                <a:gd name="csY2" fmla="*/ 3660 h 215627"/>
                <a:gd name="csX3" fmla="*/ 185805 w 214577"/>
                <a:gd name="csY3" fmla="*/ 26499 h 215627"/>
                <a:gd name="csX4" fmla="*/ 135636 w 214577"/>
                <a:gd name="csY4" fmla="*/ 101 h 215627"/>
                <a:gd name="csX5" fmla="*/ 241 w 214577"/>
                <a:gd name="csY5" fmla="*/ 134461 h 215627"/>
                <a:gd name="csX6" fmla="*/ 82143 w 214577"/>
                <a:gd name="csY6" fmla="*/ 215729 h 215627"/>
                <a:gd name="csX7" fmla="*/ 147423 w 214577"/>
                <a:gd name="csY7" fmla="*/ 190221 h 215627"/>
                <a:gd name="csX8" fmla="*/ 180667 w 214577"/>
                <a:gd name="csY8" fmla="*/ 138020 h 215627"/>
                <a:gd name="csX9" fmla="*/ 177041 w 214577"/>
                <a:gd name="csY9" fmla="*/ 135054 h 215627"/>
                <a:gd name="csX10" fmla="*/ 173112 w 214577"/>
                <a:gd name="csY10" fmla="*/ 138020 h 215627"/>
                <a:gd name="csX11" fmla="*/ 142587 w 214577"/>
                <a:gd name="csY11" fmla="*/ 184883 h 215627"/>
                <a:gd name="csX12" fmla="*/ 86978 w 214577"/>
                <a:gd name="csY12" fmla="*/ 206534 h 215627"/>
                <a:gd name="csX13" fmla="*/ 27743 w 214577"/>
                <a:gd name="csY13" fmla="*/ 144842 h 215627"/>
                <a:gd name="csX14" fmla="*/ 64312 w 214577"/>
                <a:gd name="csY14" fmla="*/ 45184 h 215627"/>
                <a:gd name="csX15" fmla="*/ 138054 w 214577"/>
                <a:gd name="csY15" fmla="*/ 9296 h 215627"/>
                <a:gd name="csX16" fmla="*/ 186712 w 214577"/>
                <a:gd name="csY16" fmla="*/ 66539 h 215627"/>
                <a:gd name="csX17" fmla="*/ 185805 w 214577"/>
                <a:gd name="csY17" fmla="*/ 81666 h 215627"/>
                <a:gd name="csX18" fmla="*/ 190338 w 214577"/>
                <a:gd name="csY18" fmla="*/ 84632 h 215627"/>
                <a:gd name="csX19" fmla="*/ 195778 w 214577"/>
                <a:gd name="csY19" fmla="*/ 78700 h 215627"/>
                <a:gd name="csX20" fmla="*/ 214818 w 214577"/>
                <a:gd name="csY20" fmla="*/ 3067 h 2156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214577" h="215627">
                  <a:moveTo>
                    <a:pt x="214818" y="3067"/>
                  </a:moveTo>
                  <a:cubicBezTo>
                    <a:pt x="214818" y="2177"/>
                    <a:pt x="214214" y="101"/>
                    <a:pt x="211494" y="101"/>
                  </a:cubicBezTo>
                  <a:cubicBezTo>
                    <a:pt x="210587" y="101"/>
                    <a:pt x="210285" y="398"/>
                    <a:pt x="206961" y="3660"/>
                  </a:cubicBezTo>
                  <a:lnTo>
                    <a:pt x="185805" y="26499"/>
                  </a:lnTo>
                  <a:cubicBezTo>
                    <a:pt x="183085" y="22346"/>
                    <a:pt x="169183" y="101"/>
                    <a:pt x="135636" y="101"/>
                  </a:cubicBezTo>
                  <a:cubicBezTo>
                    <a:pt x="68241" y="101"/>
                    <a:pt x="241" y="65650"/>
                    <a:pt x="241" y="134461"/>
                  </a:cubicBezTo>
                  <a:cubicBezTo>
                    <a:pt x="241" y="183400"/>
                    <a:pt x="35903" y="215729"/>
                    <a:pt x="82143" y="215729"/>
                  </a:cubicBezTo>
                  <a:cubicBezTo>
                    <a:pt x="108436" y="215729"/>
                    <a:pt x="131405" y="203865"/>
                    <a:pt x="147423" y="190221"/>
                  </a:cubicBezTo>
                  <a:cubicBezTo>
                    <a:pt x="175529" y="165900"/>
                    <a:pt x="180667" y="138910"/>
                    <a:pt x="180667" y="138020"/>
                  </a:cubicBezTo>
                  <a:cubicBezTo>
                    <a:pt x="180667" y="135054"/>
                    <a:pt x="177645" y="135054"/>
                    <a:pt x="177041" y="135054"/>
                  </a:cubicBezTo>
                  <a:cubicBezTo>
                    <a:pt x="175227" y="135054"/>
                    <a:pt x="173716" y="135647"/>
                    <a:pt x="173112" y="138020"/>
                  </a:cubicBezTo>
                  <a:cubicBezTo>
                    <a:pt x="170392" y="146621"/>
                    <a:pt x="163441" y="167680"/>
                    <a:pt x="142587" y="184883"/>
                  </a:cubicBezTo>
                  <a:cubicBezTo>
                    <a:pt x="121734" y="201492"/>
                    <a:pt x="102694" y="206534"/>
                    <a:pt x="86978" y="206534"/>
                  </a:cubicBezTo>
                  <a:cubicBezTo>
                    <a:pt x="59778" y="206534"/>
                    <a:pt x="27743" y="191111"/>
                    <a:pt x="27743" y="144842"/>
                  </a:cubicBezTo>
                  <a:cubicBezTo>
                    <a:pt x="27743" y="127936"/>
                    <a:pt x="34089" y="79886"/>
                    <a:pt x="64312" y="45184"/>
                  </a:cubicBezTo>
                  <a:cubicBezTo>
                    <a:pt x="82747" y="24126"/>
                    <a:pt x="111156" y="9296"/>
                    <a:pt x="138054" y="9296"/>
                  </a:cubicBezTo>
                  <a:cubicBezTo>
                    <a:pt x="168881" y="9296"/>
                    <a:pt x="186712" y="32134"/>
                    <a:pt x="186712" y="66539"/>
                  </a:cubicBezTo>
                  <a:cubicBezTo>
                    <a:pt x="186712" y="78403"/>
                    <a:pt x="185805" y="78700"/>
                    <a:pt x="185805" y="81666"/>
                  </a:cubicBezTo>
                  <a:cubicBezTo>
                    <a:pt x="185805" y="84632"/>
                    <a:pt x="189129" y="84632"/>
                    <a:pt x="190338" y="84632"/>
                  </a:cubicBezTo>
                  <a:cubicBezTo>
                    <a:pt x="194267" y="84632"/>
                    <a:pt x="194267" y="84039"/>
                    <a:pt x="195778" y="78700"/>
                  </a:cubicBezTo>
                  <a:lnTo>
                    <a:pt x="214818" y="3067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06" name="Freeform 505">
              <a:extLst>
                <a:ext uri="{FF2B5EF4-FFF2-40B4-BE49-F238E27FC236}">
                  <a16:creationId xmlns:a16="http://schemas.microsoft.com/office/drawing/2014/main" id="{CE9C9D1E-A5A1-0AE0-40C9-3325CB93522A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0105844" y="5330705"/>
              <a:ext cx="70115" cy="296599"/>
            </a:xfrm>
            <a:custGeom>
              <a:avLst/>
              <a:gdLst>
                <a:gd name="csX0" fmla="*/ 70364 w 70115"/>
                <a:gd name="csY0" fmla="*/ 293735 h 296599"/>
                <a:gd name="csX1" fmla="*/ 65226 w 70115"/>
                <a:gd name="csY1" fmla="*/ 287209 h 296599"/>
                <a:gd name="csX2" fmla="*/ 17777 w 70115"/>
                <a:gd name="csY2" fmla="*/ 148401 h 296599"/>
                <a:gd name="csX3" fmla="*/ 66435 w 70115"/>
                <a:gd name="csY3" fmla="*/ 8109 h 296599"/>
                <a:gd name="csX4" fmla="*/ 70364 w 70115"/>
                <a:gd name="csY4" fmla="*/ 3067 h 296599"/>
                <a:gd name="csX5" fmla="*/ 67342 w 70115"/>
                <a:gd name="csY5" fmla="*/ 101 h 296599"/>
                <a:gd name="csX6" fmla="*/ 19288 w 70115"/>
                <a:gd name="csY6" fmla="*/ 57938 h 296599"/>
                <a:gd name="csX7" fmla="*/ 248 w 70115"/>
                <a:gd name="csY7" fmla="*/ 148401 h 296599"/>
                <a:gd name="csX8" fmla="*/ 20195 w 70115"/>
                <a:gd name="csY8" fmla="*/ 240940 h 296599"/>
                <a:gd name="csX9" fmla="*/ 67342 w 70115"/>
                <a:gd name="csY9" fmla="*/ 296701 h 296599"/>
                <a:gd name="csX10" fmla="*/ 70364 w 70115"/>
                <a:gd name="csY10" fmla="*/ 293735 h 29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115" h="296599">
                  <a:moveTo>
                    <a:pt x="70364" y="293735"/>
                  </a:moveTo>
                  <a:cubicBezTo>
                    <a:pt x="70364" y="292845"/>
                    <a:pt x="70364" y="292252"/>
                    <a:pt x="65226" y="287209"/>
                  </a:cubicBezTo>
                  <a:cubicBezTo>
                    <a:pt x="27448" y="249838"/>
                    <a:pt x="17777" y="193781"/>
                    <a:pt x="17777" y="148401"/>
                  </a:cubicBezTo>
                  <a:cubicBezTo>
                    <a:pt x="17777" y="96793"/>
                    <a:pt x="29262" y="45184"/>
                    <a:pt x="66435" y="8109"/>
                  </a:cubicBezTo>
                  <a:cubicBezTo>
                    <a:pt x="70364" y="4550"/>
                    <a:pt x="70364" y="3957"/>
                    <a:pt x="70364" y="3067"/>
                  </a:cubicBezTo>
                  <a:cubicBezTo>
                    <a:pt x="70364" y="991"/>
                    <a:pt x="69155" y="101"/>
                    <a:pt x="67342" y="101"/>
                  </a:cubicBezTo>
                  <a:cubicBezTo>
                    <a:pt x="64320" y="101"/>
                    <a:pt x="37120" y="20270"/>
                    <a:pt x="19288" y="57938"/>
                  </a:cubicBezTo>
                  <a:cubicBezTo>
                    <a:pt x="3875" y="90564"/>
                    <a:pt x="248" y="123487"/>
                    <a:pt x="248" y="148401"/>
                  </a:cubicBezTo>
                  <a:cubicBezTo>
                    <a:pt x="248" y="171536"/>
                    <a:pt x="3573" y="207424"/>
                    <a:pt x="20195" y="240940"/>
                  </a:cubicBezTo>
                  <a:cubicBezTo>
                    <a:pt x="38328" y="277422"/>
                    <a:pt x="64320" y="296701"/>
                    <a:pt x="67342" y="296701"/>
                  </a:cubicBezTo>
                  <a:cubicBezTo>
                    <a:pt x="69155" y="296701"/>
                    <a:pt x="70364" y="295811"/>
                    <a:pt x="70364" y="293735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07" name="Freeform 506">
              <a:extLst>
                <a:ext uri="{FF2B5EF4-FFF2-40B4-BE49-F238E27FC236}">
                  <a16:creationId xmlns:a16="http://schemas.microsoft.com/office/drawing/2014/main" id="{5C2B0050-423C-5EE5-D3A1-709D87432C33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0203730" y="5350577"/>
              <a:ext cx="139928" cy="202577"/>
            </a:xfrm>
            <a:custGeom>
              <a:avLst/>
              <a:gdLst>
                <a:gd name="csX0" fmla="*/ 103008 w 139928"/>
                <a:gd name="csY0" fmla="*/ 22939 h 202577"/>
                <a:gd name="csX1" fmla="*/ 130510 w 139928"/>
                <a:gd name="csY1" fmla="*/ 9296 h 202577"/>
                <a:gd name="csX2" fmla="*/ 140181 w 139928"/>
                <a:gd name="csY2" fmla="*/ 3660 h 202577"/>
                <a:gd name="csX3" fmla="*/ 135648 w 139928"/>
                <a:gd name="csY3" fmla="*/ 101 h 202577"/>
                <a:gd name="csX4" fmla="*/ 95754 w 139928"/>
                <a:gd name="csY4" fmla="*/ 991 h 202577"/>
                <a:gd name="csX5" fmla="*/ 55559 w 139928"/>
                <a:gd name="csY5" fmla="*/ 101 h 202577"/>
                <a:gd name="csX6" fmla="*/ 49514 w 139928"/>
                <a:gd name="csY6" fmla="*/ 6033 h 202577"/>
                <a:gd name="csX7" fmla="*/ 57977 w 139928"/>
                <a:gd name="csY7" fmla="*/ 9296 h 202577"/>
                <a:gd name="csX8" fmla="*/ 78830 w 139928"/>
                <a:gd name="csY8" fmla="*/ 14931 h 202577"/>
                <a:gd name="csX9" fmla="*/ 78226 w 139928"/>
                <a:gd name="csY9" fmla="*/ 19677 h 202577"/>
                <a:gd name="csX10" fmla="*/ 37426 w 139928"/>
                <a:gd name="csY10" fmla="*/ 179544 h 202577"/>
                <a:gd name="csX11" fmla="*/ 9923 w 139928"/>
                <a:gd name="csY11" fmla="*/ 193484 h 202577"/>
                <a:gd name="csX12" fmla="*/ 252 w 139928"/>
                <a:gd name="csY12" fmla="*/ 199416 h 202577"/>
                <a:gd name="csX13" fmla="*/ 4786 w 139928"/>
                <a:gd name="csY13" fmla="*/ 202679 h 202577"/>
                <a:gd name="csX14" fmla="*/ 44377 w 139928"/>
                <a:gd name="csY14" fmla="*/ 201789 h 202577"/>
                <a:gd name="csX15" fmla="*/ 84874 w 139928"/>
                <a:gd name="csY15" fmla="*/ 202679 h 202577"/>
                <a:gd name="csX16" fmla="*/ 90919 w 139928"/>
                <a:gd name="csY16" fmla="*/ 197043 h 202577"/>
                <a:gd name="csX17" fmla="*/ 81852 w 139928"/>
                <a:gd name="csY17" fmla="*/ 193484 h 202577"/>
                <a:gd name="csX18" fmla="*/ 68857 w 139928"/>
                <a:gd name="csY18" fmla="*/ 192891 h 202577"/>
                <a:gd name="csX19" fmla="*/ 61301 w 139928"/>
                <a:gd name="csY19" fmla="*/ 187849 h 202577"/>
                <a:gd name="csX20" fmla="*/ 62510 w 139928"/>
                <a:gd name="csY20" fmla="*/ 181027 h 202577"/>
                <a:gd name="csX21" fmla="*/ 103008 w 139928"/>
                <a:gd name="csY21" fmla="*/ 22939 h 202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39928" h="202577">
                  <a:moveTo>
                    <a:pt x="103008" y="22939"/>
                  </a:moveTo>
                  <a:cubicBezTo>
                    <a:pt x="105728" y="12262"/>
                    <a:pt x="106634" y="9296"/>
                    <a:pt x="130510" y="9296"/>
                  </a:cubicBezTo>
                  <a:cubicBezTo>
                    <a:pt x="137763" y="9296"/>
                    <a:pt x="140181" y="9296"/>
                    <a:pt x="140181" y="3660"/>
                  </a:cubicBezTo>
                  <a:cubicBezTo>
                    <a:pt x="140181" y="101"/>
                    <a:pt x="136857" y="101"/>
                    <a:pt x="135648" y="101"/>
                  </a:cubicBezTo>
                  <a:cubicBezTo>
                    <a:pt x="126883" y="101"/>
                    <a:pt x="104519" y="991"/>
                    <a:pt x="95754" y="991"/>
                  </a:cubicBezTo>
                  <a:cubicBezTo>
                    <a:pt x="86688" y="991"/>
                    <a:pt x="64626" y="101"/>
                    <a:pt x="55559" y="101"/>
                  </a:cubicBezTo>
                  <a:cubicBezTo>
                    <a:pt x="53443" y="101"/>
                    <a:pt x="49514" y="101"/>
                    <a:pt x="49514" y="6033"/>
                  </a:cubicBezTo>
                  <a:cubicBezTo>
                    <a:pt x="49514" y="9296"/>
                    <a:pt x="52234" y="9296"/>
                    <a:pt x="57977" y="9296"/>
                  </a:cubicBezTo>
                  <a:cubicBezTo>
                    <a:pt x="70670" y="9296"/>
                    <a:pt x="78830" y="9296"/>
                    <a:pt x="78830" y="14931"/>
                  </a:cubicBezTo>
                  <a:cubicBezTo>
                    <a:pt x="78830" y="16414"/>
                    <a:pt x="78830" y="17007"/>
                    <a:pt x="78226" y="19677"/>
                  </a:cubicBezTo>
                  <a:lnTo>
                    <a:pt x="37426" y="179544"/>
                  </a:lnTo>
                  <a:cubicBezTo>
                    <a:pt x="34706" y="190518"/>
                    <a:pt x="33799" y="193484"/>
                    <a:pt x="9923" y="193484"/>
                  </a:cubicBezTo>
                  <a:cubicBezTo>
                    <a:pt x="2972" y="193484"/>
                    <a:pt x="252" y="193484"/>
                    <a:pt x="252" y="199416"/>
                  </a:cubicBezTo>
                  <a:cubicBezTo>
                    <a:pt x="252" y="202679"/>
                    <a:pt x="3879" y="202679"/>
                    <a:pt x="4786" y="202679"/>
                  </a:cubicBezTo>
                  <a:cubicBezTo>
                    <a:pt x="13550" y="202679"/>
                    <a:pt x="35612" y="201789"/>
                    <a:pt x="44377" y="201789"/>
                  </a:cubicBezTo>
                  <a:cubicBezTo>
                    <a:pt x="53443" y="201789"/>
                    <a:pt x="75808" y="202679"/>
                    <a:pt x="84874" y="202679"/>
                  </a:cubicBezTo>
                  <a:cubicBezTo>
                    <a:pt x="87292" y="202679"/>
                    <a:pt x="90919" y="202679"/>
                    <a:pt x="90919" y="197043"/>
                  </a:cubicBezTo>
                  <a:cubicBezTo>
                    <a:pt x="90919" y="193484"/>
                    <a:pt x="88501" y="193484"/>
                    <a:pt x="81852" y="193484"/>
                  </a:cubicBezTo>
                  <a:cubicBezTo>
                    <a:pt x="76412" y="193484"/>
                    <a:pt x="74901" y="193484"/>
                    <a:pt x="68857" y="192891"/>
                  </a:cubicBezTo>
                  <a:cubicBezTo>
                    <a:pt x="62510" y="192298"/>
                    <a:pt x="61301" y="191111"/>
                    <a:pt x="61301" y="187849"/>
                  </a:cubicBezTo>
                  <a:cubicBezTo>
                    <a:pt x="61301" y="185476"/>
                    <a:pt x="61906" y="183103"/>
                    <a:pt x="62510" y="181027"/>
                  </a:cubicBezTo>
                  <a:lnTo>
                    <a:pt x="103008" y="22939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08" name="Freeform 507">
              <a:extLst>
                <a:ext uri="{FF2B5EF4-FFF2-40B4-BE49-F238E27FC236}">
                  <a16:creationId xmlns:a16="http://schemas.microsoft.com/office/drawing/2014/main" id="{020CDAD3-CD62-7200-9034-257F2D6CCD3E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0367249" y="5330705"/>
              <a:ext cx="70115" cy="296599"/>
            </a:xfrm>
            <a:custGeom>
              <a:avLst/>
              <a:gdLst>
                <a:gd name="csX0" fmla="*/ 70373 w 70115"/>
                <a:gd name="csY0" fmla="*/ 148401 h 296599"/>
                <a:gd name="csX1" fmla="*/ 50426 w 70115"/>
                <a:gd name="csY1" fmla="*/ 55862 h 296599"/>
                <a:gd name="csX2" fmla="*/ 3280 w 70115"/>
                <a:gd name="csY2" fmla="*/ 101 h 296599"/>
                <a:gd name="csX3" fmla="*/ 257 w 70115"/>
                <a:gd name="csY3" fmla="*/ 3067 h 296599"/>
                <a:gd name="csX4" fmla="*/ 6000 w 70115"/>
                <a:gd name="csY4" fmla="*/ 9889 h 296599"/>
                <a:gd name="csX5" fmla="*/ 52844 w 70115"/>
                <a:gd name="csY5" fmla="*/ 148401 h 296599"/>
                <a:gd name="csX6" fmla="*/ 4186 w 70115"/>
                <a:gd name="csY6" fmla="*/ 288692 h 296599"/>
                <a:gd name="csX7" fmla="*/ 257 w 70115"/>
                <a:gd name="csY7" fmla="*/ 293735 h 296599"/>
                <a:gd name="csX8" fmla="*/ 3280 w 70115"/>
                <a:gd name="csY8" fmla="*/ 296701 h 296599"/>
                <a:gd name="csX9" fmla="*/ 51333 w 70115"/>
                <a:gd name="csY9" fmla="*/ 238864 h 296599"/>
                <a:gd name="csX10" fmla="*/ 70373 w 70115"/>
                <a:gd name="csY10" fmla="*/ 148401 h 29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115" h="296599">
                  <a:moveTo>
                    <a:pt x="70373" y="148401"/>
                  </a:moveTo>
                  <a:cubicBezTo>
                    <a:pt x="70373" y="125266"/>
                    <a:pt x="67049" y="89378"/>
                    <a:pt x="50426" y="55862"/>
                  </a:cubicBezTo>
                  <a:cubicBezTo>
                    <a:pt x="32293" y="19380"/>
                    <a:pt x="6302" y="101"/>
                    <a:pt x="3280" y="101"/>
                  </a:cubicBezTo>
                  <a:cubicBezTo>
                    <a:pt x="1466" y="101"/>
                    <a:pt x="257" y="1288"/>
                    <a:pt x="257" y="3067"/>
                  </a:cubicBezTo>
                  <a:cubicBezTo>
                    <a:pt x="257" y="3957"/>
                    <a:pt x="257" y="4550"/>
                    <a:pt x="6000" y="9889"/>
                  </a:cubicBezTo>
                  <a:cubicBezTo>
                    <a:pt x="35617" y="39252"/>
                    <a:pt x="52844" y="86412"/>
                    <a:pt x="52844" y="148401"/>
                  </a:cubicBezTo>
                  <a:cubicBezTo>
                    <a:pt x="52844" y="199119"/>
                    <a:pt x="41662" y="251321"/>
                    <a:pt x="4186" y="288692"/>
                  </a:cubicBezTo>
                  <a:cubicBezTo>
                    <a:pt x="257" y="292252"/>
                    <a:pt x="257" y="292845"/>
                    <a:pt x="257" y="293735"/>
                  </a:cubicBezTo>
                  <a:cubicBezTo>
                    <a:pt x="257" y="295514"/>
                    <a:pt x="1466" y="296701"/>
                    <a:pt x="3280" y="296701"/>
                  </a:cubicBezTo>
                  <a:cubicBezTo>
                    <a:pt x="6302" y="296701"/>
                    <a:pt x="33502" y="276532"/>
                    <a:pt x="51333" y="238864"/>
                  </a:cubicBezTo>
                  <a:cubicBezTo>
                    <a:pt x="66746" y="206238"/>
                    <a:pt x="70373" y="173315"/>
                    <a:pt x="70373" y="148401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09" name="Freeform 508">
              <a:extLst>
                <a:ext uri="{FF2B5EF4-FFF2-40B4-BE49-F238E27FC236}">
                  <a16:creationId xmlns:a16="http://schemas.microsoft.com/office/drawing/2014/main" id="{C649360A-46A2-EF5F-28C0-5425669E3F3E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0480670" y="5286603"/>
              <a:ext cx="47388" cy="146164"/>
            </a:xfrm>
            <a:custGeom>
              <a:avLst/>
              <a:gdLst>
                <a:gd name="csX0" fmla="*/ 46804 w 47388"/>
                <a:gd name="csY0" fmla="*/ 6326 h 146164"/>
                <a:gd name="csX1" fmla="*/ 47650 w 47388"/>
                <a:gd name="csY1" fmla="*/ 3004 h 146164"/>
                <a:gd name="csX2" fmla="*/ 44265 w 47388"/>
                <a:gd name="csY2" fmla="*/ 97 h 146164"/>
                <a:gd name="csX3" fmla="*/ 17186 w 47388"/>
                <a:gd name="csY3" fmla="*/ 2173 h 146164"/>
                <a:gd name="csX4" fmla="*/ 12743 w 47388"/>
                <a:gd name="csY4" fmla="*/ 6949 h 146164"/>
                <a:gd name="csX5" fmla="*/ 18032 w 47388"/>
                <a:gd name="csY5" fmla="*/ 9855 h 146164"/>
                <a:gd name="csX6" fmla="*/ 28187 w 47388"/>
                <a:gd name="csY6" fmla="*/ 12970 h 146164"/>
                <a:gd name="csX7" fmla="*/ 27340 w 47388"/>
                <a:gd name="csY7" fmla="*/ 17537 h 146164"/>
                <a:gd name="csX8" fmla="*/ 1108 w 47388"/>
                <a:gd name="csY8" fmla="*/ 120101 h 146164"/>
                <a:gd name="csX9" fmla="*/ 261 w 47388"/>
                <a:gd name="csY9" fmla="*/ 126537 h 146164"/>
                <a:gd name="csX10" fmla="*/ 22475 w 47388"/>
                <a:gd name="csY10" fmla="*/ 146261 h 146164"/>
                <a:gd name="csX11" fmla="*/ 39399 w 47388"/>
                <a:gd name="csY11" fmla="*/ 135257 h 146164"/>
                <a:gd name="csX12" fmla="*/ 46804 w 47388"/>
                <a:gd name="csY12" fmla="*/ 114496 h 146164"/>
                <a:gd name="csX13" fmla="*/ 43419 w 47388"/>
                <a:gd name="csY13" fmla="*/ 111796 h 146164"/>
                <a:gd name="csX14" fmla="*/ 39188 w 47388"/>
                <a:gd name="csY14" fmla="*/ 116779 h 146164"/>
                <a:gd name="csX15" fmla="*/ 23321 w 47388"/>
                <a:gd name="csY15" fmla="*/ 140448 h 146164"/>
                <a:gd name="csX16" fmla="*/ 16128 w 47388"/>
                <a:gd name="csY16" fmla="*/ 130275 h 146164"/>
                <a:gd name="csX17" fmla="*/ 17397 w 47388"/>
                <a:gd name="csY17" fmla="*/ 121762 h 146164"/>
                <a:gd name="csX18" fmla="*/ 46804 w 47388"/>
                <a:gd name="csY18" fmla="*/ 6326 h 146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47388" h="146164">
                  <a:moveTo>
                    <a:pt x="46804" y="6326"/>
                  </a:moveTo>
                  <a:cubicBezTo>
                    <a:pt x="47015" y="5910"/>
                    <a:pt x="47650" y="3211"/>
                    <a:pt x="47650" y="3004"/>
                  </a:cubicBezTo>
                  <a:cubicBezTo>
                    <a:pt x="47650" y="1966"/>
                    <a:pt x="46804" y="97"/>
                    <a:pt x="44265" y="97"/>
                  </a:cubicBezTo>
                  <a:cubicBezTo>
                    <a:pt x="40034" y="97"/>
                    <a:pt x="22475" y="1758"/>
                    <a:pt x="17186" y="2173"/>
                  </a:cubicBezTo>
                  <a:cubicBezTo>
                    <a:pt x="15705" y="2381"/>
                    <a:pt x="12743" y="2589"/>
                    <a:pt x="12743" y="6949"/>
                  </a:cubicBezTo>
                  <a:cubicBezTo>
                    <a:pt x="12743" y="9855"/>
                    <a:pt x="15705" y="9855"/>
                    <a:pt x="18032" y="9855"/>
                  </a:cubicBezTo>
                  <a:cubicBezTo>
                    <a:pt x="28187" y="9855"/>
                    <a:pt x="28187" y="11309"/>
                    <a:pt x="28187" y="12970"/>
                  </a:cubicBezTo>
                  <a:cubicBezTo>
                    <a:pt x="28187" y="14423"/>
                    <a:pt x="27764" y="15669"/>
                    <a:pt x="27340" y="17537"/>
                  </a:cubicBezTo>
                  <a:lnTo>
                    <a:pt x="1108" y="120101"/>
                  </a:lnTo>
                  <a:cubicBezTo>
                    <a:pt x="473" y="122177"/>
                    <a:pt x="261" y="124461"/>
                    <a:pt x="261" y="126537"/>
                  </a:cubicBezTo>
                  <a:cubicBezTo>
                    <a:pt x="261" y="139825"/>
                    <a:pt x="12320" y="146261"/>
                    <a:pt x="22475" y="146261"/>
                  </a:cubicBezTo>
                  <a:cubicBezTo>
                    <a:pt x="27552" y="146261"/>
                    <a:pt x="33899" y="144600"/>
                    <a:pt x="39399" y="135257"/>
                  </a:cubicBezTo>
                  <a:cubicBezTo>
                    <a:pt x="43842" y="127576"/>
                    <a:pt x="46804" y="115326"/>
                    <a:pt x="46804" y="114496"/>
                  </a:cubicBezTo>
                  <a:cubicBezTo>
                    <a:pt x="46804" y="111796"/>
                    <a:pt x="44053" y="111796"/>
                    <a:pt x="43419" y="111796"/>
                  </a:cubicBezTo>
                  <a:cubicBezTo>
                    <a:pt x="40457" y="111796"/>
                    <a:pt x="40034" y="113042"/>
                    <a:pt x="39188" y="116779"/>
                  </a:cubicBezTo>
                  <a:cubicBezTo>
                    <a:pt x="36437" y="127160"/>
                    <a:pt x="32418" y="140448"/>
                    <a:pt x="23321" y="140448"/>
                  </a:cubicBezTo>
                  <a:cubicBezTo>
                    <a:pt x="17609" y="140448"/>
                    <a:pt x="16128" y="135257"/>
                    <a:pt x="16128" y="130275"/>
                  </a:cubicBezTo>
                  <a:cubicBezTo>
                    <a:pt x="16128" y="127991"/>
                    <a:pt x="16763" y="124046"/>
                    <a:pt x="17397" y="121762"/>
                  </a:cubicBezTo>
                  <a:lnTo>
                    <a:pt x="46804" y="6326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10" name="Freeform 509">
              <a:extLst>
                <a:ext uri="{FF2B5EF4-FFF2-40B4-BE49-F238E27FC236}">
                  <a16:creationId xmlns:a16="http://schemas.microsoft.com/office/drawing/2014/main" id="{1C0640D8-9E1F-F7FF-0C45-6559F169E450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0577546" y="5330705"/>
              <a:ext cx="70115" cy="296599"/>
            </a:xfrm>
            <a:custGeom>
              <a:avLst/>
              <a:gdLst>
                <a:gd name="csX0" fmla="*/ 70380 w 70115"/>
                <a:gd name="csY0" fmla="*/ 148401 h 296599"/>
                <a:gd name="csX1" fmla="*/ 50433 w 70115"/>
                <a:gd name="csY1" fmla="*/ 55862 h 296599"/>
                <a:gd name="csX2" fmla="*/ 3287 w 70115"/>
                <a:gd name="csY2" fmla="*/ 101 h 296599"/>
                <a:gd name="csX3" fmla="*/ 264 w 70115"/>
                <a:gd name="csY3" fmla="*/ 3067 h 296599"/>
                <a:gd name="csX4" fmla="*/ 6007 w 70115"/>
                <a:gd name="csY4" fmla="*/ 9889 h 296599"/>
                <a:gd name="csX5" fmla="*/ 52851 w 70115"/>
                <a:gd name="csY5" fmla="*/ 148401 h 296599"/>
                <a:gd name="csX6" fmla="*/ 4193 w 70115"/>
                <a:gd name="csY6" fmla="*/ 288692 h 296599"/>
                <a:gd name="csX7" fmla="*/ 264 w 70115"/>
                <a:gd name="csY7" fmla="*/ 293735 h 296599"/>
                <a:gd name="csX8" fmla="*/ 3287 w 70115"/>
                <a:gd name="csY8" fmla="*/ 296701 h 296599"/>
                <a:gd name="csX9" fmla="*/ 51340 w 70115"/>
                <a:gd name="csY9" fmla="*/ 238864 h 296599"/>
                <a:gd name="csX10" fmla="*/ 70380 w 70115"/>
                <a:gd name="csY10" fmla="*/ 148401 h 29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115" h="296599">
                  <a:moveTo>
                    <a:pt x="70380" y="148401"/>
                  </a:moveTo>
                  <a:cubicBezTo>
                    <a:pt x="70380" y="125266"/>
                    <a:pt x="67055" y="89378"/>
                    <a:pt x="50433" y="55862"/>
                  </a:cubicBezTo>
                  <a:cubicBezTo>
                    <a:pt x="32300" y="19380"/>
                    <a:pt x="6309" y="101"/>
                    <a:pt x="3287" y="101"/>
                  </a:cubicBezTo>
                  <a:cubicBezTo>
                    <a:pt x="1473" y="101"/>
                    <a:pt x="264" y="1288"/>
                    <a:pt x="264" y="3067"/>
                  </a:cubicBezTo>
                  <a:cubicBezTo>
                    <a:pt x="264" y="3957"/>
                    <a:pt x="264" y="4550"/>
                    <a:pt x="6007" y="9889"/>
                  </a:cubicBezTo>
                  <a:cubicBezTo>
                    <a:pt x="35624" y="39252"/>
                    <a:pt x="52851" y="86412"/>
                    <a:pt x="52851" y="148401"/>
                  </a:cubicBezTo>
                  <a:cubicBezTo>
                    <a:pt x="52851" y="199119"/>
                    <a:pt x="41669" y="251321"/>
                    <a:pt x="4193" y="288692"/>
                  </a:cubicBezTo>
                  <a:cubicBezTo>
                    <a:pt x="264" y="292252"/>
                    <a:pt x="264" y="292845"/>
                    <a:pt x="264" y="293735"/>
                  </a:cubicBezTo>
                  <a:cubicBezTo>
                    <a:pt x="264" y="295514"/>
                    <a:pt x="1473" y="296701"/>
                    <a:pt x="3287" y="296701"/>
                  </a:cubicBezTo>
                  <a:cubicBezTo>
                    <a:pt x="6309" y="296701"/>
                    <a:pt x="33509" y="276532"/>
                    <a:pt x="51340" y="238864"/>
                  </a:cubicBezTo>
                  <a:cubicBezTo>
                    <a:pt x="66753" y="206238"/>
                    <a:pt x="70380" y="173315"/>
                    <a:pt x="70380" y="148401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6763DE36-2888-63C2-63DD-F1CB9982D257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0703842" y="5521715"/>
              <a:ext cx="35359" cy="88683"/>
            </a:xfrm>
            <a:custGeom>
              <a:avLst/>
              <a:gdLst>
                <a:gd name="csX0" fmla="*/ 35628 w 35359"/>
                <a:gd name="csY0" fmla="*/ 31244 h 88683"/>
                <a:gd name="csX1" fmla="*/ 16286 w 35359"/>
                <a:gd name="csY1" fmla="*/ 101 h 88683"/>
                <a:gd name="csX2" fmla="*/ 268 w 35359"/>
                <a:gd name="csY2" fmla="*/ 15821 h 88683"/>
                <a:gd name="csX3" fmla="*/ 16286 w 35359"/>
                <a:gd name="csY3" fmla="*/ 31541 h 88683"/>
                <a:gd name="csX4" fmla="*/ 26864 w 35359"/>
                <a:gd name="csY4" fmla="*/ 27685 h 88683"/>
                <a:gd name="csX5" fmla="*/ 28375 w 35359"/>
                <a:gd name="csY5" fmla="*/ 26795 h 88683"/>
                <a:gd name="csX6" fmla="*/ 28979 w 35359"/>
                <a:gd name="csY6" fmla="*/ 31244 h 88683"/>
                <a:gd name="csX7" fmla="*/ 8428 w 35359"/>
                <a:gd name="csY7" fmla="*/ 80776 h 88683"/>
                <a:gd name="csX8" fmla="*/ 5104 w 35359"/>
                <a:gd name="csY8" fmla="*/ 85522 h 88683"/>
                <a:gd name="csX9" fmla="*/ 8126 w 35359"/>
                <a:gd name="csY9" fmla="*/ 88784 h 88683"/>
                <a:gd name="csX10" fmla="*/ 35628 w 35359"/>
                <a:gd name="csY10" fmla="*/ 31244 h 886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359" h="88683">
                  <a:moveTo>
                    <a:pt x="35628" y="31244"/>
                  </a:moveTo>
                  <a:cubicBezTo>
                    <a:pt x="35628" y="11669"/>
                    <a:pt x="28073" y="101"/>
                    <a:pt x="16286" y="101"/>
                  </a:cubicBezTo>
                  <a:cubicBezTo>
                    <a:pt x="6313" y="101"/>
                    <a:pt x="268" y="7516"/>
                    <a:pt x="268" y="15821"/>
                  </a:cubicBezTo>
                  <a:cubicBezTo>
                    <a:pt x="268" y="23829"/>
                    <a:pt x="6313" y="31541"/>
                    <a:pt x="16286" y="31541"/>
                  </a:cubicBezTo>
                  <a:cubicBezTo>
                    <a:pt x="19913" y="31541"/>
                    <a:pt x="23842" y="30354"/>
                    <a:pt x="26864" y="27685"/>
                  </a:cubicBezTo>
                  <a:cubicBezTo>
                    <a:pt x="27770" y="27092"/>
                    <a:pt x="28073" y="26795"/>
                    <a:pt x="28375" y="26795"/>
                  </a:cubicBezTo>
                  <a:cubicBezTo>
                    <a:pt x="28677" y="26795"/>
                    <a:pt x="28979" y="27092"/>
                    <a:pt x="28979" y="31244"/>
                  </a:cubicBezTo>
                  <a:cubicBezTo>
                    <a:pt x="28979" y="53193"/>
                    <a:pt x="18402" y="70988"/>
                    <a:pt x="8428" y="80776"/>
                  </a:cubicBezTo>
                  <a:cubicBezTo>
                    <a:pt x="5104" y="84039"/>
                    <a:pt x="5104" y="84632"/>
                    <a:pt x="5104" y="85522"/>
                  </a:cubicBezTo>
                  <a:cubicBezTo>
                    <a:pt x="5104" y="87598"/>
                    <a:pt x="6615" y="88784"/>
                    <a:pt x="8126" y="88784"/>
                  </a:cubicBezTo>
                  <a:cubicBezTo>
                    <a:pt x="11450" y="88784"/>
                    <a:pt x="35628" y="65946"/>
                    <a:pt x="35628" y="31244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12" name="Freeform 511">
              <a:extLst>
                <a:ext uri="{FF2B5EF4-FFF2-40B4-BE49-F238E27FC236}">
                  <a16:creationId xmlns:a16="http://schemas.microsoft.com/office/drawing/2014/main" id="{54DC25E9-07D8-BE70-1C22-55828E76801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0812171" y="5347314"/>
              <a:ext cx="168035" cy="212365"/>
            </a:xfrm>
            <a:custGeom>
              <a:avLst/>
              <a:gdLst>
                <a:gd name="csX0" fmla="*/ 166797 w 168035"/>
                <a:gd name="csY0" fmla="*/ 11372 h 212365"/>
                <a:gd name="csX1" fmla="*/ 168308 w 168035"/>
                <a:gd name="csY1" fmla="*/ 6033 h 212365"/>
                <a:gd name="csX2" fmla="*/ 162264 w 168035"/>
                <a:gd name="csY2" fmla="*/ 101 h 212365"/>
                <a:gd name="csX3" fmla="*/ 155313 w 168035"/>
                <a:gd name="csY3" fmla="*/ 6923 h 212365"/>
                <a:gd name="csX4" fmla="*/ 130228 w 168035"/>
                <a:gd name="csY4" fmla="*/ 72175 h 212365"/>
                <a:gd name="csX5" fmla="*/ 38353 w 168035"/>
                <a:gd name="csY5" fmla="*/ 72175 h 212365"/>
                <a:gd name="csX6" fmla="*/ 13268 w 168035"/>
                <a:gd name="csY6" fmla="*/ 6923 h 212365"/>
                <a:gd name="csX7" fmla="*/ 6317 w 168035"/>
                <a:gd name="csY7" fmla="*/ 101 h 212365"/>
                <a:gd name="csX8" fmla="*/ 273 w 168035"/>
                <a:gd name="csY8" fmla="*/ 6033 h 212365"/>
                <a:gd name="csX9" fmla="*/ 2086 w 168035"/>
                <a:gd name="csY9" fmla="*/ 11372 h 212365"/>
                <a:gd name="csX10" fmla="*/ 77339 w 168035"/>
                <a:gd name="csY10" fmla="*/ 205645 h 212365"/>
                <a:gd name="csX11" fmla="*/ 84290 w 168035"/>
                <a:gd name="csY11" fmla="*/ 212466 h 212365"/>
                <a:gd name="csX12" fmla="*/ 90939 w 168035"/>
                <a:gd name="csY12" fmla="*/ 206238 h 212365"/>
                <a:gd name="csX13" fmla="*/ 166797 w 168035"/>
                <a:gd name="csY13" fmla="*/ 11372 h 212365"/>
                <a:gd name="csX14" fmla="*/ 43188 w 168035"/>
                <a:gd name="csY14" fmla="*/ 84039 h 212365"/>
                <a:gd name="csX15" fmla="*/ 125393 w 168035"/>
                <a:gd name="csY15" fmla="*/ 84039 h 212365"/>
                <a:gd name="csX16" fmla="*/ 84290 w 168035"/>
                <a:gd name="csY16" fmla="*/ 189628 h 212365"/>
                <a:gd name="csX17" fmla="*/ 43188 w 168035"/>
                <a:gd name="csY17" fmla="*/ 84039 h 212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68035" h="212365">
                  <a:moveTo>
                    <a:pt x="166797" y="11372"/>
                  </a:moveTo>
                  <a:cubicBezTo>
                    <a:pt x="168308" y="8109"/>
                    <a:pt x="168308" y="7516"/>
                    <a:pt x="168308" y="6033"/>
                  </a:cubicBezTo>
                  <a:cubicBezTo>
                    <a:pt x="168308" y="3067"/>
                    <a:pt x="165890" y="101"/>
                    <a:pt x="162264" y="101"/>
                  </a:cubicBezTo>
                  <a:cubicBezTo>
                    <a:pt x="158335" y="101"/>
                    <a:pt x="156522" y="3660"/>
                    <a:pt x="155313" y="6923"/>
                  </a:cubicBezTo>
                  <a:lnTo>
                    <a:pt x="130228" y="72175"/>
                  </a:lnTo>
                  <a:lnTo>
                    <a:pt x="38353" y="72175"/>
                  </a:lnTo>
                  <a:lnTo>
                    <a:pt x="13268" y="6923"/>
                  </a:lnTo>
                  <a:cubicBezTo>
                    <a:pt x="11757" y="2771"/>
                    <a:pt x="10246" y="101"/>
                    <a:pt x="6317" y="101"/>
                  </a:cubicBezTo>
                  <a:cubicBezTo>
                    <a:pt x="3295" y="101"/>
                    <a:pt x="273" y="3067"/>
                    <a:pt x="273" y="6033"/>
                  </a:cubicBezTo>
                  <a:cubicBezTo>
                    <a:pt x="273" y="6626"/>
                    <a:pt x="273" y="7220"/>
                    <a:pt x="2086" y="11372"/>
                  </a:cubicBezTo>
                  <a:lnTo>
                    <a:pt x="77339" y="205645"/>
                  </a:lnTo>
                  <a:cubicBezTo>
                    <a:pt x="78850" y="209797"/>
                    <a:pt x="80362" y="212466"/>
                    <a:pt x="84290" y="212466"/>
                  </a:cubicBezTo>
                  <a:cubicBezTo>
                    <a:pt x="88522" y="212466"/>
                    <a:pt x="89730" y="209204"/>
                    <a:pt x="90939" y="206238"/>
                  </a:cubicBezTo>
                  <a:lnTo>
                    <a:pt x="166797" y="11372"/>
                  </a:lnTo>
                  <a:close/>
                  <a:moveTo>
                    <a:pt x="43188" y="84039"/>
                  </a:moveTo>
                  <a:lnTo>
                    <a:pt x="125393" y="84039"/>
                  </a:lnTo>
                  <a:lnTo>
                    <a:pt x="84290" y="189628"/>
                  </a:lnTo>
                  <a:lnTo>
                    <a:pt x="43188" y="84039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13" name="Freeform 512">
              <a:extLst>
                <a:ext uri="{FF2B5EF4-FFF2-40B4-BE49-F238E27FC236}">
                  <a16:creationId xmlns:a16="http://schemas.microsoft.com/office/drawing/2014/main" id="{683D56FD-34AD-A3C7-C823-7FD5BF477BDC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0993370" y="5347314"/>
              <a:ext cx="64675" cy="209102"/>
            </a:xfrm>
            <a:custGeom>
              <a:avLst/>
              <a:gdLst>
                <a:gd name="csX0" fmla="*/ 64954 w 64675"/>
                <a:gd name="csY0" fmla="*/ 3364 h 209102"/>
                <a:gd name="csX1" fmla="*/ 61025 w 64675"/>
                <a:gd name="csY1" fmla="*/ 101 h 209102"/>
                <a:gd name="csX2" fmla="*/ 24154 w 64675"/>
                <a:gd name="csY2" fmla="*/ 3067 h 209102"/>
                <a:gd name="csX3" fmla="*/ 18412 w 64675"/>
                <a:gd name="csY3" fmla="*/ 9296 h 209102"/>
                <a:gd name="csX4" fmla="*/ 25967 w 64675"/>
                <a:gd name="csY4" fmla="*/ 12558 h 209102"/>
                <a:gd name="csX5" fmla="*/ 40776 w 64675"/>
                <a:gd name="csY5" fmla="*/ 17601 h 209102"/>
                <a:gd name="csX6" fmla="*/ 39869 w 64675"/>
                <a:gd name="csY6" fmla="*/ 23533 h 209102"/>
                <a:gd name="csX7" fmla="*/ 1789 w 64675"/>
                <a:gd name="csY7" fmla="*/ 171832 h 209102"/>
                <a:gd name="csX8" fmla="*/ 278 w 64675"/>
                <a:gd name="csY8" fmla="*/ 181917 h 209102"/>
                <a:gd name="csX9" fmla="*/ 27780 w 64675"/>
                <a:gd name="csY9" fmla="*/ 209204 h 209102"/>
                <a:gd name="csX10" fmla="*/ 50447 w 64675"/>
                <a:gd name="csY10" fmla="*/ 192594 h 209102"/>
                <a:gd name="csX11" fmla="*/ 59514 w 64675"/>
                <a:gd name="csY11" fmla="*/ 163527 h 209102"/>
                <a:gd name="csX12" fmla="*/ 55887 w 64675"/>
                <a:gd name="csY12" fmla="*/ 160561 h 209102"/>
                <a:gd name="csX13" fmla="*/ 51656 w 64675"/>
                <a:gd name="csY13" fmla="*/ 165900 h 209102"/>
                <a:gd name="csX14" fmla="*/ 28687 w 64675"/>
                <a:gd name="csY14" fmla="*/ 202679 h 209102"/>
                <a:gd name="csX15" fmla="*/ 19620 w 64675"/>
                <a:gd name="csY15" fmla="*/ 189035 h 209102"/>
                <a:gd name="csX16" fmla="*/ 21434 w 64675"/>
                <a:gd name="csY16" fmla="*/ 174798 h 209102"/>
                <a:gd name="csX17" fmla="*/ 64954 w 64675"/>
                <a:gd name="csY17" fmla="*/ 3364 h 2091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675" h="209102">
                  <a:moveTo>
                    <a:pt x="64954" y="3364"/>
                  </a:moveTo>
                  <a:cubicBezTo>
                    <a:pt x="64954" y="3067"/>
                    <a:pt x="64954" y="101"/>
                    <a:pt x="61025" y="101"/>
                  </a:cubicBezTo>
                  <a:cubicBezTo>
                    <a:pt x="54074" y="101"/>
                    <a:pt x="32012" y="2474"/>
                    <a:pt x="24154" y="3067"/>
                  </a:cubicBezTo>
                  <a:cubicBezTo>
                    <a:pt x="21736" y="3364"/>
                    <a:pt x="18412" y="3660"/>
                    <a:pt x="18412" y="9296"/>
                  </a:cubicBezTo>
                  <a:cubicBezTo>
                    <a:pt x="18412" y="12558"/>
                    <a:pt x="21434" y="12558"/>
                    <a:pt x="25967" y="12558"/>
                  </a:cubicBezTo>
                  <a:cubicBezTo>
                    <a:pt x="40474" y="12558"/>
                    <a:pt x="40776" y="15228"/>
                    <a:pt x="40776" y="17601"/>
                  </a:cubicBezTo>
                  <a:lnTo>
                    <a:pt x="39869" y="23533"/>
                  </a:lnTo>
                  <a:lnTo>
                    <a:pt x="1789" y="171832"/>
                  </a:lnTo>
                  <a:cubicBezTo>
                    <a:pt x="883" y="175095"/>
                    <a:pt x="278" y="177171"/>
                    <a:pt x="278" y="181917"/>
                  </a:cubicBezTo>
                  <a:cubicBezTo>
                    <a:pt x="278" y="198823"/>
                    <a:pt x="13576" y="209204"/>
                    <a:pt x="27780" y="209204"/>
                  </a:cubicBezTo>
                  <a:cubicBezTo>
                    <a:pt x="37754" y="209204"/>
                    <a:pt x="45309" y="203272"/>
                    <a:pt x="50447" y="192594"/>
                  </a:cubicBezTo>
                  <a:cubicBezTo>
                    <a:pt x="55887" y="181323"/>
                    <a:pt x="59514" y="164121"/>
                    <a:pt x="59514" y="163527"/>
                  </a:cubicBezTo>
                  <a:cubicBezTo>
                    <a:pt x="59514" y="160561"/>
                    <a:pt x="56794" y="160561"/>
                    <a:pt x="55887" y="160561"/>
                  </a:cubicBezTo>
                  <a:cubicBezTo>
                    <a:pt x="52865" y="160561"/>
                    <a:pt x="52563" y="161748"/>
                    <a:pt x="51656" y="165900"/>
                  </a:cubicBezTo>
                  <a:cubicBezTo>
                    <a:pt x="46518" y="185179"/>
                    <a:pt x="40776" y="202679"/>
                    <a:pt x="28687" y="202679"/>
                  </a:cubicBezTo>
                  <a:cubicBezTo>
                    <a:pt x="19620" y="202679"/>
                    <a:pt x="19620" y="193187"/>
                    <a:pt x="19620" y="189035"/>
                  </a:cubicBezTo>
                  <a:cubicBezTo>
                    <a:pt x="19620" y="181917"/>
                    <a:pt x="19923" y="180434"/>
                    <a:pt x="21434" y="174798"/>
                  </a:cubicBezTo>
                  <a:lnTo>
                    <a:pt x="64954" y="3364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14" name="Freeform 513">
              <a:extLst>
                <a:ext uri="{FF2B5EF4-FFF2-40B4-BE49-F238E27FC236}">
                  <a16:creationId xmlns:a16="http://schemas.microsoft.com/office/drawing/2014/main" id="{054C58FD-E01E-35E0-C5EF-E0999C4D4AE5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1185229" y="5392991"/>
              <a:ext cx="151111" cy="172027"/>
            </a:xfrm>
            <a:custGeom>
              <a:avLst/>
              <a:gdLst>
                <a:gd name="csX0" fmla="*/ 140817 w 151111"/>
                <a:gd name="csY0" fmla="*/ 92047 h 172027"/>
                <a:gd name="csX1" fmla="*/ 151395 w 151111"/>
                <a:gd name="csY1" fmla="*/ 86115 h 172027"/>
                <a:gd name="csX2" fmla="*/ 140817 w 151111"/>
                <a:gd name="csY2" fmla="*/ 80183 h 172027"/>
                <a:gd name="csX3" fmla="*/ 12675 w 151111"/>
                <a:gd name="csY3" fmla="*/ 80183 h 172027"/>
                <a:gd name="csX4" fmla="*/ 93671 w 151111"/>
                <a:gd name="csY4" fmla="*/ 11965 h 172027"/>
                <a:gd name="csX5" fmla="*/ 140817 w 151111"/>
                <a:gd name="csY5" fmla="*/ 11965 h 172027"/>
                <a:gd name="csX6" fmla="*/ 151395 w 151111"/>
                <a:gd name="csY6" fmla="*/ 6033 h 172027"/>
                <a:gd name="csX7" fmla="*/ 140817 w 151111"/>
                <a:gd name="csY7" fmla="*/ 101 h 172027"/>
                <a:gd name="csX8" fmla="*/ 93066 w 151111"/>
                <a:gd name="csY8" fmla="*/ 101 h 172027"/>
                <a:gd name="csX9" fmla="*/ 284 w 151111"/>
                <a:gd name="csY9" fmla="*/ 86115 h 172027"/>
                <a:gd name="csX10" fmla="*/ 93066 w 151111"/>
                <a:gd name="csY10" fmla="*/ 172129 h 172027"/>
                <a:gd name="csX11" fmla="*/ 140817 w 151111"/>
                <a:gd name="csY11" fmla="*/ 172129 h 172027"/>
                <a:gd name="csX12" fmla="*/ 151395 w 151111"/>
                <a:gd name="csY12" fmla="*/ 166197 h 172027"/>
                <a:gd name="csX13" fmla="*/ 140817 w 151111"/>
                <a:gd name="csY13" fmla="*/ 160265 h 172027"/>
                <a:gd name="csX14" fmla="*/ 93671 w 151111"/>
                <a:gd name="csY14" fmla="*/ 160265 h 172027"/>
                <a:gd name="csX15" fmla="*/ 12675 w 151111"/>
                <a:gd name="csY15" fmla="*/ 92047 h 172027"/>
                <a:gd name="csX16" fmla="*/ 140817 w 151111"/>
                <a:gd name="csY16" fmla="*/ 92047 h 172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1111" h="172027">
                  <a:moveTo>
                    <a:pt x="140817" y="92047"/>
                  </a:moveTo>
                  <a:cubicBezTo>
                    <a:pt x="145955" y="92047"/>
                    <a:pt x="151395" y="92047"/>
                    <a:pt x="151395" y="86115"/>
                  </a:cubicBezTo>
                  <a:cubicBezTo>
                    <a:pt x="151395" y="80183"/>
                    <a:pt x="145955" y="80183"/>
                    <a:pt x="140817" y="80183"/>
                  </a:cubicBezTo>
                  <a:lnTo>
                    <a:pt x="12675" y="80183"/>
                  </a:lnTo>
                  <a:cubicBezTo>
                    <a:pt x="16302" y="40439"/>
                    <a:pt x="51057" y="11965"/>
                    <a:pt x="93671" y="11965"/>
                  </a:cubicBezTo>
                  <a:lnTo>
                    <a:pt x="140817" y="11965"/>
                  </a:lnTo>
                  <a:cubicBezTo>
                    <a:pt x="145955" y="11965"/>
                    <a:pt x="151395" y="11965"/>
                    <a:pt x="151395" y="6033"/>
                  </a:cubicBezTo>
                  <a:cubicBezTo>
                    <a:pt x="151395" y="101"/>
                    <a:pt x="145955" y="101"/>
                    <a:pt x="140817" y="101"/>
                  </a:cubicBezTo>
                  <a:lnTo>
                    <a:pt x="93066" y="101"/>
                  </a:lnTo>
                  <a:cubicBezTo>
                    <a:pt x="41386" y="101"/>
                    <a:pt x="284" y="38659"/>
                    <a:pt x="284" y="86115"/>
                  </a:cubicBezTo>
                  <a:cubicBezTo>
                    <a:pt x="284" y="133571"/>
                    <a:pt x="41386" y="172129"/>
                    <a:pt x="93066" y="172129"/>
                  </a:cubicBezTo>
                  <a:lnTo>
                    <a:pt x="140817" y="172129"/>
                  </a:lnTo>
                  <a:cubicBezTo>
                    <a:pt x="145955" y="172129"/>
                    <a:pt x="151395" y="172129"/>
                    <a:pt x="151395" y="166197"/>
                  </a:cubicBezTo>
                  <a:cubicBezTo>
                    <a:pt x="151395" y="160265"/>
                    <a:pt x="145955" y="160265"/>
                    <a:pt x="140817" y="160265"/>
                  </a:cubicBezTo>
                  <a:lnTo>
                    <a:pt x="93671" y="160265"/>
                  </a:lnTo>
                  <a:cubicBezTo>
                    <a:pt x="51057" y="160265"/>
                    <a:pt x="16302" y="131791"/>
                    <a:pt x="12675" y="92047"/>
                  </a:cubicBezTo>
                  <a:lnTo>
                    <a:pt x="140817" y="92047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15" name="Freeform 514">
              <a:extLst>
                <a:ext uri="{FF2B5EF4-FFF2-40B4-BE49-F238E27FC236}">
                  <a16:creationId xmlns:a16="http://schemas.microsoft.com/office/drawing/2014/main" id="{C8700E99-D6FE-692E-01A1-A05111B5A91B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1467336" y="5330705"/>
              <a:ext cx="107288" cy="296599"/>
            </a:xfrm>
            <a:custGeom>
              <a:avLst/>
              <a:gdLst>
                <a:gd name="csX0" fmla="*/ 64062 w 107288"/>
                <a:gd name="csY0" fmla="*/ 39549 h 296599"/>
                <a:gd name="csX1" fmla="*/ 104862 w 107288"/>
                <a:gd name="csY1" fmla="*/ 6626 h 296599"/>
                <a:gd name="csX2" fmla="*/ 107582 w 107288"/>
                <a:gd name="csY2" fmla="*/ 3364 h 296599"/>
                <a:gd name="csX3" fmla="*/ 101840 w 107288"/>
                <a:gd name="csY3" fmla="*/ 101 h 296599"/>
                <a:gd name="csX4" fmla="*/ 43814 w 107288"/>
                <a:gd name="csY4" fmla="*/ 37176 h 296599"/>
                <a:gd name="csX5" fmla="*/ 43814 w 107288"/>
                <a:gd name="csY5" fmla="*/ 104801 h 296599"/>
                <a:gd name="csX6" fmla="*/ 31725 w 107288"/>
                <a:gd name="csY6" fmla="*/ 135647 h 296599"/>
                <a:gd name="csX7" fmla="*/ 3014 w 107288"/>
                <a:gd name="csY7" fmla="*/ 145138 h 296599"/>
                <a:gd name="csX8" fmla="*/ 294 w 107288"/>
                <a:gd name="csY8" fmla="*/ 148401 h 296599"/>
                <a:gd name="csX9" fmla="*/ 5129 w 107288"/>
                <a:gd name="csY9" fmla="*/ 151663 h 296599"/>
                <a:gd name="csX10" fmla="*/ 42907 w 107288"/>
                <a:gd name="csY10" fmla="*/ 178061 h 296599"/>
                <a:gd name="csX11" fmla="*/ 43814 w 107288"/>
                <a:gd name="csY11" fmla="*/ 192594 h 296599"/>
                <a:gd name="csX12" fmla="*/ 43814 w 107288"/>
                <a:gd name="csY12" fmla="*/ 251321 h 296599"/>
                <a:gd name="csX13" fmla="*/ 58320 w 107288"/>
                <a:gd name="csY13" fmla="*/ 284540 h 296599"/>
                <a:gd name="csX14" fmla="*/ 101840 w 107288"/>
                <a:gd name="csY14" fmla="*/ 296701 h 296599"/>
                <a:gd name="csX15" fmla="*/ 107582 w 107288"/>
                <a:gd name="csY15" fmla="*/ 293438 h 296599"/>
                <a:gd name="csX16" fmla="*/ 102747 w 107288"/>
                <a:gd name="csY16" fmla="*/ 290175 h 296599"/>
                <a:gd name="csX17" fmla="*/ 64969 w 107288"/>
                <a:gd name="csY17" fmla="*/ 264371 h 296599"/>
                <a:gd name="csX18" fmla="*/ 64062 w 107288"/>
                <a:gd name="csY18" fmla="*/ 250431 h 296599"/>
                <a:gd name="csX19" fmla="*/ 64062 w 107288"/>
                <a:gd name="csY19" fmla="*/ 188145 h 296599"/>
                <a:gd name="csX20" fmla="*/ 51974 w 107288"/>
                <a:gd name="csY20" fmla="*/ 159968 h 296599"/>
                <a:gd name="csX21" fmla="*/ 28400 w 107288"/>
                <a:gd name="csY21" fmla="*/ 148401 h 296599"/>
                <a:gd name="csX22" fmla="*/ 64062 w 107288"/>
                <a:gd name="csY22" fmla="*/ 110733 h 296599"/>
                <a:gd name="csX23" fmla="*/ 64062 w 107288"/>
                <a:gd name="csY23" fmla="*/ 39549 h 29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07288" h="296599">
                  <a:moveTo>
                    <a:pt x="64062" y="39549"/>
                  </a:moveTo>
                  <a:cubicBezTo>
                    <a:pt x="64062" y="27685"/>
                    <a:pt x="71920" y="8703"/>
                    <a:pt x="104862" y="6626"/>
                  </a:cubicBezTo>
                  <a:cubicBezTo>
                    <a:pt x="106374" y="6330"/>
                    <a:pt x="107582" y="5143"/>
                    <a:pt x="107582" y="3364"/>
                  </a:cubicBezTo>
                  <a:cubicBezTo>
                    <a:pt x="107582" y="101"/>
                    <a:pt x="105165" y="101"/>
                    <a:pt x="101840" y="101"/>
                  </a:cubicBezTo>
                  <a:cubicBezTo>
                    <a:pt x="71618" y="101"/>
                    <a:pt x="44116" y="15228"/>
                    <a:pt x="43814" y="37176"/>
                  </a:cubicBezTo>
                  <a:lnTo>
                    <a:pt x="43814" y="104801"/>
                  </a:lnTo>
                  <a:cubicBezTo>
                    <a:pt x="43814" y="116368"/>
                    <a:pt x="43814" y="125859"/>
                    <a:pt x="31725" y="135647"/>
                  </a:cubicBezTo>
                  <a:cubicBezTo>
                    <a:pt x="21147" y="144249"/>
                    <a:pt x="9662" y="144842"/>
                    <a:pt x="3014" y="145138"/>
                  </a:cubicBezTo>
                  <a:cubicBezTo>
                    <a:pt x="1502" y="145435"/>
                    <a:pt x="294" y="146621"/>
                    <a:pt x="294" y="148401"/>
                  </a:cubicBezTo>
                  <a:cubicBezTo>
                    <a:pt x="294" y="151367"/>
                    <a:pt x="2107" y="151367"/>
                    <a:pt x="5129" y="151663"/>
                  </a:cubicBezTo>
                  <a:cubicBezTo>
                    <a:pt x="25076" y="152850"/>
                    <a:pt x="39582" y="163527"/>
                    <a:pt x="42907" y="178061"/>
                  </a:cubicBezTo>
                  <a:cubicBezTo>
                    <a:pt x="43814" y="181323"/>
                    <a:pt x="43814" y="181917"/>
                    <a:pt x="43814" y="192594"/>
                  </a:cubicBezTo>
                  <a:lnTo>
                    <a:pt x="43814" y="251321"/>
                  </a:lnTo>
                  <a:cubicBezTo>
                    <a:pt x="43814" y="263778"/>
                    <a:pt x="43814" y="273269"/>
                    <a:pt x="58320" y="284540"/>
                  </a:cubicBezTo>
                  <a:cubicBezTo>
                    <a:pt x="70107" y="293438"/>
                    <a:pt x="90054" y="296701"/>
                    <a:pt x="101840" y="296701"/>
                  </a:cubicBezTo>
                  <a:cubicBezTo>
                    <a:pt x="105165" y="296701"/>
                    <a:pt x="107582" y="296701"/>
                    <a:pt x="107582" y="293438"/>
                  </a:cubicBezTo>
                  <a:cubicBezTo>
                    <a:pt x="107582" y="290472"/>
                    <a:pt x="105769" y="290472"/>
                    <a:pt x="102747" y="290175"/>
                  </a:cubicBezTo>
                  <a:cubicBezTo>
                    <a:pt x="83707" y="288989"/>
                    <a:pt x="68898" y="279498"/>
                    <a:pt x="64969" y="264371"/>
                  </a:cubicBezTo>
                  <a:cubicBezTo>
                    <a:pt x="64062" y="261702"/>
                    <a:pt x="64062" y="261109"/>
                    <a:pt x="64062" y="250431"/>
                  </a:cubicBezTo>
                  <a:lnTo>
                    <a:pt x="64062" y="188145"/>
                  </a:lnTo>
                  <a:cubicBezTo>
                    <a:pt x="64062" y="174502"/>
                    <a:pt x="61645" y="169459"/>
                    <a:pt x="51974" y="159968"/>
                  </a:cubicBezTo>
                  <a:cubicBezTo>
                    <a:pt x="45627" y="153740"/>
                    <a:pt x="36862" y="150774"/>
                    <a:pt x="28400" y="148401"/>
                  </a:cubicBezTo>
                  <a:cubicBezTo>
                    <a:pt x="53182" y="141579"/>
                    <a:pt x="64062" y="127936"/>
                    <a:pt x="64062" y="110733"/>
                  </a:cubicBezTo>
                  <a:lnTo>
                    <a:pt x="64062" y="39549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1364D5BF-D8ED-B792-DD55-F724B90FA724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1623585" y="5355619"/>
              <a:ext cx="99733" cy="197535"/>
            </a:xfrm>
            <a:custGeom>
              <a:avLst/>
              <a:gdLst>
                <a:gd name="csX0" fmla="*/ 62254 w 99733"/>
                <a:gd name="csY0" fmla="*/ 7813 h 197535"/>
                <a:gd name="csX1" fmla="*/ 55303 w 99733"/>
                <a:gd name="csY1" fmla="*/ 101 h 197535"/>
                <a:gd name="csX2" fmla="*/ 299 w 99733"/>
                <a:gd name="csY2" fmla="*/ 19084 h 197535"/>
                <a:gd name="csX3" fmla="*/ 299 w 99733"/>
                <a:gd name="csY3" fmla="*/ 28278 h 197535"/>
                <a:gd name="csX4" fmla="*/ 39890 w 99733"/>
                <a:gd name="csY4" fmla="*/ 20567 h 197535"/>
                <a:gd name="csX5" fmla="*/ 39890 w 99733"/>
                <a:gd name="csY5" fmla="*/ 174205 h 197535"/>
                <a:gd name="csX6" fmla="*/ 11783 w 99733"/>
                <a:gd name="csY6" fmla="*/ 188442 h 197535"/>
                <a:gd name="csX7" fmla="*/ 2112 w 99733"/>
                <a:gd name="csY7" fmla="*/ 188442 h 197535"/>
                <a:gd name="csX8" fmla="*/ 2112 w 99733"/>
                <a:gd name="csY8" fmla="*/ 197636 h 197535"/>
                <a:gd name="csX9" fmla="*/ 51072 w 99733"/>
                <a:gd name="csY9" fmla="*/ 196747 h 197535"/>
                <a:gd name="csX10" fmla="*/ 100032 w 99733"/>
                <a:gd name="csY10" fmla="*/ 197636 h 197535"/>
                <a:gd name="csX11" fmla="*/ 100032 w 99733"/>
                <a:gd name="csY11" fmla="*/ 188442 h 197535"/>
                <a:gd name="csX12" fmla="*/ 90361 w 99733"/>
                <a:gd name="csY12" fmla="*/ 188442 h 197535"/>
                <a:gd name="csX13" fmla="*/ 62254 w 99733"/>
                <a:gd name="csY13" fmla="*/ 174205 h 197535"/>
                <a:gd name="csX14" fmla="*/ 62254 w 99733"/>
                <a:gd name="csY14" fmla="*/ 7813 h 197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99733" h="197535">
                  <a:moveTo>
                    <a:pt x="62254" y="7813"/>
                  </a:moveTo>
                  <a:cubicBezTo>
                    <a:pt x="62254" y="694"/>
                    <a:pt x="62254" y="101"/>
                    <a:pt x="55303" y="101"/>
                  </a:cubicBezTo>
                  <a:cubicBezTo>
                    <a:pt x="36565" y="19084"/>
                    <a:pt x="9970" y="19084"/>
                    <a:pt x="299" y="19084"/>
                  </a:cubicBezTo>
                  <a:lnTo>
                    <a:pt x="299" y="28278"/>
                  </a:lnTo>
                  <a:cubicBezTo>
                    <a:pt x="6343" y="28278"/>
                    <a:pt x="24174" y="28278"/>
                    <a:pt x="39890" y="20567"/>
                  </a:cubicBezTo>
                  <a:lnTo>
                    <a:pt x="39890" y="174205"/>
                  </a:lnTo>
                  <a:cubicBezTo>
                    <a:pt x="39890" y="184883"/>
                    <a:pt x="38983" y="188442"/>
                    <a:pt x="11783" y="188442"/>
                  </a:cubicBezTo>
                  <a:lnTo>
                    <a:pt x="2112" y="188442"/>
                  </a:lnTo>
                  <a:lnTo>
                    <a:pt x="2112" y="197636"/>
                  </a:lnTo>
                  <a:cubicBezTo>
                    <a:pt x="12690" y="196747"/>
                    <a:pt x="38983" y="196747"/>
                    <a:pt x="51072" y="196747"/>
                  </a:cubicBezTo>
                  <a:cubicBezTo>
                    <a:pt x="63161" y="196747"/>
                    <a:pt x="89454" y="196747"/>
                    <a:pt x="100032" y="197636"/>
                  </a:cubicBezTo>
                  <a:lnTo>
                    <a:pt x="100032" y="188442"/>
                  </a:lnTo>
                  <a:lnTo>
                    <a:pt x="90361" y="188442"/>
                  </a:lnTo>
                  <a:cubicBezTo>
                    <a:pt x="63161" y="188442"/>
                    <a:pt x="62254" y="185179"/>
                    <a:pt x="62254" y="174205"/>
                  </a:cubicBezTo>
                  <a:lnTo>
                    <a:pt x="62254" y="7813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23" name="Freeform 522">
              <a:extLst>
                <a:ext uri="{FF2B5EF4-FFF2-40B4-BE49-F238E27FC236}">
                  <a16:creationId xmlns:a16="http://schemas.microsoft.com/office/drawing/2014/main" id="{6CCE0F4B-1A33-F5E0-B434-7EE0C1B043A3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1773790" y="5521715"/>
              <a:ext cx="35359" cy="88683"/>
            </a:xfrm>
            <a:custGeom>
              <a:avLst/>
              <a:gdLst>
                <a:gd name="csX0" fmla="*/ 35664 w 35359"/>
                <a:gd name="csY0" fmla="*/ 31244 h 88683"/>
                <a:gd name="csX1" fmla="*/ 16321 w 35359"/>
                <a:gd name="csY1" fmla="*/ 101 h 88683"/>
                <a:gd name="csX2" fmla="*/ 304 w 35359"/>
                <a:gd name="csY2" fmla="*/ 15821 h 88683"/>
                <a:gd name="csX3" fmla="*/ 16321 w 35359"/>
                <a:gd name="csY3" fmla="*/ 31541 h 88683"/>
                <a:gd name="csX4" fmla="*/ 26899 w 35359"/>
                <a:gd name="csY4" fmla="*/ 27685 h 88683"/>
                <a:gd name="csX5" fmla="*/ 28410 w 35359"/>
                <a:gd name="csY5" fmla="*/ 26795 h 88683"/>
                <a:gd name="csX6" fmla="*/ 29015 w 35359"/>
                <a:gd name="csY6" fmla="*/ 31244 h 88683"/>
                <a:gd name="csX7" fmla="*/ 8464 w 35359"/>
                <a:gd name="csY7" fmla="*/ 80776 h 88683"/>
                <a:gd name="csX8" fmla="*/ 5139 w 35359"/>
                <a:gd name="csY8" fmla="*/ 85522 h 88683"/>
                <a:gd name="csX9" fmla="*/ 8161 w 35359"/>
                <a:gd name="csY9" fmla="*/ 88784 h 88683"/>
                <a:gd name="csX10" fmla="*/ 35664 w 35359"/>
                <a:gd name="csY10" fmla="*/ 31244 h 886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359" h="88683">
                  <a:moveTo>
                    <a:pt x="35664" y="31244"/>
                  </a:moveTo>
                  <a:cubicBezTo>
                    <a:pt x="35664" y="11669"/>
                    <a:pt x="28108" y="101"/>
                    <a:pt x="16321" y="101"/>
                  </a:cubicBezTo>
                  <a:cubicBezTo>
                    <a:pt x="6348" y="101"/>
                    <a:pt x="304" y="7516"/>
                    <a:pt x="304" y="15821"/>
                  </a:cubicBezTo>
                  <a:cubicBezTo>
                    <a:pt x="304" y="23829"/>
                    <a:pt x="6348" y="31541"/>
                    <a:pt x="16321" y="31541"/>
                  </a:cubicBezTo>
                  <a:cubicBezTo>
                    <a:pt x="19948" y="31541"/>
                    <a:pt x="23877" y="30354"/>
                    <a:pt x="26899" y="27685"/>
                  </a:cubicBezTo>
                  <a:cubicBezTo>
                    <a:pt x="27806" y="27092"/>
                    <a:pt x="28108" y="26795"/>
                    <a:pt x="28410" y="26795"/>
                  </a:cubicBezTo>
                  <a:cubicBezTo>
                    <a:pt x="28712" y="26795"/>
                    <a:pt x="29015" y="27092"/>
                    <a:pt x="29015" y="31244"/>
                  </a:cubicBezTo>
                  <a:cubicBezTo>
                    <a:pt x="29015" y="53193"/>
                    <a:pt x="18437" y="70988"/>
                    <a:pt x="8464" y="80776"/>
                  </a:cubicBezTo>
                  <a:cubicBezTo>
                    <a:pt x="5139" y="84039"/>
                    <a:pt x="5139" y="84632"/>
                    <a:pt x="5139" y="85522"/>
                  </a:cubicBezTo>
                  <a:cubicBezTo>
                    <a:pt x="5139" y="87598"/>
                    <a:pt x="6650" y="88784"/>
                    <a:pt x="8161" y="88784"/>
                  </a:cubicBezTo>
                  <a:cubicBezTo>
                    <a:pt x="11486" y="88784"/>
                    <a:pt x="35664" y="65946"/>
                    <a:pt x="35664" y="31244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24" name="Freeform 523">
              <a:extLst>
                <a:ext uri="{FF2B5EF4-FFF2-40B4-BE49-F238E27FC236}">
                  <a16:creationId xmlns:a16="http://schemas.microsoft.com/office/drawing/2014/main" id="{9C3E9EEC-6637-F7C8-37CC-954592D4A4B1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1908110" y="5463285"/>
              <a:ext cx="32035" cy="31439"/>
            </a:xfrm>
            <a:custGeom>
              <a:avLst/>
              <a:gdLst>
                <a:gd name="csX0" fmla="*/ 32344 w 32035"/>
                <a:gd name="csY0" fmla="*/ 15821 h 31439"/>
                <a:gd name="csX1" fmla="*/ 16326 w 32035"/>
                <a:gd name="csY1" fmla="*/ 101 h 31439"/>
                <a:gd name="csX2" fmla="*/ 308 w 32035"/>
                <a:gd name="csY2" fmla="*/ 15821 h 31439"/>
                <a:gd name="csX3" fmla="*/ 16326 w 32035"/>
                <a:gd name="csY3" fmla="*/ 31541 h 31439"/>
                <a:gd name="csX4" fmla="*/ 32344 w 32035"/>
                <a:gd name="csY4" fmla="*/ 15821 h 31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035" h="31439">
                  <a:moveTo>
                    <a:pt x="32344" y="15821"/>
                  </a:moveTo>
                  <a:cubicBezTo>
                    <a:pt x="32344" y="7220"/>
                    <a:pt x="25090" y="101"/>
                    <a:pt x="16326" y="101"/>
                  </a:cubicBezTo>
                  <a:cubicBezTo>
                    <a:pt x="7561" y="101"/>
                    <a:pt x="308" y="7220"/>
                    <a:pt x="308" y="15821"/>
                  </a:cubicBezTo>
                  <a:cubicBezTo>
                    <a:pt x="308" y="24422"/>
                    <a:pt x="7561" y="31541"/>
                    <a:pt x="16326" y="31541"/>
                  </a:cubicBezTo>
                  <a:cubicBezTo>
                    <a:pt x="25090" y="31541"/>
                    <a:pt x="32344" y="24422"/>
                    <a:pt x="32344" y="15821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25" name="Freeform 524">
              <a:extLst>
                <a:ext uri="{FF2B5EF4-FFF2-40B4-BE49-F238E27FC236}">
                  <a16:creationId xmlns:a16="http://schemas.microsoft.com/office/drawing/2014/main" id="{89471C7D-B122-B0B8-DB80-FA30A3DD3F8E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2042430" y="5463285"/>
              <a:ext cx="32035" cy="31439"/>
            </a:xfrm>
            <a:custGeom>
              <a:avLst/>
              <a:gdLst>
                <a:gd name="csX0" fmla="*/ 32348 w 32035"/>
                <a:gd name="csY0" fmla="*/ 15821 h 31439"/>
                <a:gd name="csX1" fmla="*/ 16330 w 32035"/>
                <a:gd name="csY1" fmla="*/ 101 h 31439"/>
                <a:gd name="csX2" fmla="*/ 312 w 32035"/>
                <a:gd name="csY2" fmla="*/ 15821 h 31439"/>
                <a:gd name="csX3" fmla="*/ 16330 w 32035"/>
                <a:gd name="csY3" fmla="*/ 31541 h 31439"/>
                <a:gd name="csX4" fmla="*/ 32348 w 32035"/>
                <a:gd name="csY4" fmla="*/ 15821 h 31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035" h="31439">
                  <a:moveTo>
                    <a:pt x="32348" y="15821"/>
                  </a:moveTo>
                  <a:cubicBezTo>
                    <a:pt x="32348" y="7220"/>
                    <a:pt x="25095" y="101"/>
                    <a:pt x="16330" y="101"/>
                  </a:cubicBezTo>
                  <a:cubicBezTo>
                    <a:pt x="7566" y="101"/>
                    <a:pt x="312" y="7220"/>
                    <a:pt x="312" y="15821"/>
                  </a:cubicBezTo>
                  <a:cubicBezTo>
                    <a:pt x="312" y="24422"/>
                    <a:pt x="7566" y="31541"/>
                    <a:pt x="16330" y="31541"/>
                  </a:cubicBezTo>
                  <a:cubicBezTo>
                    <a:pt x="25095" y="31541"/>
                    <a:pt x="32348" y="24422"/>
                    <a:pt x="32348" y="15821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26" name="Freeform 525">
              <a:extLst>
                <a:ext uri="{FF2B5EF4-FFF2-40B4-BE49-F238E27FC236}">
                  <a16:creationId xmlns:a16="http://schemas.microsoft.com/office/drawing/2014/main" id="{8947321A-6123-0E52-51AB-017B4B984895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2176750" y="5463285"/>
              <a:ext cx="32035" cy="31439"/>
            </a:xfrm>
            <a:custGeom>
              <a:avLst/>
              <a:gdLst>
                <a:gd name="csX0" fmla="*/ 32352 w 32035"/>
                <a:gd name="csY0" fmla="*/ 15821 h 31439"/>
                <a:gd name="csX1" fmla="*/ 16335 w 32035"/>
                <a:gd name="csY1" fmla="*/ 101 h 31439"/>
                <a:gd name="csX2" fmla="*/ 317 w 32035"/>
                <a:gd name="csY2" fmla="*/ 15821 h 31439"/>
                <a:gd name="csX3" fmla="*/ 16335 w 32035"/>
                <a:gd name="csY3" fmla="*/ 31541 h 31439"/>
                <a:gd name="csX4" fmla="*/ 32352 w 32035"/>
                <a:gd name="csY4" fmla="*/ 15821 h 31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035" h="31439">
                  <a:moveTo>
                    <a:pt x="32352" y="15821"/>
                  </a:moveTo>
                  <a:cubicBezTo>
                    <a:pt x="32352" y="7220"/>
                    <a:pt x="25099" y="101"/>
                    <a:pt x="16335" y="101"/>
                  </a:cubicBezTo>
                  <a:cubicBezTo>
                    <a:pt x="7570" y="101"/>
                    <a:pt x="317" y="7220"/>
                    <a:pt x="317" y="15821"/>
                  </a:cubicBezTo>
                  <a:cubicBezTo>
                    <a:pt x="317" y="24422"/>
                    <a:pt x="7570" y="31541"/>
                    <a:pt x="16335" y="31541"/>
                  </a:cubicBezTo>
                  <a:cubicBezTo>
                    <a:pt x="25099" y="31541"/>
                    <a:pt x="32352" y="24422"/>
                    <a:pt x="32352" y="15821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27" name="Freeform 526">
              <a:extLst>
                <a:ext uri="{FF2B5EF4-FFF2-40B4-BE49-F238E27FC236}">
                  <a16:creationId xmlns:a16="http://schemas.microsoft.com/office/drawing/2014/main" id="{00C6CAF8-46C8-3CE1-D321-03775C462CC6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2361439" y="5521715"/>
              <a:ext cx="35359" cy="88683"/>
            </a:xfrm>
            <a:custGeom>
              <a:avLst/>
              <a:gdLst>
                <a:gd name="csX0" fmla="*/ 35683 w 35359"/>
                <a:gd name="csY0" fmla="*/ 31244 h 88683"/>
                <a:gd name="csX1" fmla="*/ 16341 w 35359"/>
                <a:gd name="csY1" fmla="*/ 101 h 88683"/>
                <a:gd name="csX2" fmla="*/ 323 w 35359"/>
                <a:gd name="csY2" fmla="*/ 15821 h 88683"/>
                <a:gd name="csX3" fmla="*/ 16341 w 35359"/>
                <a:gd name="csY3" fmla="*/ 31541 h 88683"/>
                <a:gd name="csX4" fmla="*/ 26918 w 35359"/>
                <a:gd name="csY4" fmla="*/ 27685 h 88683"/>
                <a:gd name="csX5" fmla="*/ 28430 w 35359"/>
                <a:gd name="csY5" fmla="*/ 26795 h 88683"/>
                <a:gd name="csX6" fmla="*/ 29034 w 35359"/>
                <a:gd name="csY6" fmla="*/ 31244 h 88683"/>
                <a:gd name="csX7" fmla="*/ 8483 w 35359"/>
                <a:gd name="csY7" fmla="*/ 80776 h 88683"/>
                <a:gd name="csX8" fmla="*/ 5158 w 35359"/>
                <a:gd name="csY8" fmla="*/ 85522 h 88683"/>
                <a:gd name="csX9" fmla="*/ 8181 w 35359"/>
                <a:gd name="csY9" fmla="*/ 88784 h 88683"/>
                <a:gd name="csX10" fmla="*/ 35683 w 35359"/>
                <a:gd name="csY10" fmla="*/ 31244 h 886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359" h="88683">
                  <a:moveTo>
                    <a:pt x="35683" y="31244"/>
                  </a:moveTo>
                  <a:cubicBezTo>
                    <a:pt x="35683" y="11669"/>
                    <a:pt x="28127" y="101"/>
                    <a:pt x="16341" y="101"/>
                  </a:cubicBezTo>
                  <a:cubicBezTo>
                    <a:pt x="6367" y="101"/>
                    <a:pt x="323" y="7516"/>
                    <a:pt x="323" y="15821"/>
                  </a:cubicBezTo>
                  <a:cubicBezTo>
                    <a:pt x="323" y="23829"/>
                    <a:pt x="6367" y="31541"/>
                    <a:pt x="16341" y="31541"/>
                  </a:cubicBezTo>
                  <a:cubicBezTo>
                    <a:pt x="19967" y="31541"/>
                    <a:pt x="23896" y="30354"/>
                    <a:pt x="26918" y="27685"/>
                  </a:cubicBezTo>
                  <a:cubicBezTo>
                    <a:pt x="27825" y="27092"/>
                    <a:pt x="28127" y="26795"/>
                    <a:pt x="28430" y="26795"/>
                  </a:cubicBezTo>
                  <a:cubicBezTo>
                    <a:pt x="28732" y="26795"/>
                    <a:pt x="29034" y="27092"/>
                    <a:pt x="29034" y="31244"/>
                  </a:cubicBezTo>
                  <a:cubicBezTo>
                    <a:pt x="29034" y="53193"/>
                    <a:pt x="18456" y="70988"/>
                    <a:pt x="8483" y="80776"/>
                  </a:cubicBezTo>
                  <a:cubicBezTo>
                    <a:pt x="5158" y="84039"/>
                    <a:pt x="5158" y="84632"/>
                    <a:pt x="5158" y="85522"/>
                  </a:cubicBezTo>
                  <a:cubicBezTo>
                    <a:pt x="5158" y="87598"/>
                    <a:pt x="6670" y="88784"/>
                    <a:pt x="8181" y="88784"/>
                  </a:cubicBezTo>
                  <a:cubicBezTo>
                    <a:pt x="11505" y="88784"/>
                    <a:pt x="35683" y="65946"/>
                    <a:pt x="35683" y="31244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28" name="Freeform 527">
              <a:extLst>
                <a:ext uri="{FF2B5EF4-FFF2-40B4-BE49-F238E27FC236}">
                  <a16:creationId xmlns:a16="http://schemas.microsoft.com/office/drawing/2014/main" id="{0A72B8A5-9441-98F4-102D-EF731D4B0FDA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2481554" y="5350577"/>
              <a:ext cx="182542" cy="202577"/>
            </a:xfrm>
            <a:custGeom>
              <a:avLst/>
              <a:gdLst>
                <a:gd name="csX0" fmla="*/ 101572 w 182542"/>
                <a:gd name="csY0" fmla="*/ 23236 h 202577"/>
                <a:gd name="csX1" fmla="*/ 133607 w 182542"/>
                <a:gd name="csY1" fmla="*/ 9296 h 202577"/>
                <a:gd name="csX2" fmla="*/ 145092 w 182542"/>
                <a:gd name="csY2" fmla="*/ 3660 h 202577"/>
                <a:gd name="csX3" fmla="*/ 140256 w 182542"/>
                <a:gd name="csY3" fmla="*/ 101 h 202577"/>
                <a:gd name="csX4" fmla="*/ 95527 w 182542"/>
                <a:gd name="csY4" fmla="*/ 991 h 202577"/>
                <a:gd name="csX5" fmla="*/ 55332 w 182542"/>
                <a:gd name="csY5" fmla="*/ 101 h 202577"/>
                <a:gd name="csX6" fmla="*/ 49590 w 182542"/>
                <a:gd name="csY6" fmla="*/ 6033 h 202577"/>
                <a:gd name="csX7" fmla="*/ 58052 w 182542"/>
                <a:gd name="csY7" fmla="*/ 9296 h 202577"/>
                <a:gd name="csX8" fmla="*/ 69536 w 182542"/>
                <a:gd name="csY8" fmla="*/ 9889 h 202577"/>
                <a:gd name="csX9" fmla="*/ 77696 w 182542"/>
                <a:gd name="csY9" fmla="*/ 14635 h 202577"/>
                <a:gd name="csX10" fmla="*/ 76487 w 182542"/>
                <a:gd name="csY10" fmla="*/ 20270 h 202577"/>
                <a:gd name="csX11" fmla="*/ 35990 w 182542"/>
                <a:gd name="csY11" fmla="*/ 179544 h 202577"/>
                <a:gd name="csX12" fmla="*/ 8487 w 182542"/>
                <a:gd name="csY12" fmla="*/ 193484 h 202577"/>
                <a:gd name="csX13" fmla="*/ 327 w 182542"/>
                <a:gd name="csY13" fmla="*/ 199416 h 202577"/>
                <a:gd name="csX14" fmla="*/ 8487 w 182542"/>
                <a:gd name="csY14" fmla="*/ 202679 h 202577"/>
                <a:gd name="csX15" fmla="*/ 148416 w 182542"/>
                <a:gd name="csY15" fmla="*/ 202679 h 202577"/>
                <a:gd name="csX16" fmla="*/ 157785 w 182542"/>
                <a:gd name="csY16" fmla="*/ 197636 h 202577"/>
                <a:gd name="csX17" fmla="*/ 181661 w 182542"/>
                <a:gd name="csY17" fmla="*/ 133571 h 202577"/>
                <a:gd name="csX18" fmla="*/ 182870 w 182542"/>
                <a:gd name="csY18" fmla="*/ 129419 h 202577"/>
                <a:gd name="csX19" fmla="*/ 179243 w 182542"/>
                <a:gd name="csY19" fmla="*/ 126156 h 202577"/>
                <a:gd name="csX20" fmla="*/ 174105 w 182542"/>
                <a:gd name="csY20" fmla="*/ 132385 h 202577"/>
                <a:gd name="csX21" fmla="*/ 98247 w 182542"/>
                <a:gd name="csY21" fmla="*/ 193484 h 202577"/>
                <a:gd name="csX22" fmla="*/ 69838 w 182542"/>
                <a:gd name="csY22" fmla="*/ 193484 h 202577"/>
                <a:gd name="csX23" fmla="*/ 63190 w 182542"/>
                <a:gd name="csY23" fmla="*/ 193187 h 202577"/>
                <a:gd name="csX24" fmla="*/ 59261 w 182542"/>
                <a:gd name="csY24" fmla="*/ 190221 h 202577"/>
                <a:gd name="csX25" fmla="*/ 60772 w 182542"/>
                <a:gd name="csY25" fmla="*/ 183400 h 202577"/>
                <a:gd name="csX26" fmla="*/ 101572 w 182542"/>
                <a:gd name="csY26" fmla="*/ 23236 h 202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82542" h="202577">
                  <a:moveTo>
                    <a:pt x="101572" y="23236"/>
                  </a:moveTo>
                  <a:cubicBezTo>
                    <a:pt x="104292" y="12558"/>
                    <a:pt x="105198" y="9296"/>
                    <a:pt x="133607" y="9296"/>
                  </a:cubicBezTo>
                  <a:cubicBezTo>
                    <a:pt x="142674" y="9296"/>
                    <a:pt x="145092" y="9296"/>
                    <a:pt x="145092" y="3660"/>
                  </a:cubicBezTo>
                  <a:cubicBezTo>
                    <a:pt x="145092" y="101"/>
                    <a:pt x="141767" y="101"/>
                    <a:pt x="140256" y="101"/>
                  </a:cubicBezTo>
                  <a:cubicBezTo>
                    <a:pt x="130283" y="101"/>
                    <a:pt x="105501" y="991"/>
                    <a:pt x="95527" y="991"/>
                  </a:cubicBezTo>
                  <a:cubicBezTo>
                    <a:pt x="86461" y="991"/>
                    <a:pt x="64398" y="101"/>
                    <a:pt x="55332" y="101"/>
                  </a:cubicBezTo>
                  <a:cubicBezTo>
                    <a:pt x="53216" y="101"/>
                    <a:pt x="49590" y="101"/>
                    <a:pt x="49590" y="6033"/>
                  </a:cubicBezTo>
                  <a:cubicBezTo>
                    <a:pt x="49590" y="9296"/>
                    <a:pt x="52310" y="9296"/>
                    <a:pt x="58052" y="9296"/>
                  </a:cubicBezTo>
                  <a:cubicBezTo>
                    <a:pt x="58656" y="9296"/>
                    <a:pt x="64398" y="9296"/>
                    <a:pt x="69536" y="9889"/>
                  </a:cubicBezTo>
                  <a:cubicBezTo>
                    <a:pt x="74976" y="10482"/>
                    <a:pt x="77696" y="10779"/>
                    <a:pt x="77696" y="14635"/>
                  </a:cubicBezTo>
                  <a:cubicBezTo>
                    <a:pt x="77696" y="15821"/>
                    <a:pt x="77394" y="16711"/>
                    <a:pt x="76487" y="20270"/>
                  </a:cubicBezTo>
                  <a:lnTo>
                    <a:pt x="35990" y="179544"/>
                  </a:lnTo>
                  <a:cubicBezTo>
                    <a:pt x="32967" y="191111"/>
                    <a:pt x="32363" y="193484"/>
                    <a:pt x="8487" y="193484"/>
                  </a:cubicBezTo>
                  <a:cubicBezTo>
                    <a:pt x="3350" y="193484"/>
                    <a:pt x="327" y="193484"/>
                    <a:pt x="327" y="199416"/>
                  </a:cubicBezTo>
                  <a:cubicBezTo>
                    <a:pt x="327" y="202679"/>
                    <a:pt x="3047" y="202679"/>
                    <a:pt x="8487" y="202679"/>
                  </a:cubicBezTo>
                  <a:lnTo>
                    <a:pt x="148416" y="202679"/>
                  </a:lnTo>
                  <a:cubicBezTo>
                    <a:pt x="155670" y="202679"/>
                    <a:pt x="155972" y="202679"/>
                    <a:pt x="157785" y="197636"/>
                  </a:cubicBezTo>
                  <a:lnTo>
                    <a:pt x="181661" y="133571"/>
                  </a:lnTo>
                  <a:cubicBezTo>
                    <a:pt x="182870" y="130308"/>
                    <a:pt x="182870" y="129715"/>
                    <a:pt x="182870" y="129419"/>
                  </a:cubicBezTo>
                  <a:cubicBezTo>
                    <a:pt x="182870" y="128232"/>
                    <a:pt x="181963" y="126156"/>
                    <a:pt x="179243" y="126156"/>
                  </a:cubicBezTo>
                  <a:cubicBezTo>
                    <a:pt x="176523" y="126156"/>
                    <a:pt x="176221" y="127639"/>
                    <a:pt x="174105" y="132385"/>
                  </a:cubicBezTo>
                  <a:cubicBezTo>
                    <a:pt x="163829" y="159672"/>
                    <a:pt x="150532" y="193484"/>
                    <a:pt x="98247" y="193484"/>
                  </a:cubicBezTo>
                  <a:lnTo>
                    <a:pt x="69838" y="193484"/>
                  </a:lnTo>
                  <a:cubicBezTo>
                    <a:pt x="65607" y="193484"/>
                    <a:pt x="65003" y="193484"/>
                    <a:pt x="63190" y="193187"/>
                  </a:cubicBezTo>
                  <a:cubicBezTo>
                    <a:pt x="60167" y="192891"/>
                    <a:pt x="59261" y="192594"/>
                    <a:pt x="59261" y="190221"/>
                  </a:cubicBezTo>
                  <a:cubicBezTo>
                    <a:pt x="59261" y="189332"/>
                    <a:pt x="59261" y="188738"/>
                    <a:pt x="60772" y="183400"/>
                  </a:cubicBezTo>
                  <a:lnTo>
                    <a:pt x="101572" y="23236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29" name="Freeform 528">
              <a:extLst>
                <a:ext uri="{FF2B5EF4-FFF2-40B4-BE49-F238E27FC236}">
                  <a16:creationId xmlns:a16="http://schemas.microsoft.com/office/drawing/2014/main" id="{55527DE3-A6C9-3582-2BE5-7FB930C52C1A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2697207" y="5330705"/>
              <a:ext cx="107288" cy="296599"/>
            </a:xfrm>
            <a:custGeom>
              <a:avLst/>
              <a:gdLst>
                <a:gd name="csX0" fmla="*/ 43854 w 107288"/>
                <a:gd name="csY0" fmla="*/ 257253 h 296599"/>
                <a:gd name="csX1" fmla="*/ 3054 w 107288"/>
                <a:gd name="csY1" fmla="*/ 290175 h 296599"/>
                <a:gd name="csX2" fmla="*/ 334 w 107288"/>
                <a:gd name="csY2" fmla="*/ 293438 h 296599"/>
                <a:gd name="csX3" fmla="*/ 6379 w 107288"/>
                <a:gd name="csY3" fmla="*/ 296701 h 296599"/>
                <a:gd name="csX4" fmla="*/ 64103 w 107288"/>
                <a:gd name="csY4" fmla="*/ 259626 h 296599"/>
                <a:gd name="csX5" fmla="*/ 64103 w 107288"/>
                <a:gd name="csY5" fmla="*/ 192001 h 296599"/>
                <a:gd name="csX6" fmla="*/ 76192 w 107288"/>
                <a:gd name="csY6" fmla="*/ 161155 h 296599"/>
                <a:gd name="csX7" fmla="*/ 104903 w 107288"/>
                <a:gd name="csY7" fmla="*/ 151663 h 296599"/>
                <a:gd name="csX8" fmla="*/ 107623 w 107288"/>
                <a:gd name="csY8" fmla="*/ 148401 h 296599"/>
                <a:gd name="csX9" fmla="*/ 102787 w 107288"/>
                <a:gd name="csY9" fmla="*/ 145138 h 296599"/>
                <a:gd name="csX10" fmla="*/ 65010 w 107288"/>
                <a:gd name="csY10" fmla="*/ 118741 h 296599"/>
                <a:gd name="csX11" fmla="*/ 64103 w 107288"/>
                <a:gd name="csY11" fmla="*/ 104208 h 296599"/>
                <a:gd name="csX12" fmla="*/ 64103 w 107288"/>
                <a:gd name="csY12" fmla="*/ 45481 h 296599"/>
                <a:gd name="csX13" fmla="*/ 49596 w 107288"/>
                <a:gd name="csY13" fmla="*/ 12262 h 296599"/>
                <a:gd name="csX14" fmla="*/ 6379 w 107288"/>
                <a:gd name="csY14" fmla="*/ 101 h 296599"/>
                <a:gd name="csX15" fmla="*/ 334 w 107288"/>
                <a:gd name="csY15" fmla="*/ 3364 h 296599"/>
                <a:gd name="csX16" fmla="*/ 5170 w 107288"/>
                <a:gd name="csY16" fmla="*/ 6626 h 296599"/>
                <a:gd name="csX17" fmla="*/ 42947 w 107288"/>
                <a:gd name="csY17" fmla="*/ 32431 h 296599"/>
                <a:gd name="csX18" fmla="*/ 43854 w 107288"/>
                <a:gd name="csY18" fmla="*/ 46371 h 296599"/>
                <a:gd name="csX19" fmla="*/ 43854 w 107288"/>
                <a:gd name="csY19" fmla="*/ 108657 h 296599"/>
                <a:gd name="csX20" fmla="*/ 55943 w 107288"/>
                <a:gd name="csY20" fmla="*/ 136834 h 296599"/>
                <a:gd name="csX21" fmla="*/ 79516 w 107288"/>
                <a:gd name="csY21" fmla="*/ 148401 h 296599"/>
                <a:gd name="csX22" fmla="*/ 43854 w 107288"/>
                <a:gd name="csY22" fmla="*/ 186069 h 296599"/>
                <a:gd name="csX23" fmla="*/ 43854 w 107288"/>
                <a:gd name="csY23" fmla="*/ 257253 h 29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07288" h="296599">
                  <a:moveTo>
                    <a:pt x="43854" y="257253"/>
                  </a:moveTo>
                  <a:cubicBezTo>
                    <a:pt x="43854" y="269117"/>
                    <a:pt x="35996" y="288099"/>
                    <a:pt x="3054" y="290175"/>
                  </a:cubicBezTo>
                  <a:cubicBezTo>
                    <a:pt x="1543" y="290472"/>
                    <a:pt x="334" y="291658"/>
                    <a:pt x="334" y="293438"/>
                  </a:cubicBezTo>
                  <a:cubicBezTo>
                    <a:pt x="334" y="296701"/>
                    <a:pt x="3659" y="296701"/>
                    <a:pt x="6379" y="296701"/>
                  </a:cubicBezTo>
                  <a:cubicBezTo>
                    <a:pt x="35694" y="296701"/>
                    <a:pt x="63801" y="282167"/>
                    <a:pt x="64103" y="259626"/>
                  </a:cubicBezTo>
                  <a:lnTo>
                    <a:pt x="64103" y="192001"/>
                  </a:lnTo>
                  <a:cubicBezTo>
                    <a:pt x="64103" y="180434"/>
                    <a:pt x="64103" y="170942"/>
                    <a:pt x="76192" y="161155"/>
                  </a:cubicBezTo>
                  <a:cubicBezTo>
                    <a:pt x="86770" y="152553"/>
                    <a:pt x="98254" y="151960"/>
                    <a:pt x="104903" y="151663"/>
                  </a:cubicBezTo>
                  <a:cubicBezTo>
                    <a:pt x="106414" y="151367"/>
                    <a:pt x="107623" y="150181"/>
                    <a:pt x="107623" y="148401"/>
                  </a:cubicBezTo>
                  <a:cubicBezTo>
                    <a:pt x="107623" y="145435"/>
                    <a:pt x="105810" y="145435"/>
                    <a:pt x="102787" y="145138"/>
                  </a:cubicBezTo>
                  <a:cubicBezTo>
                    <a:pt x="82841" y="143952"/>
                    <a:pt x="68334" y="133274"/>
                    <a:pt x="65010" y="118741"/>
                  </a:cubicBezTo>
                  <a:cubicBezTo>
                    <a:pt x="64103" y="115478"/>
                    <a:pt x="64103" y="114885"/>
                    <a:pt x="64103" y="104208"/>
                  </a:cubicBezTo>
                  <a:lnTo>
                    <a:pt x="64103" y="45481"/>
                  </a:lnTo>
                  <a:cubicBezTo>
                    <a:pt x="64103" y="33024"/>
                    <a:pt x="64103" y="23533"/>
                    <a:pt x="49596" y="12262"/>
                  </a:cubicBezTo>
                  <a:cubicBezTo>
                    <a:pt x="37507" y="3067"/>
                    <a:pt x="16654" y="101"/>
                    <a:pt x="6379" y="101"/>
                  </a:cubicBezTo>
                  <a:cubicBezTo>
                    <a:pt x="3659" y="101"/>
                    <a:pt x="334" y="101"/>
                    <a:pt x="334" y="3364"/>
                  </a:cubicBezTo>
                  <a:cubicBezTo>
                    <a:pt x="334" y="6330"/>
                    <a:pt x="2147" y="6330"/>
                    <a:pt x="5170" y="6626"/>
                  </a:cubicBezTo>
                  <a:cubicBezTo>
                    <a:pt x="24210" y="7813"/>
                    <a:pt x="39019" y="17304"/>
                    <a:pt x="42947" y="32431"/>
                  </a:cubicBezTo>
                  <a:cubicBezTo>
                    <a:pt x="43854" y="35100"/>
                    <a:pt x="43854" y="35693"/>
                    <a:pt x="43854" y="46371"/>
                  </a:cubicBezTo>
                  <a:lnTo>
                    <a:pt x="43854" y="108657"/>
                  </a:lnTo>
                  <a:cubicBezTo>
                    <a:pt x="43854" y="122300"/>
                    <a:pt x="46272" y="127342"/>
                    <a:pt x="55943" y="136834"/>
                  </a:cubicBezTo>
                  <a:cubicBezTo>
                    <a:pt x="62290" y="143062"/>
                    <a:pt x="71054" y="146028"/>
                    <a:pt x="79516" y="148401"/>
                  </a:cubicBezTo>
                  <a:cubicBezTo>
                    <a:pt x="54734" y="155223"/>
                    <a:pt x="43854" y="168866"/>
                    <a:pt x="43854" y="186069"/>
                  </a:cubicBezTo>
                  <a:lnTo>
                    <a:pt x="43854" y="257253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30" name="Freeform 529">
              <a:extLst>
                <a:ext uri="{FF2B5EF4-FFF2-40B4-BE49-F238E27FC236}">
                  <a16:creationId xmlns:a16="http://schemas.microsoft.com/office/drawing/2014/main" id="{77B453C6-B963-5563-3323-45A91F9F2556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6439143" y="5843527"/>
              <a:ext cx="214812" cy="201687"/>
            </a:xfrm>
            <a:custGeom>
              <a:avLst/>
              <a:gdLst>
                <a:gd name="csX0" fmla="*/ 80217 w 214812"/>
                <a:gd name="csY0" fmla="*/ 105411 h 201687"/>
                <a:gd name="csX1" fmla="*/ 109533 w 214812"/>
                <a:gd name="csY1" fmla="*/ 105411 h 201687"/>
                <a:gd name="csX2" fmla="*/ 134617 w 214812"/>
                <a:gd name="csY2" fmla="*/ 118757 h 201687"/>
                <a:gd name="csX3" fmla="*/ 132501 w 214812"/>
                <a:gd name="csY3" fmla="*/ 133291 h 201687"/>
                <a:gd name="csX4" fmla="*/ 131595 w 214812"/>
                <a:gd name="csY4" fmla="*/ 136553 h 201687"/>
                <a:gd name="csX5" fmla="*/ 135221 w 214812"/>
                <a:gd name="csY5" fmla="*/ 140113 h 201687"/>
                <a:gd name="csX6" fmla="*/ 139755 w 214812"/>
                <a:gd name="csY6" fmla="*/ 133884 h 201687"/>
                <a:gd name="csX7" fmla="*/ 156377 w 214812"/>
                <a:gd name="csY7" fmla="*/ 69522 h 201687"/>
                <a:gd name="csX8" fmla="*/ 157284 w 214812"/>
                <a:gd name="csY8" fmla="*/ 64776 h 201687"/>
                <a:gd name="csX9" fmla="*/ 153657 w 214812"/>
                <a:gd name="csY9" fmla="*/ 61514 h 201687"/>
                <a:gd name="csX10" fmla="*/ 149124 w 214812"/>
                <a:gd name="csY10" fmla="*/ 67742 h 201687"/>
                <a:gd name="csX11" fmla="*/ 110137 w 214812"/>
                <a:gd name="csY11" fmla="*/ 96216 h 201687"/>
                <a:gd name="csX12" fmla="*/ 82635 w 214812"/>
                <a:gd name="csY12" fmla="*/ 96216 h 201687"/>
                <a:gd name="csX13" fmla="*/ 101977 w 214812"/>
                <a:gd name="csY13" fmla="*/ 20880 h 201687"/>
                <a:gd name="csX14" fmla="*/ 118297 w 214812"/>
                <a:gd name="csY14" fmla="*/ 9312 h 201687"/>
                <a:gd name="csX15" fmla="*/ 158190 w 214812"/>
                <a:gd name="csY15" fmla="*/ 9312 h 201687"/>
                <a:gd name="csX16" fmla="*/ 202315 w 214812"/>
                <a:gd name="csY16" fmla="*/ 41938 h 201687"/>
                <a:gd name="csX17" fmla="*/ 201408 w 214812"/>
                <a:gd name="csY17" fmla="*/ 57955 h 201687"/>
                <a:gd name="csX18" fmla="*/ 200804 w 214812"/>
                <a:gd name="csY18" fmla="*/ 63293 h 201687"/>
                <a:gd name="csX19" fmla="*/ 204430 w 214812"/>
                <a:gd name="csY19" fmla="*/ 66853 h 201687"/>
                <a:gd name="csX20" fmla="*/ 208661 w 214812"/>
                <a:gd name="csY20" fmla="*/ 59438 h 201687"/>
                <a:gd name="csX21" fmla="*/ 214706 w 214812"/>
                <a:gd name="csY21" fmla="*/ 8126 h 201687"/>
                <a:gd name="csX22" fmla="*/ 206546 w 214812"/>
                <a:gd name="csY22" fmla="*/ 118 h 201687"/>
                <a:gd name="csX23" fmla="*/ 58457 w 214812"/>
                <a:gd name="csY23" fmla="*/ 118 h 201687"/>
                <a:gd name="csX24" fmla="*/ 49390 w 214812"/>
                <a:gd name="csY24" fmla="*/ 6050 h 201687"/>
                <a:gd name="csX25" fmla="*/ 57853 w 214812"/>
                <a:gd name="csY25" fmla="*/ 9312 h 201687"/>
                <a:gd name="csX26" fmla="*/ 77497 w 214812"/>
                <a:gd name="csY26" fmla="*/ 14651 h 201687"/>
                <a:gd name="csX27" fmla="*/ 75986 w 214812"/>
                <a:gd name="csY27" fmla="*/ 21769 h 201687"/>
                <a:gd name="csX28" fmla="*/ 36093 w 214812"/>
                <a:gd name="csY28" fmla="*/ 178671 h 201687"/>
                <a:gd name="csX29" fmla="*/ 8590 w 214812"/>
                <a:gd name="csY29" fmla="*/ 192611 h 201687"/>
                <a:gd name="csX30" fmla="*/ 128 w 214812"/>
                <a:gd name="csY30" fmla="*/ 198246 h 201687"/>
                <a:gd name="csX31" fmla="*/ 4661 w 214812"/>
                <a:gd name="csY31" fmla="*/ 201805 h 201687"/>
                <a:gd name="csX32" fmla="*/ 44555 w 214812"/>
                <a:gd name="csY32" fmla="*/ 200916 h 201687"/>
                <a:gd name="csX33" fmla="*/ 89586 w 214812"/>
                <a:gd name="csY33" fmla="*/ 201805 h 201687"/>
                <a:gd name="csX34" fmla="*/ 95933 w 214812"/>
                <a:gd name="csY34" fmla="*/ 196170 h 201687"/>
                <a:gd name="csX35" fmla="*/ 94119 w 214812"/>
                <a:gd name="csY35" fmla="*/ 192907 h 201687"/>
                <a:gd name="csX36" fmla="*/ 85657 w 214812"/>
                <a:gd name="csY36" fmla="*/ 192611 h 201687"/>
                <a:gd name="csX37" fmla="*/ 69941 w 214812"/>
                <a:gd name="csY37" fmla="*/ 192018 h 201687"/>
                <a:gd name="csX38" fmla="*/ 60270 w 214812"/>
                <a:gd name="csY38" fmla="*/ 186086 h 201687"/>
                <a:gd name="csX39" fmla="*/ 61479 w 214812"/>
                <a:gd name="csY39" fmla="*/ 179264 h 201687"/>
                <a:gd name="csX40" fmla="*/ 80217 w 214812"/>
                <a:gd name="csY40" fmla="*/ 105411 h 2016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14812" h="201687">
                  <a:moveTo>
                    <a:pt x="80217" y="105411"/>
                  </a:moveTo>
                  <a:lnTo>
                    <a:pt x="109533" y="105411"/>
                  </a:lnTo>
                  <a:cubicBezTo>
                    <a:pt x="132199" y="105411"/>
                    <a:pt x="134617" y="110156"/>
                    <a:pt x="134617" y="118757"/>
                  </a:cubicBezTo>
                  <a:cubicBezTo>
                    <a:pt x="134617" y="120834"/>
                    <a:pt x="134617" y="124393"/>
                    <a:pt x="132501" y="133291"/>
                  </a:cubicBezTo>
                  <a:cubicBezTo>
                    <a:pt x="131897" y="134774"/>
                    <a:pt x="131595" y="135960"/>
                    <a:pt x="131595" y="136553"/>
                  </a:cubicBezTo>
                  <a:cubicBezTo>
                    <a:pt x="131595" y="138926"/>
                    <a:pt x="133408" y="140113"/>
                    <a:pt x="135221" y="140113"/>
                  </a:cubicBezTo>
                  <a:cubicBezTo>
                    <a:pt x="138244" y="140113"/>
                    <a:pt x="138244" y="139223"/>
                    <a:pt x="139755" y="133884"/>
                  </a:cubicBezTo>
                  <a:lnTo>
                    <a:pt x="156377" y="69522"/>
                  </a:lnTo>
                  <a:cubicBezTo>
                    <a:pt x="157284" y="66259"/>
                    <a:pt x="157284" y="65666"/>
                    <a:pt x="157284" y="64776"/>
                  </a:cubicBezTo>
                  <a:cubicBezTo>
                    <a:pt x="157284" y="64183"/>
                    <a:pt x="156679" y="61514"/>
                    <a:pt x="153657" y="61514"/>
                  </a:cubicBezTo>
                  <a:cubicBezTo>
                    <a:pt x="150635" y="61514"/>
                    <a:pt x="150333" y="62997"/>
                    <a:pt x="149124" y="67742"/>
                  </a:cubicBezTo>
                  <a:cubicBezTo>
                    <a:pt x="142777" y="90877"/>
                    <a:pt x="135826" y="96216"/>
                    <a:pt x="110137" y="96216"/>
                  </a:cubicBezTo>
                  <a:lnTo>
                    <a:pt x="82635" y="96216"/>
                  </a:lnTo>
                  <a:lnTo>
                    <a:pt x="101977" y="20880"/>
                  </a:lnTo>
                  <a:cubicBezTo>
                    <a:pt x="104697" y="10499"/>
                    <a:pt x="104999" y="9312"/>
                    <a:pt x="118297" y="9312"/>
                  </a:cubicBezTo>
                  <a:lnTo>
                    <a:pt x="158190" y="9312"/>
                  </a:lnTo>
                  <a:cubicBezTo>
                    <a:pt x="195364" y="9312"/>
                    <a:pt x="202315" y="19100"/>
                    <a:pt x="202315" y="41938"/>
                  </a:cubicBezTo>
                  <a:cubicBezTo>
                    <a:pt x="202315" y="48760"/>
                    <a:pt x="202315" y="49946"/>
                    <a:pt x="201408" y="57955"/>
                  </a:cubicBezTo>
                  <a:cubicBezTo>
                    <a:pt x="200804" y="61810"/>
                    <a:pt x="200804" y="62404"/>
                    <a:pt x="200804" y="63293"/>
                  </a:cubicBezTo>
                  <a:cubicBezTo>
                    <a:pt x="200804" y="64776"/>
                    <a:pt x="201710" y="66853"/>
                    <a:pt x="204430" y="66853"/>
                  </a:cubicBezTo>
                  <a:cubicBezTo>
                    <a:pt x="207755" y="66853"/>
                    <a:pt x="208057" y="65073"/>
                    <a:pt x="208661" y="59438"/>
                  </a:cubicBezTo>
                  <a:lnTo>
                    <a:pt x="214706" y="8126"/>
                  </a:lnTo>
                  <a:cubicBezTo>
                    <a:pt x="215613" y="118"/>
                    <a:pt x="214101" y="118"/>
                    <a:pt x="206546" y="118"/>
                  </a:cubicBezTo>
                  <a:lnTo>
                    <a:pt x="58457" y="118"/>
                  </a:lnTo>
                  <a:cubicBezTo>
                    <a:pt x="52413" y="118"/>
                    <a:pt x="49390" y="118"/>
                    <a:pt x="49390" y="6050"/>
                  </a:cubicBezTo>
                  <a:cubicBezTo>
                    <a:pt x="49390" y="9312"/>
                    <a:pt x="52110" y="9312"/>
                    <a:pt x="57853" y="9312"/>
                  </a:cubicBezTo>
                  <a:cubicBezTo>
                    <a:pt x="69035" y="9312"/>
                    <a:pt x="77497" y="9312"/>
                    <a:pt x="77497" y="14651"/>
                  </a:cubicBezTo>
                  <a:cubicBezTo>
                    <a:pt x="77497" y="15838"/>
                    <a:pt x="77497" y="16431"/>
                    <a:pt x="75986" y="21769"/>
                  </a:cubicBezTo>
                  <a:lnTo>
                    <a:pt x="36093" y="178671"/>
                  </a:lnTo>
                  <a:cubicBezTo>
                    <a:pt x="33070" y="190238"/>
                    <a:pt x="32466" y="192611"/>
                    <a:pt x="8590" y="192611"/>
                  </a:cubicBezTo>
                  <a:cubicBezTo>
                    <a:pt x="3453" y="192611"/>
                    <a:pt x="128" y="192611"/>
                    <a:pt x="128" y="198246"/>
                  </a:cubicBezTo>
                  <a:cubicBezTo>
                    <a:pt x="128" y="201805"/>
                    <a:pt x="3755" y="201805"/>
                    <a:pt x="4661" y="201805"/>
                  </a:cubicBezTo>
                  <a:cubicBezTo>
                    <a:pt x="13426" y="201805"/>
                    <a:pt x="35790" y="200916"/>
                    <a:pt x="44555" y="200916"/>
                  </a:cubicBezTo>
                  <a:cubicBezTo>
                    <a:pt x="54528" y="200916"/>
                    <a:pt x="79613" y="201805"/>
                    <a:pt x="89586" y="201805"/>
                  </a:cubicBezTo>
                  <a:cubicBezTo>
                    <a:pt x="92306" y="201805"/>
                    <a:pt x="95933" y="201805"/>
                    <a:pt x="95933" y="196170"/>
                  </a:cubicBezTo>
                  <a:cubicBezTo>
                    <a:pt x="95933" y="193797"/>
                    <a:pt x="94119" y="193204"/>
                    <a:pt x="94119" y="192907"/>
                  </a:cubicBezTo>
                  <a:cubicBezTo>
                    <a:pt x="93213" y="192611"/>
                    <a:pt x="92608" y="192611"/>
                    <a:pt x="85657" y="192611"/>
                  </a:cubicBezTo>
                  <a:cubicBezTo>
                    <a:pt x="79008" y="192611"/>
                    <a:pt x="77497" y="192611"/>
                    <a:pt x="69941" y="192018"/>
                  </a:cubicBezTo>
                  <a:cubicBezTo>
                    <a:pt x="61177" y="191128"/>
                    <a:pt x="60270" y="189941"/>
                    <a:pt x="60270" y="186086"/>
                  </a:cubicBezTo>
                  <a:cubicBezTo>
                    <a:pt x="60270" y="185492"/>
                    <a:pt x="60270" y="183713"/>
                    <a:pt x="61479" y="179264"/>
                  </a:cubicBezTo>
                  <a:lnTo>
                    <a:pt x="80217" y="105411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D61219E0-CB6F-4B9F-5AFC-49157AC013B0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6677097" y="5778663"/>
              <a:ext cx="47388" cy="146164"/>
            </a:xfrm>
            <a:custGeom>
              <a:avLst/>
              <a:gdLst>
                <a:gd name="csX0" fmla="*/ 46678 w 47388"/>
                <a:gd name="csY0" fmla="*/ 6342 h 146164"/>
                <a:gd name="csX1" fmla="*/ 47524 w 47388"/>
                <a:gd name="csY1" fmla="*/ 3020 h 146164"/>
                <a:gd name="csX2" fmla="*/ 44139 w 47388"/>
                <a:gd name="csY2" fmla="*/ 114 h 146164"/>
                <a:gd name="csX3" fmla="*/ 17060 w 47388"/>
                <a:gd name="csY3" fmla="*/ 2190 h 146164"/>
                <a:gd name="csX4" fmla="*/ 12618 w 47388"/>
                <a:gd name="csY4" fmla="*/ 6965 h 146164"/>
                <a:gd name="csX5" fmla="*/ 17907 w 47388"/>
                <a:gd name="csY5" fmla="*/ 9872 h 146164"/>
                <a:gd name="csX6" fmla="*/ 28061 w 47388"/>
                <a:gd name="csY6" fmla="*/ 12986 h 146164"/>
                <a:gd name="csX7" fmla="*/ 27215 w 47388"/>
                <a:gd name="csY7" fmla="*/ 17554 h 146164"/>
                <a:gd name="csX8" fmla="*/ 982 w 47388"/>
                <a:gd name="csY8" fmla="*/ 120118 h 146164"/>
                <a:gd name="csX9" fmla="*/ 136 w 47388"/>
                <a:gd name="csY9" fmla="*/ 126554 h 146164"/>
                <a:gd name="csX10" fmla="*/ 22349 w 47388"/>
                <a:gd name="csY10" fmla="*/ 146278 h 146164"/>
                <a:gd name="csX11" fmla="*/ 39274 w 47388"/>
                <a:gd name="csY11" fmla="*/ 135274 h 146164"/>
                <a:gd name="csX12" fmla="*/ 46678 w 47388"/>
                <a:gd name="csY12" fmla="*/ 114512 h 146164"/>
                <a:gd name="csX13" fmla="*/ 43293 w 47388"/>
                <a:gd name="csY13" fmla="*/ 111813 h 146164"/>
                <a:gd name="csX14" fmla="*/ 39062 w 47388"/>
                <a:gd name="csY14" fmla="*/ 116796 h 146164"/>
                <a:gd name="csX15" fmla="*/ 23195 w 47388"/>
                <a:gd name="csY15" fmla="*/ 140464 h 146164"/>
                <a:gd name="csX16" fmla="*/ 16003 w 47388"/>
                <a:gd name="csY16" fmla="*/ 130291 h 146164"/>
                <a:gd name="csX17" fmla="*/ 17272 w 47388"/>
                <a:gd name="csY17" fmla="*/ 121779 h 146164"/>
                <a:gd name="csX18" fmla="*/ 46678 w 47388"/>
                <a:gd name="csY18" fmla="*/ 6342 h 146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47388" h="146164">
                  <a:moveTo>
                    <a:pt x="46678" y="6342"/>
                  </a:moveTo>
                  <a:cubicBezTo>
                    <a:pt x="46890" y="5927"/>
                    <a:pt x="47524" y="3228"/>
                    <a:pt x="47524" y="3020"/>
                  </a:cubicBezTo>
                  <a:cubicBezTo>
                    <a:pt x="47524" y="1982"/>
                    <a:pt x="46678" y="114"/>
                    <a:pt x="44139" y="114"/>
                  </a:cubicBezTo>
                  <a:cubicBezTo>
                    <a:pt x="39908" y="114"/>
                    <a:pt x="22349" y="1775"/>
                    <a:pt x="17060" y="2190"/>
                  </a:cubicBezTo>
                  <a:cubicBezTo>
                    <a:pt x="15579" y="2397"/>
                    <a:pt x="12618" y="2605"/>
                    <a:pt x="12618" y="6965"/>
                  </a:cubicBezTo>
                  <a:cubicBezTo>
                    <a:pt x="12618" y="9872"/>
                    <a:pt x="15579" y="9872"/>
                    <a:pt x="17907" y="9872"/>
                  </a:cubicBezTo>
                  <a:cubicBezTo>
                    <a:pt x="28061" y="9872"/>
                    <a:pt x="28061" y="11325"/>
                    <a:pt x="28061" y="12986"/>
                  </a:cubicBezTo>
                  <a:cubicBezTo>
                    <a:pt x="28061" y="14439"/>
                    <a:pt x="27638" y="15685"/>
                    <a:pt x="27215" y="17554"/>
                  </a:cubicBezTo>
                  <a:lnTo>
                    <a:pt x="982" y="120118"/>
                  </a:lnTo>
                  <a:cubicBezTo>
                    <a:pt x="347" y="122194"/>
                    <a:pt x="136" y="124478"/>
                    <a:pt x="136" y="126554"/>
                  </a:cubicBezTo>
                  <a:cubicBezTo>
                    <a:pt x="136" y="139842"/>
                    <a:pt x="12195" y="146278"/>
                    <a:pt x="22349" y="146278"/>
                  </a:cubicBezTo>
                  <a:cubicBezTo>
                    <a:pt x="27427" y="146278"/>
                    <a:pt x="33773" y="144617"/>
                    <a:pt x="39274" y="135274"/>
                  </a:cubicBezTo>
                  <a:cubicBezTo>
                    <a:pt x="43716" y="127592"/>
                    <a:pt x="46678" y="115342"/>
                    <a:pt x="46678" y="114512"/>
                  </a:cubicBezTo>
                  <a:cubicBezTo>
                    <a:pt x="46678" y="111813"/>
                    <a:pt x="43928" y="111813"/>
                    <a:pt x="43293" y="111813"/>
                  </a:cubicBezTo>
                  <a:cubicBezTo>
                    <a:pt x="40331" y="111813"/>
                    <a:pt x="39908" y="113059"/>
                    <a:pt x="39062" y="116796"/>
                  </a:cubicBezTo>
                  <a:cubicBezTo>
                    <a:pt x="36312" y="127177"/>
                    <a:pt x="32292" y="140464"/>
                    <a:pt x="23195" y="140464"/>
                  </a:cubicBezTo>
                  <a:cubicBezTo>
                    <a:pt x="17483" y="140464"/>
                    <a:pt x="16003" y="135274"/>
                    <a:pt x="16003" y="130291"/>
                  </a:cubicBezTo>
                  <a:cubicBezTo>
                    <a:pt x="16003" y="128007"/>
                    <a:pt x="16637" y="124063"/>
                    <a:pt x="17272" y="121779"/>
                  </a:cubicBezTo>
                  <a:lnTo>
                    <a:pt x="46678" y="6342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32" name="Freeform 531">
              <a:extLst>
                <a:ext uri="{FF2B5EF4-FFF2-40B4-BE49-F238E27FC236}">
                  <a16:creationId xmlns:a16="http://schemas.microsoft.com/office/drawing/2014/main" id="{CE23C568-2923-00C0-6F17-476929628FB6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6630255" y="6025940"/>
              <a:ext cx="90757" cy="94674"/>
            </a:xfrm>
            <a:custGeom>
              <a:avLst/>
              <a:gdLst>
                <a:gd name="csX0" fmla="*/ 84968 w 90757"/>
                <a:gd name="csY0" fmla="*/ 45381 h 94674"/>
                <a:gd name="csX1" fmla="*/ 90892 w 90757"/>
                <a:gd name="csY1" fmla="*/ 40814 h 94674"/>
                <a:gd name="csX2" fmla="*/ 49004 w 90757"/>
                <a:gd name="csY2" fmla="*/ 120 h 94674"/>
                <a:gd name="csX3" fmla="*/ 135 w 90757"/>
                <a:gd name="csY3" fmla="*/ 47250 h 94674"/>
                <a:gd name="csX4" fmla="*/ 51754 w 90757"/>
                <a:gd name="csY4" fmla="*/ 94795 h 94674"/>
                <a:gd name="csX5" fmla="*/ 90892 w 90757"/>
                <a:gd name="csY5" fmla="*/ 67804 h 94674"/>
                <a:gd name="csX6" fmla="*/ 87295 w 90757"/>
                <a:gd name="csY6" fmla="*/ 64897 h 94674"/>
                <a:gd name="csX7" fmla="*/ 83487 w 90757"/>
                <a:gd name="csY7" fmla="*/ 68219 h 94674"/>
                <a:gd name="csX8" fmla="*/ 53235 w 90757"/>
                <a:gd name="csY8" fmla="*/ 88151 h 94674"/>
                <a:gd name="csX9" fmla="*/ 27425 w 90757"/>
                <a:gd name="csY9" fmla="*/ 75901 h 94674"/>
                <a:gd name="csX10" fmla="*/ 19386 w 90757"/>
                <a:gd name="csY10" fmla="*/ 45381 h 94674"/>
                <a:gd name="csX11" fmla="*/ 84968 w 90757"/>
                <a:gd name="csY11" fmla="*/ 45381 h 94674"/>
                <a:gd name="csX12" fmla="*/ 19598 w 90757"/>
                <a:gd name="csY12" fmla="*/ 39983 h 94674"/>
                <a:gd name="csX13" fmla="*/ 49004 w 90757"/>
                <a:gd name="csY13" fmla="*/ 5934 h 94674"/>
                <a:gd name="csX14" fmla="*/ 76083 w 90757"/>
                <a:gd name="csY14" fmla="*/ 39983 h 94674"/>
                <a:gd name="csX15" fmla="*/ 19598 w 90757"/>
                <a:gd name="csY15" fmla="*/ 39983 h 94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90757" h="94674">
                  <a:moveTo>
                    <a:pt x="84968" y="45381"/>
                  </a:moveTo>
                  <a:cubicBezTo>
                    <a:pt x="89411" y="45381"/>
                    <a:pt x="90892" y="45381"/>
                    <a:pt x="90892" y="40814"/>
                  </a:cubicBezTo>
                  <a:cubicBezTo>
                    <a:pt x="90892" y="22543"/>
                    <a:pt x="80526" y="120"/>
                    <a:pt x="49004" y="120"/>
                  </a:cubicBezTo>
                  <a:cubicBezTo>
                    <a:pt x="21290" y="120"/>
                    <a:pt x="135" y="21713"/>
                    <a:pt x="135" y="47250"/>
                  </a:cubicBezTo>
                  <a:cubicBezTo>
                    <a:pt x="135" y="73618"/>
                    <a:pt x="23617" y="94795"/>
                    <a:pt x="51754" y="94795"/>
                  </a:cubicBezTo>
                  <a:cubicBezTo>
                    <a:pt x="80314" y="94795"/>
                    <a:pt x="90892" y="72372"/>
                    <a:pt x="90892" y="67804"/>
                  </a:cubicBezTo>
                  <a:cubicBezTo>
                    <a:pt x="90892" y="66974"/>
                    <a:pt x="90469" y="64897"/>
                    <a:pt x="87295" y="64897"/>
                  </a:cubicBezTo>
                  <a:cubicBezTo>
                    <a:pt x="84545" y="64897"/>
                    <a:pt x="84122" y="66143"/>
                    <a:pt x="83487" y="68219"/>
                  </a:cubicBezTo>
                  <a:cubicBezTo>
                    <a:pt x="76929" y="85037"/>
                    <a:pt x="60851" y="88151"/>
                    <a:pt x="53235" y="88151"/>
                  </a:cubicBezTo>
                  <a:cubicBezTo>
                    <a:pt x="43292" y="88151"/>
                    <a:pt x="33772" y="83791"/>
                    <a:pt x="27425" y="75901"/>
                  </a:cubicBezTo>
                  <a:cubicBezTo>
                    <a:pt x="19598" y="66143"/>
                    <a:pt x="19386" y="53478"/>
                    <a:pt x="19386" y="45381"/>
                  </a:cubicBezTo>
                  <a:lnTo>
                    <a:pt x="84968" y="45381"/>
                  </a:lnTo>
                  <a:close/>
                  <a:moveTo>
                    <a:pt x="19598" y="39983"/>
                  </a:moveTo>
                  <a:cubicBezTo>
                    <a:pt x="21925" y="10709"/>
                    <a:pt x="40965" y="5934"/>
                    <a:pt x="49004" y="5934"/>
                  </a:cubicBezTo>
                  <a:cubicBezTo>
                    <a:pt x="75025" y="5934"/>
                    <a:pt x="75871" y="34793"/>
                    <a:pt x="76083" y="39983"/>
                  </a:cubicBezTo>
                  <a:lnTo>
                    <a:pt x="19598" y="39983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33" name="Freeform 532">
              <a:extLst>
                <a:ext uri="{FF2B5EF4-FFF2-40B4-BE49-F238E27FC236}">
                  <a16:creationId xmlns:a16="http://schemas.microsoft.com/office/drawing/2014/main" id="{2186C290-AF81-250F-8C1E-A0B58A47D836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6740886" y="6026978"/>
              <a:ext cx="113393" cy="91560"/>
            </a:xfrm>
            <a:custGeom>
              <a:avLst/>
              <a:gdLst>
                <a:gd name="csX0" fmla="*/ 97665 w 113393"/>
                <a:gd name="csY0" fmla="*/ 28772 h 91560"/>
                <a:gd name="csX1" fmla="*/ 65932 w 113393"/>
                <a:gd name="csY1" fmla="*/ 120 h 91560"/>
                <a:gd name="csX2" fmla="*/ 31448 w 113393"/>
                <a:gd name="csY2" fmla="*/ 20259 h 91560"/>
                <a:gd name="csX3" fmla="*/ 31237 w 113393"/>
                <a:gd name="csY3" fmla="*/ 20259 h 91560"/>
                <a:gd name="csX4" fmla="*/ 31237 w 113393"/>
                <a:gd name="csY4" fmla="*/ 120 h 91560"/>
                <a:gd name="csX5" fmla="*/ 138 w 113393"/>
                <a:gd name="csY5" fmla="*/ 2404 h 91560"/>
                <a:gd name="csX6" fmla="*/ 138 w 113393"/>
                <a:gd name="csY6" fmla="*/ 9878 h 91560"/>
                <a:gd name="csX7" fmla="*/ 16005 w 113393"/>
                <a:gd name="csY7" fmla="*/ 21505 h 91560"/>
                <a:gd name="csX8" fmla="*/ 16005 w 113393"/>
                <a:gd name="csY8" fmla="*/ 75278 h 91560"/>
                <a:gd name="csX9" fmla="*/ 138 w 113393"/>
                <a:gd name="csY9" fmla="*/ 84206 h 91560"/>
                <a:gd name="csX10" fmla="*/ 138 w 113393"/>
                <a:gd name="csY10" fmla="*/ 91680 h 91560"/>
                <a:gd name="csX11" fmla="*/ 24255 w 113393"/>
                <a:gd name="csY11" fmla="*/ 90850 h 91560"/>
                <a:gd name="csX12" fmla="*/ 48584 w 113393"/>
                <a:gd name="csY12" fmla="*/ 91680 h 91560"/>
                <a:gd name="csX13" fmla="*/ 48584 w 113393"/>
                <a:gd name="csY13" fmla="*/ 84206 h 91560"/>
                <a:gd name="csX14" fmla="*/ 32718 w 113393"/>
                <a:gd name="csY14" fmla="*/ 75278 h 91560"/>
                <a:gd name="csX15" fmla="*/ 32718 w 113393"/>
                <a:gd name="csY15" fmla="*/ 37907 h 91560"/>
                <a:gd name="csX16" fmla="*/ 64239 w 113393"/>
                <a:gd name="csY16" fmla="*/ 5934 h 91560"/>
                <a:gd name="csX17" fmla="*/ 80952 w 113393"/>
                <a:gd name="csY17" fmla="*/ 27941 h 91560"/>
                <a:gd name="csX18" fmla="*/ 80952 w 113393"/>
                <a:gd name="csY18" fmla="*/ 75278 h 91560"/>
                <a:gd name="csX19" fmla="*/ 65086 w 113393"/>
                <a:gd name="csY19" fmla="*/ 84206 h 91560"/>
                <a:gd name="csX20" fmla="*/ 65086 w 113393"/>
                <a:gd name="csY20" fmla="*/ 91680 h 91560"/>
                <a:gd name="csX21" fmla="*/ 89203 w 113393"/>
                <a:gd name="csY21" fmla="*/ 90850 h 91560"/>
                <a:gd name="csX22" fmla="*/ 113532 w 113393"/>
                <a:gd name="csY22" fmla="*/ 91680 h 91560"/>
                <a:gd name="csX23" fmla="*/ 113532 w 113393"/>
                <a:gd name="csY23" fmla="*/ 84206 h 91560"/>
                <a:gd name="csX24" fmla="*/ 97665 w 113393"/>
                <a:gd name="csY24" fmla="*/ 75278 h 91560"/>
                <a:gd name="csX25" fmla="*/ 97665 w 113393"/>
                <a:gd name="csY25" fmla="*/ 28772 h 915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13393" h="91560">
                  <a:moveTo>
                    <a:pt x="97665" y="28772"/>
                  </a:moveTo>
                  <a:cubicBezTo>
                    <a:pt x="97665" y="10709"/>
                    <a:pt x="88568" y="120"/>
                    <a:pt x="65932" y="120"/>
                  </a:cubicBezTo>
                  <a:cubicBezTo>
                    <a:pt x="48584" y="120"/>
                    <a:pt x="37372" y="9463"/>
                    <a:pt x="31448" y="20259"/>
                  </a:cubicBezTo>
                  <a:lnTo>
                    <a:pt x="31237" y="20259"/>
                  </a:lnTo>
                  <a:lnTo>
                    <a:pt x="31237" y="120"/>
                  </a:lnTo>
                  <a:lnTo>
                    <a:pt x="138" y="2404"/>
                  </a:lnTo>
                  <a:lnTo>
                    <a:pt x="138" y="9878"/>
                  </a:lnTo>
                  <a:cubicBezTo>
                    <a:pt x="14312" y="9878"/>
                    <a:pt x="16005" y="11332"/>
                    <a:pt x="16005" y="21505"/>
                  </a:cubicBezTo>
                  <a:lnTo>
                    <a:pt x="16005" y="75278"/>
                  </a:lnTo>
                  <a:cubicBezTo>
                    <a:pt x="16005" y="84206"/>
                    <a:pt x="13889" y="84206"/>
                    <a:pt x="138" y="84206"/>
                  </a:cubicBezTo>
                  <a:lnTo>
                    <a:pt x="138" y="91680"/>
                  </a:lnTo>
                  <a:cubicBezTo>
                    <a:pt x="561" y="91680"/>
                    <a:pt x="15370" y="90850"/>
                    <a:pt x="24255" y="90850"/>
                  </a:cubicBezTo>
                  <a:cubicBezTo>
                    <a:pt x="32083" y="90850"/>
                    <a:pt x="46680" y="91473"/>
                    <a:pt x="48584" y="91680"/>
                  </a:cubicBezTo>
                  <a:lnTo>
                    <a:pt x="48584" y="84206"/>
                  </a:lnTo>
                  <a:cubicBezTo>
                    <a:pt x="34833" y="84206"/>
                    <a:pt x="32718" y="84206"/>
                    <a:pt x="32718" y="75278"/>
                  </a:cubicBezTo>
                  <a:lnTo>
                    <a:pt x="32718" y="37907"/>
                  </a:lnTo>
                  <a:cubicBezTo>
                    <a:pt x="32718" y="16107"/>
                    <a:pt x="50277" y="5934"/>
                    <a:pt x="64239" y="5934"/>
                  </a:cubicBezTo>
                  <a:cubicBezTo>
                    <a:pt x="79048" y="5934"/>
                    <a:pt x="80952" y="17353"/>
                    <a:pt x="80952" y="27941"/>
                  </a:cubicBezTo>
                  <a:lnTo>
                    <a:pt x="80952" y="75278"/>
                  </a:lnTo>
                  <a:cubicBezTo>
                    <a:pt x="80952" y="84206"/>
                    <a:pt x="78837" y="84206"/>
                    <a:pt x="65086" y="84206"/>
                  </a:cubicBezTo>
                  <a:lnTo>
                    <a:pt x="65086" y="91680"/>
                  </a:lnTo>
                  <a:cubicBezTo>
                    <a:pt x="65509" y="91680"/>
                    <a:pt x="80318" y="90850"/>
                    <a:pt x="89203" y="90850"/>
                  </a:cubicBezTo>
                  <a:cubicBezTo>
                    <a:pt x="97031" y="90850"/>
                    <a:pt x="111628" y="91473"/>
                    <a:pt x="113532" y="91680"/>
                  </a:cubicBezTo>
                  <a:lnTo>
                    <a:pt x="113532" y="84206"/>
                  </a:lnTo>
                  <a:cubicBezTo>
                    <a:pt x="99781" y="84206"/>
                    <a:pt x="97665" y="84206"/>
                    <a:pt x="97665" y="75278"/>
                  </a:cubicBezTo>
                  <a:lnTo>
                    <a:pt x="97665" y="28772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34" name="Freeform 533">
              <a:extLst>
                <a:ext uri="{FF2B5EF4-FFF2-40B4-BE49-F238E27FC236}">
                  <a16:creationId xmlns:a16="http://schemas.microsoft.com/office/drawing/2014/main" id="{D77DDE7C-F117-D206-B04C-629DD66AE86F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6874368" y="5974451"/>
              <a:ext cx="113393" cy="144087"/>
            </a:xfrm>
            <a:custGeom>
              <a:avLst/>
              <a:gdLst>
                <a:gd name="csX0" fmla="*/ 97670 w 113393"/>
                <a:gd name="csY0" fmla="*/ 81299 h 144087"/>
                <a:gd name="csX1" fmla="*/ 65936 w 113393"/>
                <a:gd name="csY1" fmla="*/ 52648 h 144087"/>
                <a:gd name="csX2" fmla="*/ 32087 w 113393"/>
                <a:gd name="csY2" fmla="*/ 71541 h 144087"/>
                <a:gd name="csX3" fmla="*/ 31876 w 113393"/>
                <a:gd name="csY3" fmla="*/ 71541 h 144087"/>
                <a:gd name="csX4" fmla="*/ 31876 w 113393"/>
                <a:gd name="csY4" fmla="*/ 120 h 144087"/>
                <a:gd name="csX5" fmla="*/ 143 w 113393"/>
                <a:gd name="csY5" fmla="*/ 2404 h 144087"/>
                <a:gd name="csX6" fmla="*/ 143 w 113393"/>
                <a:gd name="csY6" fmla="*/ 9878 h 144087"/>
                <a:gd name="csX7" fmla="*/ 16009 w 113393"/>
                <a:gd name="csY7" fmla="*/ 21505 h 144087"/>
                <a:gd name="csX8" fmla="*/ 16009 w 113393"/>
                <a:gd name="csY8" fmla="*/ 127806 h 144087"/>
                <a:gd name="csX9" fmla="*/ 143 w 113393"/>
                <a:gd name="csY9" fmla="*/ 136734 h 144087"/>
                <a:gd name="csX10" fmla="*/ 143 w 113393"/>
                <a:gd name="csY10" fmla="*/ 144208 h 144087"/>
                <a:gd name="csX11" fmla="*/ 24260 w 113393"/>
                <a:gd name="csY11" fmla="*/ 143378 h 144087"/>
                <a:gd name="csX12" fmla="*/ 48589 w 113393"/>
                <a:gd name="csY12" fmla="*/ 144208 h 144087"/>
                <a:gd name="csX13" fmla="*/ 48589 w 113393"/>
                <a:gd name="csY13" fmla="*/ 136734 h 144087"/>
                <a:gd name="csX14" fmla="*/ 32722 w 113393"/>
                <a:gd name="csY14" fmla="*/ 127806 h 144087"/>
                <a:gd name="csX15" fmla="*/ 32722 w 113393"/>
                <a:gd name="csY15" fmla="*/ 90435 h 144087"/>
                <a:gd name="csX16" fmla="*/ 64244 w 113393"/>
                <a:gd name="csY16" fmla="*/ 58461 h 144087"/>
                <a:gd name="csX17" fmla="*/ 80957 w 113393"/>
                <a:gd name="csY17" fmla="*/ 80469 h 144087"/>
                <a:gd name="csX18" fmla="*/ 80957 w 113393"/>
                <a:gd name="csY18" fmla="*/ 127806 h 144087"/>
                <a:gd name="csX19" fmla="*/ 65090 w 113393"/>
                <a:gd name="csY19" fmla="*/ 136734 h 144087"/>
                <a:gd name="csX20" fmla="*/ 65090 w 113393"/>
                <a:gd name="csY20" fmla="*/ 144208 h 144087"/>
                <a:gd name="csX21" fmla="*/ 89207 w 113393"/>
                <a:gd name="csY21" fmla="*/ 143378 h 144087"/>
                <a:gd name="csX22" fmla="*/ 113536 w 113393"/>
                <a:gd name="csY22" fmla="*/ 144208 h 144087"/>
                <a:gd name="csX23" fmla="*/ 113536 w 113393"/>
                <a:gd name="csY23" fmla="*/ 136734 h 144087"/>
                <a:gd name="csX24" fmla="*/ 97670 w 113393"/>
                <a:gd name="csY24" fmla="*/ 127806 h 144087"/>
                <a:gd name="csX25" fmla="*/ 97670 w 113393"/>
                <a:gd name="csY25" fmla="*/ 81299 h 144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13393" h="144087">
                  <a:moveTo>
                    <a:pt x="97670" y="81299"/>
                  </a:moveTo>
                  <a:cubicBezTo>
                    <a:pt x="97670" y="63237"/>
                    <a:pt x="88573" y="52648"/>
                    <a:pt x="65936" y="52648"/>
                  </a:cubicBezTo>
                  <a:cubicBezTo>
                    <a:pt x="47108" y="52648"/>
                    <a:pt x="36742" y="63652"/>
                    <a:pt x="32087" y="71541"/>
                  </a:cubicBezTo>
                  <a:lnTo>
                    <a:pt x="31876" y="71541"/>
                  </a:lnTo>
                  <a:lnTo>
                    <a:pt x="31876" y="120"/>
                  </a:lnTo>
                  <a:lnTo>
                    <a:pt x="143" y="2404"/>
                  </a:lnTo>
                  <a:lnTo>
                    <a:pt x="143" y="9878"/>
                  </a:lnTo>
                  <a:cubicBezTo>
                    <a:pt x="14317" y="9878"/>
                    <a:pt x="16009" y="11332"/>
                    <a:pt x="16009" y="21505"/>
                  </a:cubicBezTo>
                  <a:lnTo>
                    <a:pt x="16009" y="127806"/>
                  </a:lnTo>
                  <a:cubicBezTo>
                    <a:pt x="16009" y="136734"/>
                    <a:pt x="13894" y="136734"/>
                    <a:pt x="143" y="136734"/>
                  </a:cubicBezTo>
                  <a:lnTo>
                    <a:pt x="143" y="144208"/>
                  </a:lnTo>
                  <a:cubicBezTo>
                    <a:pt x="566" y="144208"/>
                    <a:pt x="15374" y="143378"/>
                    <a:pt x="24260" y="143378"/>
                  </a:cubicBezTo>
                  <a:cubicBezTo>
                    <a:pt x="32087" y="143378"/>
                    <a:pt x="46685" y="144001"/>
                    <a:pt x="48589" y="144208"/>
                  </a:cubicBezTo>
                  <a:lnTo>
                    <a:pt x="48589" y="136734"/>
                  </a:lnTo>
                  <a:cubicBezTo>
                    <a:pt x="34838" y="136734"/>
                    <a:pt x="32722" y="136734"/>
                    <a:pt x="32722" y="127806"/>
                  </a:cubicBezTo>
                  <a:lnTo>
                    <a:pt x="32722" y="90435"/>
                  </a:lnTo>
                  <a:cubicBezTo>
                    <a:pt x="32722" y="68635"/>
                    <a:pt x="50281" y="58461"/>
                    <a:pt x="64244" y="58461"/>
                  </a:cubicBezTo>
                  <a:cubicBezTo>
                    <a:pt x="79053" y="58461"/>
                    <a:pt x="80957" y="69880"/>
                    <a:pt x="80957" y="80469"/>
                  </a:cubicBezTo>
                  <a:lnTo>
                    <a:pt x="80957" y="127806"/>
                  </a:lnTo>
                  <a:cubicBezTo>
                    <a:pt x="80957" y="136734"/>
                    <a:pt x="78841" y="136734"/>
                    <a:pt x="65090" y="136734"/>
                  </a:cubicBezTo>
                  <a:lnTo>
                    <a:pt x="65090" y="144208"/>
                  </a:lnTo>
                  <a:cubicBezTo>
                    <a:pt x="65513" y="144208"/>
                    <a:pt x="80322" y="143378"/>
                    <a:pt x="89207" y="143378"/>
                  </a:cubicBezTo>
                  <a:cubicBezTo>
                    <a:pt x="97035" y="143378"/>
                    <a:pt x="111632" y="144001"/>
                    <a:pt x="113536" y="144208"/>
                  </a:cubicBezTo>
                  <a:lnTo>
                    <a:pt x="113536" y="136734"/>
                  </a:lnTo>
                  <a:cubicBezTo>
                    <a:pt x="99785" y="136734"/>
                    <a:pt x="97670" y="136734"/>
                    <a:pt x="97670" y="127806"/>
                  </a:cubicBezTo>
                  <a:lnTo>
                    <a:pt x="97670" y="81299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35" name="Freeform 534">
              <a:extLst>
                <a:ext uri="{FF2B5EF4-FFF2-40B4-BE49-F238E27FC236}">
                  <a16:creationId xmlns:a16="http://schemas.microsoft.com/office/drawing/2014/main" id="{02938A4F-B0A8-F0C0-CD12-FF55D517999B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112410" y="5936362"/>
              <a:ext cx="200977" cy="69404"/>
            </a:xfrm>
            <a:custGeom>
              <a:avLst/>
              <a:gdLst>
                <a:gd name="csX0" fmla="*/ 190852 w 200977"/>
                <a:gd name="csY0" fmla="*/ 11982 h 69404"/>
                <a:gd name="csX1" fmla="*/ 201128 w 200977"/>
                <a:gd name="csY1" fmla="*/ 6050 h 69404"/>
                <a:gd name="csX2" fmla="*/ 191155 w 200977"/>
                <a:gd name="csY2" fmla="*/ 118 h 69404"/>
                <a:gd name="csX3" fmla="*/ 10123 w 200977"/>
                <a:gd name="csY3" fmla="*/ 118 h 69404"/>
                <a:gd name="csX4" fmla="*/ 150 w 200977"/>
                <a:gd name="csY4" fmla="*/ 6050 h 69404"/>
                <a:gd name="csX5" fmla="*/ 10426 w 200977"/>
                <a:gd name="csY5" fmla="*/ 11982 h 69404"/>
                <a:gd name="csX6" fmla="*/ 190852 w 200977"/>
                <a:gd name="csY6" fmla="*/ 11982 h 69404"/>
                <a:gd name="csX7" fmla="*/ 191155 w 200977"/>
                <a:gd name="csY7" fmla="*/ 69522 h 69404"/>
                <a:gd name="csX8" fmla="*/ 201128 w 200977"/>
                <a:gd name="csY8" fmla="*/ 63590 h 69404"/>
                <a:gd name="csX9" fmla="*/ 190852 w 200977"/>
                <a:gd name="csY9" fmla="*/ 57658 h 69404"/>
                <a:gd name="csX10" fmla="*/ 10426 w 200977"/>
                <a:gd name="csY10" fmla="*/ 57658 h 69404"/>
                <a:gd name="csX11" fmla="*/ 150 w 200977"/>
                <a:gd name="csY11" fmla="*/ 63590 h 69404"/>
                <a:gd name="csX12" fmla="*/ 10123 w 200977"/>
                <a:gd name="csY12" fmla="*/ 69522 h 69404"/>
                <a:gd name="csX13" fmla="*/ 191155 w 200977"/>
                <a:gd name="csY13" fmla="*/ 69522 h 69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0977" h="69404">
                  <a:moveTo>
                    <a:pt x="190852" y="11982"/>
                  </a:moveTo>
                  <a:cubicBezTo>
                    <a:pt x="195386" y="11982"/>
                    <a:pt x="201128" y="11982"/>
                    <a:pt x="201128" y="6050"/>
                  </a:cubicBezTo>
                  <a:cubicBezTo>
                    <a:pt x="201128" y="118"/>
                    <a:pt x="195386" y="118"/>
                    <a:pt x="191155" y="118"/>
                  </a:cubicBezTo>
                  <a:lnTo>
                    <a:pt x="10123" y="118"/>
                  </a:lnTo>
                  <a:cubicBezTo>
                    <a:pt x="5892" y="118"/>
                    <a:pt x="150" y="118"/>
                    <a:pt x="150" y="6050"/>
                  </a:cubicBezTo>
                  <a:cubicBezTo>
                    <a:pt x="150" y="11982"/>
                    <a:pt x="5892" y="11982"/>
                    <a:pt x="10426" y="11982"/>
                  </a:cubicBezTo>
                  <a:lnTo>
                    <a:pt x="190852" y="11982"/>
                  </a:lnTo>
                  <a:close/>
                  <a:moveTo>
                    <a:pt x="191155" y="69522"/>
                  </a:moveTo>
                  <a:cubicBezTo>
                    <a:pt x="195386" y="69522"/>
                    <a:pt x="201128" y="69522"/>
                    <a:pt x="201128" y="63590"/>
                  </a:cubicBezTo>
                  <a:cubicBezTo>
                    <a:pt x="201128" y="57658"/>
                    <a:pt x="195386" y="57658"/>
                    <a:pt x="190852" y="57658"/>
                  </a:cubicBezTo>
                  <a:lnTo>
                    <a:pt x="10426" y="57658"/>
                  </a:lnTo>
                  <a:cubicBezTo>
                    <a:pt x="5892" y="57658"/>
                    <a:pt x="150" y="57658"/>
                    <a:pt x="150" y="63590"/>
                  </a:cubicBezTo>
                  <a:cubicBezTo>
                    <a:pt x="150" y="69522"/>
                    <a:pt x="5892" y="69522"/>
                    <a:pt x="10123" y="69522"/>
                  </a:cubicBezTo>
                  <a:lnTo>
                    <a:pt x="191155" y="69522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1FF1AB9B-FAB5-9ED4-C904-912A078553AE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7424469" y="5842637"/>
              <a:ext cx="206417" cy="202577"/>
            </a:xfrm>
            <a:custGeom>
              <a:avLst/>
              <a:gdLst>
                <a:gd name="csX0" fmla="*/ 60303 w 206417"/>
                <a:gd name="csY0" fmla="*/ 3974 h 202577"/>
                <a:gd name="csX1" fmla="*/ 51538 w 206417"/>
                <a:gd name="csY1" fmla="*/ 118 h 202577"/>
                <a:gd name="csX2" fmla="*/ 161 w 206417"/>
                <a:gd name="csY2" fmla="*/ 118 h 202577"/>
                <a:gd name="csX3" fmla="*/ 161 w 206417"/>
                <a:gd name="csY3" fmla="*/ 9312 h 202577"/>
                <a:gd name="csX4" fmla="*/ 8925 w 206417"/>
                <a:gd name="csY4" fmla="*/ 9312 h 202577"/>
                <a:gd name="csX5" fmla="*/ 24036 w 206417"/>
                <a:gd name="csY5" fmla="*/ 9906 h 202577"/>
                <a:gd name="csX6" fmla="*/ 31290 w 206417"/>
                <a:gd name="csY6" fmla="*/ 16727 h 202577"/>
                <a:gd name="csX7" fmla="*/ 31290 w 206417"/>
                <a:gd name="csY7" fmla="*/ 171552 h 202577"/>
                <a:gd name="csX8" fmla="*/ 161 w 206417"/>
                <a:gd name="csY8" fmla="*/ 193501 h 202577"/>
                <a:gd name="csX9" fmla="*/ 161 w 206417"/>
                <a:gd name="csY9" fmla="*/ 202695 h 202577"/>
                <a:gd name="csX10" fmla="*/ 35521 w 206417"/>
                <a:gd name="csY10" fmla="*/ 201805 h 202577"/>
                <a:gd name="csX11" fmla="*/ 70881 w 206417"/>
                <a:gd name="csY11" fmla="*/ 202695 h 202577"/>
                <a:gd name="csX12" fmla="*/ 70881 w 206417"/>
                <a:gd name="csY12" fmla="*/ 193501 h 202577"/>
                <a:gd name="csX13" fmla="*/ 39752 w 206417"/>
                <a:gd name="csY13" fmla="*/ 171552 h 202577"/>
                <a:gd name="csX14" fmla="*/ 39752 w 206417"/>
                <a:gd name="csY14" fmla="*/ 17320 h 202577"/>
                <a:gd name="csX15" fmla="*/ 42774 w 206417"/>
                <a:gd name="csY15" fmla="*/ 20880 h 202577"/>
                <a:gd name="csX16" fmla="*/ 166081 w 206417"/>
                <a:gd name="csY16" fmla="*/ 198839 h 202577"/>
                <a:gd name="csX17" fmla="*/ 171218 w 206417"/>
                <a:gd name="csY17" fmla="*/ 202695 h 202577"/>
                <a:gd name="csX18" fmla="*/ 175450 w 206417"/>
                <a:gd name="csY18" fmla="*/ 194984 h 202577"/>
                <a:gd name="csX19" fmla="*/ 175450 w 206417"/>
                <a:gd name="csY19" fmla="*/ 31261 h 202577"/>
                <a:gd name="csX20" fmla="*/ 206578 w 206417"/>
                <a:gd name="csY20" fmla="*/ 9312 h 202577"/>
                <a:gd name="csX21" fmla="*/ 206578 w 206417"/>
                <a:gd name="csY21" fmla="*/ 118 h 202577"/>
                <a:gd name="csX22" fmla="*/ 171218 w 206417"/>
                <a:gd name="csY22" fmla="*/ 1008 h 202577"/>
                <a:gd name="csX23" fmla="*/ 135858 w 206417"/>
                <a:gd name="csY23" fmla="*/ 118 h 202577"/>
                <a:gd name="csX24" fmla="*/ 135858 w 206417"/>
                <a:gd name="csY24" fmla="*/ 9312 h 202577"/>
                <a:gd name="csX25" fmla="*/ 166987 w 206417"/>
                <a:gd name="csY25" fmla="*/ 31261 h 202577"/>
                <a:gd name="csX26" fmla="*/ 166987 w 206417"/>
                <a:gd name="csY26" fmla="*/ 157909 h 202577"/>
                <a:gd name="csX27" fmla="*/ 60303 w 206417"/>
                <a:gd name="csY27" fmla="*/ 3974 h 202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206417" h="202577">
                  <a:moveTo>
                    <a:pt x="60303" y="3974"/>
                  </a:moveTo>
                  <a:cubicBezTo>
                    <a:pt x="57583" y="414"/>
                    <a:pt x="57281" y="118"/>
                    <a:pt x="51538" y="118"/>
                  </a:cubicBezTo>
                  <a:lnTo>
                    <a:pt x="161" y="118"/>
                  </a:lnTo>
                  <a:lnTo>
                    <a:pt x="161" y="9312"/>
                  </a:lnTo>
                  <a:lnTo>
                    <a:pt x="8925" y="9312"/>
                  </a:lnTo>
                  <a:cubicBezTo>
                    <a:pt x="13458" y="9312"/>
                    <a:pt x="19503" y="9609"/>
                    <a:pt x="24036" y="9906"/>
                  </a:cubicBezTo>
                  <a:cubicBezTo>
                    <a:pt x="30987" y="10795"/>
                    <a:pt x="31290" y="11092"/>
                    <a:pt x="31290" y="16727"/>
                  </a:cubicBezTo>
                  <a:lnTo>
                    <a:pt x="31290" y="171552"/>
                  </a:lnTo>
                  <a:cubicBezTo>
                    <a:pt x="31290" y="179560"/>
                    <a:pt x="31290" y="193501"/>
                    <a:pt x="161" y="193501"/>
                  </a:cubicBezTo>
                  <a:lnTo>
                    <a:pt x="161" y="202695"/>
                  </a:lnTo>
                  <a:cubicBezTo>
                    <a:pt x="10738" y="202399"/>
                    <a:pt x="25547" y="201805"/>
                    <a:pt x="35521" y="201805"/>
                  </a:cubicBezTo>
                  <a:cubicBezTo>
                    <a:pt x="45494" y="201805"/>
                    <a:pt x="60303" y="202399"/>
                    <a:pt x="70881" y="202695"/>
                  </a:cubicBezTo>
                  <a:lnTo>
                    <a:pt x="70881" y="193501"/>
                  </a:lnTo>
                  <a:cubicBezTo>
                    <a:pt x="39752" y="193501"/>
                    <a:pt x="39752" y="179560"/>
                    <a:pt x="39752" y="171552"/>
                  </a:cubicBezTo>
                  <a:lnTo>
                    <a:pt x="39752" y="17320"/>
                  </a:lnTo>
                  <a:cubicBezTo>
                    <a:pt x="41263" y="18803"/>
                    <a:pt x="41565" y="19100"/>
                    <a:pt x="42774" y="20880"/>
                  </a:cubicBezTo>
                  <a:lnTo>
                    <a:pt x="166081" y="198839"/>
                  </a:lnTo>
                  <a:cubicBezTo>
                    <a:pt x="168801" y="202399"/>
                    <a:pt x="169103" y="202695"/>
                    <a:pt x="171218" y="202695"/>
                  </a:cubicBezTo>
                  <a:cubicBezTo>
                    <a:pt x="175450" y="202695"/>
                    <a:pt x="175450" y="200619"/>
                    <a:pt x="175450" y="194984"/>
                  </a:cubicBezTo>
                  <a:lnTo>
                    <a:pt x="175450" y="31261"/>
                  </a:lnTo>
                  <a:cubicBezTo>
                    <a:pt x="175450" y="23252"/>
                    <a:pt x="175450" y="9312"/>
                    <a:pt x="206578" y="9312"/>
                  </a:cubicBezTo>
                  <a:lnTo>
                    <a:pt x="206578" y="118"/>
                  </a:lnTo>
                  <a:cubicBezTo>
                    <a:pt x="196001" y="414"/>
                    <a:pt x="181192" y="1008"/>
                    <a:pt x="171218" y="1008"/>
                  </a:cubicBezTo>
                  <a:cubicBezTo>
                    <a:pt x="161245" y="1008"/>
                    <a:pt x="146436" y="414"/>
                    <a:pt x="135858" y="118"/>
                  </a:cubicBezTo>
                  <a:lnTo>
                    <a:pt x="135858" y="9312"/>
                  </a:lnTo>
                  <a:cubicBezTo>
                    <a:pt x="166987" y="9312"/>
                    <a:pt x="166987" y="23252"/>
                    <a:pt x="166987" y="31261"/>
                  </a:cubicBezTo>
                  <a:lnTo>
                    <a:pt x="166987" y="157909"/>
                  </a:lnTo>
                  <a:lnTo>
                    <a:pt x="60303" y="3974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37" name="Freeform 536">
              <a:extLst>
                <a:ext uri="{FF2B5EF4-FFF2-40B4-BE49-F238E27FC236}">
                  <a16:creationId xmlns:a16="http://schemas.microsoft.com/office/drawing/2014/main" id="{41399C1E-EEC5-37D0-C1DF-CC59A79CADF7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7649626" y="5912338"/>
              <a:ext cx="133884" cy="136139"/>
            </a:xfrm>
            <a:custGeom>
              <a:avLst/>
              <a:gdLst>
                <a:gd name="csX0" fmla="*/ 134053 w 133884"/>
                <a:gd name="csY0" fmla="*/ 69522 h 136139"/>
                <a:gd name="csX1" fmla="*/ 67261 w 133884"/>
                <a:gd name="csY1" fmla="*/ 118 h 136139"/>
                <a:gd name="csX2" fmla="*/ 168 w 133884"/>
                <a:gd name="csY2" fmla="*/ 69522 h 136139"/>
                <a:gd name="csX3" fmla="*/ 66959 w 133884"/>
                <a:gd name="csY3" fmla="*/ 136257 h 136139"/>
                <a:gd name="csX4" fmla="*/ 134053 w 133884"/>
                <a:gd name="csY4" fmla="*/ 69522 h 136139"/>
                <a:gd name="csX5" fmla="*/ 67261 w 133884"/>
                <a:gd name="csY5" fmla="*/ 128842 h 136139"/>
                <a:gd name="csX6" fmla="*/ 32808 w 133884"/>
                <a:gd name="csY6" fmla="*/ 108970 h 136139"/>
                <a:gd name="csX7" fmla="*/ 25253 w 133884"/>
                <a:gd name="csY7" fmla="*/ 67149 h 136139"/>
                <a:gd name="csX8" fmla="*/ 32506 w 133884"/>
                <a:gd name="csY8" fmla="*/ 26515 h 136139"/>
                <a:gd name="csX9" fmla="*/ 66959 w 133884"/>
                <a:gd name="csY9" fmla="*/ 6643 h 136139"/>
                <a:gd name="csX10" fmla="*/ 101110 w 133884"/>
                <a:gd name="csY10" fmla="*/ 25922 h 136139"/>
                <a:gd name="csX11" fmla="*/ 108968 w 133884"/>
                <a:gd name="csY11" fmla="*/ 67149 h 136139"/>
                <a:gd name="csX12" fmla="*/ 102319 w 133884"/>
                <a:gd name="csY12" fmla="*/ 106894 h 136139"/>
                <a:gd name="csX13" fmla="*/ 67261 w 133884"/>
                <a:gd name="csY13" fmla="*/ 128842 h 1361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3884" h="136139">
                  <a:moveTo>
                    <a:pt x="134053" y="69522"/>
                  </a:moveTo>
                  <a:cubicBezTo>
                    <a:pt x="134053" y="31557"/>
                    <a:pt x="103830" y="118"/>
                    <a:pt x="67261" y="118"/>
                  </a:cubicBezTo>
                  <a:cubicBezTo>
                    <a:pt x="29484" y="118"/>
                    <a:pt x="168" y="32447"/>
                    <a:pt x="168" y="69522"/>
                  </a:cubicBezTo>
                  <a:cubicBezTo>
                    <a:pt x="168" y="107783"/>
                    <a:pt x="31599" y="136257"/>
                    <a:pt x="66959" y="136257"/>
                  </a:cubicBezTo>
                  <a:cubicBezTo>
                    <a:pt x="103528" y="136257"/>
                    <a:pt x="134053" y="107190"/>
                    <a:pt x="134053" y="69522"/>
                  </a:cubicBezTo>
                  <a:close/>
                  <a:moveTo>
                    <a:pt x="67261" y="128842"/>
                  </a:moveTo>
                  <a:cubicBezTo>
                    <a:pt x="54266" y="128842"/>
                    <a:pt x="40968" y="122613"/>
                    <a:pt x="32808" y="108970"/>
                  </a:cubicBezTo>
                  <a:cubicBezTo>
                    <a:pt x="25253" y="95919"/>
                    <a:pt x="25253" y="77827"/>
                    <a:pt x="25253" y="67149"/>
                  </a:cubicBezTo>
                  <a:cubicBezTo>
                    <a:pt x="25253" y="55582"/>
                    <a:pt x="25253" y="39565"/>
                    <a:pt x="32506" y="26515"/>
                  </a:cubicBezTo>
                  <a:cubicBezTo>
                    <a:pt x="40666" y="12872"/>
                    <a:pt x="54870" y="6643"/>
                    <a:pt x="66959" y="6643"/>
                  </a:cubicBezTo>
                  <a:cubicBezTo>
                    <a:pt x="80257" y="6643"/>
                    <a:pt x="93253" y="13168"/>
                    <a:pt x="101110" y="25922"/>
                  </a:cubicBezTo>
                  <a:cubicBezTo>
                    <a:pt x="108968" y="38676"/>
                    <a:pt x="108968" y="55878"/>
                    <a:pt x="108968" y="67149"/>
                  </a:cubicBezTo>
                  <a:cubicBezTo>
                    <a:pt x="108968" y="77827"/>
                    <a:pt x="108968" y="93843"/>
                    <a:pt x="102319" y="106894"/>
                  </a:cubicBezTo>
                  <a:cubicBezTo>
                    <a:pt x="95670" y="120240"/>
                    <a:pt x="82373" y="128842"/>
                    <a:pt x="67261" y="128842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38" name="Freeform 537">
              <a:extLst>
                <a:ext uri="{FF2B5EF4-FFF2-40B4-BE49-F238E27FC236}">
                  <a16:creationId xmlns:a16="http://schemas.microsoft.com/office/drawing/2014/main" id="{51CCB087-9946-7131-BD59-65FB014C5F59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7800737" y="5914117"/>
              <a:ext cx="101546" cy="131096"/>
            </a:xfrm>
            <a:custGeom>
              <a:avLst/>
              <a:gdLst>
                <a:gd name="csX0" fmla="*/ 42182 w 101546"/>
                <a:gd name="csY0" fmla="*/ 32744 h 131096"/>
                <a:gd name="csX1" fmla="*/ 42182 w 101546"/>
                <a:gd name="csY1" fmla="*/ 118 h 131096"/>
                <a:gd name="csX2" fmla="*/ 173 w 101546"/>
                <a:gd name="csY2" fmla="*/ 3380 h 131096"/>
                <a:gd name="csX3" fmla="*/ 173 w 101546"/>
                <a:gd name="csY3" fmla="*/ 12575 h 131096"/>
                <a:gd name="csX4" fmla="*/ 23746 w 101546"/>
                <a:gd name="csY4" fmla="*/ 29184 h 131096"/>
                <a:gd name="csX5" fmla="*/ 23746 w 101546"/>
                <a:gd name="csY5" fmla="*/ 108673 h 131096"/>
                <a:gd name="csX6" fmla="*/ 173 w 101546"/>
                <a:gd name="csY6" fmla="*/ 122020 h 131096"/>
                <a:gd name="csX7" fmla="*/ 173 w 101546"/>
                <a:gd name="csY7" fmla="*/ 131215 h 131096"/>
                <a:gd name="csX8" fmla="*/ 34626 w 101546"/>
                <a:gd name="csY8" fmla="*/ 130325 h 131096"/>
                <a:gd name="csX9" fmla="*/ 73009 w 101546"/>
                <a:gd name="csY9" fmla="*/ 131215 h 131096"/>
                <a:gd name="csX10" fmla="*/ 73009 w 101546"/>
                <a:gd name="csY10" fmla="*/ 122020 h 131096"/>
                <a:gd name="csX11" fmla="*/ 66662 w 101546"/>
                <a:gd name="csY11" fmla="*/ 122020 h 131096"/>
                <a:gd name="csX12" fmla="*/ 43693 w 101546"/>
                <a:gd name="csY12" fmla="*/ 108080 h 131096"/>
                <a:gd name="csX13" fmla="*/ 43693 w 101546"/>
                <a:gd name="csY13" fmla="*/ 62404 h 131096"/>
                <a:gd name="csX14" fmla="*/ 79355 w 101546"/>
                <a:gd name="csY14" fmla="*/ 6643 h 131096"/>
                <a:gd name="csX15" fmla="*/ 82680 w 101546"/>
                <a:gd name="csY15" fmla="*/ 6940 h 131096"/>
                <a:gd name="csX16" fmla="*/ 75729 w 101546"/>
                <a:gd name="csY16" fmla="*/ 18507 h 131096"/>
                <a:gd name="csX17" fmla="*/ 88724 w 101546"/>
                <a:gd name="csY17" fmla="*/ 31261 h 131096"/>
                <a:gd name="csX18" fmla="*/ 101720 w 101546"/>
                <a:gd name="csY18" fmla="*/ 18210 h 131096"/>
                <a:gd name="csX19" fmla="*/ 79355 w 101546"/>
                <a:gd name="csY19" fmla="*/ 118 h 131096"/>
                <a:gd name="csX20" fmla="*/ 42182 w 101546"/>
                <a:gd name="csY20" fmla="*/ 32744 h 131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01546" h="131096">
                  <a:moveTo>
                    <a:pt x="42182" y="32744"/>
                  </a:moveTo>
                  <a:lnTo>
                    <a:pt x="42182" y="118"/>
                  </a:lnTo>
                  <a:lnTo>
                    <a:pt x="173" y="3380"/>
                  </a:lnTo>
                  <a:lnTo>
                    <a:pt x="173" y="12575"/>
                  </a:lnTo>
                  <a:cubicBezTo>
                    <a:pt x="21329" y="12575"/>
                    <a:pt x="23746" y="14651"/>
                    <a:pt x="23746" y="29184"/>
                  </a:cubicBezTo>
                  <a:lnTo>
                    <a:pt x="23746" y="108673"/>
                  </a:lnTo>
                  <a:cubicBezTo>
                    <a:pt x="23746" y="122020"/>
                    <a:pt x="20422" y="122020"/>
                    <a:pt x="173" y="122020"/>
                  </a:cubicBezTo>
                  <a:lnTo>
                    <a:pt x="173" y="131215"/>
                  </a:lnTo>
                  <a:cubicBezTo>
                    <a:pt x="11960" y="130918"/>
                    <a:pt x="26164" y="130325"/>
                    <a:pt x="34626" y="130325"/>
                  </a:cubicBezTo>
                  <a:cubicBezTo>
                    <a:pt x="46715" y="130325"/>
                    <a:pt x="60920" y="130325"/>
                    <a:pt x="73009" y="131215"/>
                  </a:cubicBezTo>
                  <a:lnTo>
                    <a:pt x="73009" y="122020"/>
                  </a:lnTo>
                  <a:lnTo>
                    <a:pt x="66662" y="122020"/>
                  </a:lnTo>
                  <a:cubicBezTo>
                    <a:pt x="44298" y="122020"/>
                    <a:pt x="43693" y="118757"/>
                    <a:pt x="43693" y="108080"/>
                  </a:cubicBezTo>
                  <a:lnTo>
                    <a:pt x="43693" y="62404"/>
                  </a:lnTo>
                  <a:cubicBezTo>
                    <a:pt x="43693" y="33040"/>
                    <a:pt x="56386" y="6643"/>
                    <a:pt x="79355" y="6643"/>
                  </a:cubicBezTo>
                  <a:cubicBezTo>
                    <a:pt x="81471" y="6643"/>
                    <a:pt x="82075" y="6643"/>
                    <a:pt x="82680" y="6940"/>
                  </a:cubicBezTo>
                  <a:cubicBezTo>
                    <a:pt x="81773" y="7236"/>
                    <a:pt x="75729" y="10795"/>
                    <a:pt x="75729" y="18507"/>
                  </a:cubicBezTo>
                  <a:cubicBezTo>
                    <a:pt x="75729" y="26812"/>
                    <a:pt x="82075" y="31261"/>
                    <a:pt x="88724" y="31261"/>
                  </a:cubicBezTo>
                  <a:cubicBezTo>
                    <a:pt x="94164" y="31261"/>
                    <a:pt x="101720" y="27702"/>
                    <a:pt x="101720" y="18210"/>
                  </a:cubicBezTo>
                  <a:cubicBezTo>
                    <a:pt x="101720" y="8719"/>
                    <a:pt x="92351" y="118"/>
                    <a:pt x="79355" y="118"/>
                  </a:cubicBezTo>
                  <a:cubicBezTo>
                    <a:pt x="57293" y="118"/>
                    <a:pt x="46413" y="19990"/>
                    <a:pt x="42182" y="32744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8DB79F18-4812-3A52-6CE1-F6E2363A1AD2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7920317" y="5914117"/>
              <a:ext cx="236035" cy="131096"/>
            </a:xfrm>
            <a:custGeom>
              <a:avLst/>
              <a:gdLst>
                <a:gd name="csX0" fmla="*/ 23750 w 236035"/>
                <a:gd name="csY0" fmla="*/ 29184 h 131096"/>
                <a:gd name="csX1" fmla="*/ 23750 w 236035"/>
                <a:gd name="csY1" fmla="*/ 108673 h 131096"/>
                <a:gd name="csX2" fmla="*/ 177 w 236035"/>
                <a:gd name="csY2" fmla="*/ 122020 h 131096"/>
                <a:gd name="csX3" fmla="*/ 177 w 236035"/>
                <a:gd name="csY3" fmla="*/ 131215 h 131096"/>
                <a:gd name="csX4" fmla="*/ 34328 w 236035"/>
                <a:gd name="csY4" fmla="*/ 130325 h 131096"/>
                <a:gd name="csX5" fmla="*/ 68177 w 236035"/>
                <a:gd name="csY5" fmla="*/ 131215 h 131096"/>
                <a:gd name="csX6" fmla="*/ 68177 w 236035"/>
                <a:gd name="csY6" fmla="*/ 122020 h 131096"/>
                <a:gd name="csX7" fmla="*/ 44604 w 236035"/>
                <a:gd name="csY7" fmla="*/ 108673 h 131096"/>
                <a:gd name="csX8" fmla="*/ 44604 w 236035"/>
                <a:gd name="csY8" fmla="*/ 54099 h 131096"/>
                <a:gd name="csX9" fmla="*/ 85404 w 236035"/>
                <a:gd name="csY9" fmla="*/ 6643 h 131096"/>
                <a:gd name="csX10" fmla="*/ 107768 w 236035"/>
                <a:gd name="csY10" fmla="*/ 39565 h 131096"/>
                <a:gd name="csX11" fmla="*/ 107768 w 236035"/>
                <a:gd name="csY11" fmla="*/ 108673 h 131096"/>
                <a:gd name="csX12" fmla="*/ 84195 w 236035"/>
                <a:gd name="csY12" fmla="*/ 122020 h 131096"/>
                <a:gd name="csX13" fmla="*/ 84195 w 236035"/>
                <a:gd name="csY13" fmla="*/ 131215 h 131096"/>
                <a:gd name="csX14" fmla="*/ 118346 w 236035"/>
                <a:gd name="csY14" fmla="*/ 130325 h 131096"/>
                <a:gd name="csX15" fmla="*/ 152195 w 236035"/>
                <a:gd name="csY15" fmla="*/ 131215 h 131096"/>
                <a:gd name="csX16" fmla="*/ 152195 w 236035"/>
                <a:gd name="csY16" fmla="*/ 122020 h 131096"/>
                <a:gd name="csX17" fmla="*/ 128621 w 236035"/>
                <a:gd name="csY17" fmla="*/ 108673 h 131096"/>
                <a:gd name="csX18" fmla="*/ 128621 w 236035"/>
                <a:gd name="csY18" fmla="*/ 54099 h 131096"/>
                <a:gd name="csX19" fmla="*/ 169421 w 236035"/>
                <a:gd name="csY19" fmla="*/ 6643 h 131096"/>
                <a:gd name="csX20" fmla="*/ 191786 w 236035"/>
                <a:gd name="csY20" fmla="*/ 39565 h 131096"/>
                <a:gd name="csX21" fmla="*/ 191786 w 236035"/>
                <a:gd name="csY21" fmla="*/ 108673 h 131096"/>
                <a:gd name="csX22" fmla="*/ 168213 w 236035"/>
                <a:gd name="csY22" fmla="*/ 122020 h 131096"/>
                <a:gd name="csX23" fmla="*/ 168213 w 236035"/>
                <a:gd name="csY23" fmla="*/ 131215 h 131096"/>
                <a:gd name="csX24" fmla="*/ 202364 w 236035"/>
                <a:gd name="csY24" fmla="*/ 130325 h 131096"/>
                <a:gd name="csX25" fmla="*/ 236213 w 236035"/>
                <a:gd name="csY25" fmla="*/ 131215 h 131096"/>
                <a:gd name="csX26" fmla="*/ 236213 w 236035"/>
                <a:gd name="csY26" fmla="*/ 122020 h 131096"/>
                <a:gd name="csX27" fmla="*/ 212639 w 236035"/>
                <a:gd name="csY27" fmla="*/ 113122 h 131096"/>
                <a:gd name="csX28" fmla="*/ 212639 w 236035"/>
                <a:gd name="csY28" fmla="*/ 56472 h 131096"/>
                <a:gd name="csX29" fmla="*/ 203270 w 236035"/>
                <a:gd name="csY29" fmla="*/ 11092 h 131096"/>
                <a:gd name="csX30" fmla="*/ 171537 w 236035"/>
                <a:gd name="csY30" fmla="*/ 118 h 131096"/>
                <a:gd name="csX31" fmla="*/ 127715 w 236035"/>
                <a:gd name="csY31" fmla="*/ 29184 h 131096"/>
                <a:gd name="csX32" fmla="*/ 87519 w 236035"/>
                <a:gd name="csY32" fmla="*/ 118 h 131096"/>
                <a:gd name="csX33" fmla="*/ 42790 w 236035"/>
                <a:gd name="csY33" fmla="*/ 31261 h 131096"/>
                <a:gd name="csX34" fmla="*/ 42790 w 236035"/>
                <a:gd name="csY34" fmla="*/ 118 h 131096"/>
                <a:gd name="csX35" fmla="*/ 177 w 236035"/>
                <a:gd name="csY35" fmla="*/ 3380 h 131096"/>
                <a:gd name="csX36" fmla="*/ 177 w 236035"/>
                <a:gd name="csY36" fmla="*/ 12575 h 131096"/>
                <a:gd name="csX37" fmla="*/ 23750 w 236035"/>
                <a:gd name="csY37" fmla="*/ 29184 h 131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236035" h="131096">
                  <a:moveTo>
                    <a:pt x="23750" y="29184"/>
                  </a:moveTo>
                  <a:lnTo>
                    <a:pt x="23750" y="108673"/>
                  </a:lnTo>
                  <a:cubicBezTo>
                    <a:pt x="23750" y="122020"/>
                    <a:pt x="20426" y="122020"/>
                    <a:pt x="177" y="122020"/>
                  </a:cubicBezTo>
                  <a:lnTo>
                    <a:pt x="177" y="131215"/>
                  </a:lnTo>
                  <a:cubicBezTo>
                    <a:pt x="10755" y="130918"/>
                    <a:pt x="26168" y="130325"/>
                    <a:pt x="34328" y="130325"/>
                  </a:cubicBezTo>
                  <a:cubicBezTo>
                    <a:pt x="42186" y="130325"/>
                    <a:pt x="57901" y="130918"/>
                    <a:pt x="68177" y="131215"/>
                  </a:cubicBezTo>
                  <a:lnTo>
                    <a:pt x="68177" y="122020"/>
                  </a:lnTo>
                  <a:cubicBezTo>
                    <a:pt x="47928" y="122020"/>
                    <a:pt x="44604" y="122020"/>
                    <a:pt x="44604" y="108673"/>
                  </a:cubicBezTo>
                  <a:lnTo>
                    <a:pt x="44604" y="54099"/>
                  </a:lnTo>
                  <a:cubicBezTo>
                    <a:pt x="44604" y="23253"/>
                    <a:pt x="66061" y="6643"/>
                    <a:pt x="85404" y="6643"/>
                  </a:cubicBezTo>
                  <a:cubicBezTo>
                    <a:pt x="104444" y="6643"/>
                    <a:pt x="107768" y="22659"/>
                    <a:pt x="107768" y="39565"/>
                  </a:cubicBezTo>
                  <a:lnTo>
                    <a:pt x="107768" y="108673"/>
                  </a:lnTo>
                  <a:cubicBezTo>
                    <a:pt x="107768" y="122020"/>
                    <a:pt x="104444" y="122020"/>
                    <a:pt x="84195" y="122020"/>
                  </a:cubicBezTo>
                  <a:lnTo>
                    <a:pt x="84195" y="131215"/>
                  </a:lnTo>
                  <a:cubicBezTo>
                    <a:pt x="94773" y="130918"/>
                    <a:pt x="110186" y="130325"/>
                    <a:pt x="118346" y="130325"/>
                  </a:cubicBezTo>
                  <a:cubicBezTo>
                    <a:pt x="126204" y="130325"/>
                    <a:pt x="141919" y="130918"/>
                    <a:pt x="152195" y="131215"/>
                  </a:cubicBezTo>
                  <a:lnTo>
                    <a:pt x="152195" y="122020"/>
                  </a:lnTo>
                  <a:cubicBezTo>
                    <a:pt x="131946" y="122020"/>
                    <a:pt x="128621" y="122020"/>
                    <a:pt x="128621" y="108673"/>
                  </a:cubicBezTo>
                  <a:lnTo>
                    <a:pt x="128621" y="54099"/>
                  </a:lnTo>
                  <a:cubicBezTo>
                    <a:pt x="128621" y="23253"/>
                    <a:pt x="150079" y="6643"/>
                    <a:pt x="169421" y="6643"/>
                  </a:cubicBezTo>
                  <a:cubicBezTo>
                    <a:pt x="188461" y="6643"/>
                    <a:pt x="191786" y="22659"/>
                    <a:pt x="191786" y="39565"/>
                  </a:cubicBezTo>
                  <a:lnTo>
                    <a:pt x="191786" y="108673"/>
                  </a:lnTo>
                  <a:cubicBezTo>
                    <a:pt x="191786" y="122020"/>
                    <a:pt x="188461" y="122020"/>
                    <a:pt x="168213" y="122020"/>
                  </a:cubicBezTo>
                  <a:lnTo>
                    <a:pt x="168213" y="131215"/>
                  </a:lnTo>
                  <a:cubicBezTo>
                    <a:pt x="178790" y="130918"/>
                    <a:pt x="194204" y="130325"/>
                    <a:pt x="202364" y="130325"/>
                  </a:cubicBezTo>
                  <a:cubicBezTo>
                    <a:pt x="210221" y="130325"/>
                    <a:pt x="225937" y="130918"/>
                    <a:pt x="236213" y="131215"/>
                  </a:cubicBezTo>
                  <a:lnTo>
                    <a:pt x="236213" y="122020"/>
                  </a:lnTo>
                  <a:cubicBezTo>
                    <a:pt x="220497" y="122020"/>
                    <a:pt x="212941" y="122020"/>
                    <a:pt x="212639" y="113122"/>
                  </a:cubicBezTo>
                  <a:lnTo>
                    <a:pt x="212639" y="56472"/>
                  </a:lnTo>
                  <a:cubicBezTo>
                    <a:pt x="212639" y="30964"/>
                    <a:pt x="212639" y="21770"/>
                    <a:pt x="203270" y="11092"/>
                  </a:cubicBezTo>
                  <a:cubicBezTo>
                    <a:pt x="199039" y="6050"/>
                    <a:pt x="189066" y="118"/>
                    <a:pt x="171537" y="118"/>
                  </a:cubicBezTo>
                  <a:cubicBezTo>
                    <a:pt x="146150" y="118"/>
                    <a:pt x="132853" y="17914"/>
                    <a:pt x="127715" y="29184"/>
                  </a:cubicBezTo>
                  <a:cubicBezTo>
                    <a:pt x="123484" y="3380"/>
                    <a:pt x="101119" y="118"/>
                    <a:pt x="87519" y="118"/>
                  </a:cubicBezTo>
                  <a:cubicBezTo>
                    <a:pt x="65457" y="118"/>
                    <a:pt x="51253" y="12872"/>
                    <a:pt x="42790" y="31261"/>
                  </a:cubicBezTo>
                  <a:lnTo>
                    <a:pt x="42790" y="118"/>
                  </a:lnTo>
                  <a:lnTo>
                    <a:pt x="177" y="3380"/>
                  </a:lnTo>
                  <a:lnTo>
                    <a:pt x="177" y="12575"/>
                  </a:lnTo>
                  <a:cubicBezTo>
                    <a:pt x="21333" y="12575"/>
                    <a:pt x="23750" y="14651"/>
                    <a:pt x="23750" y="29184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40" name="Freeform 539">
              <a:extLst>
                <a:ext uri="{FF2B5EF4-FFF2-40B4-BE49-F238E27FC236}">
                  <a16:creationId xmlns:a16="http://schemas.microsoft.com/office/drawing/2014/main" id="{46A69C90-1497-2998-3589-FBC4BF509194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8192418" y="5822765"/>
              <a:ext cx="70115" cy="296599"/>
            </a:xfrm>
            <a:custGeom>
              <a:avLst/>
              <a:gdLst>
                <a:gd name="csX0" fmla="*/ 70301 w 70115"/>
                <a:gd name="csY0" fmla="*/ 293751 h 296599"/>
                <a:gd name="csX1" fmla="*/ 65163 w 70115"/>
                <a:gd name="csY1" fmla="*/ 287226 h 296599"/>
                <a:gd name="csX2" fmla="*/ 17714 w 70115"/>
                <a:gd name="csY2" fmla="*/ 148417 h 296599"/>
                <a:gd name="csX3" fmla="*/ 66372 w 70115"/>
                <a:gd name="csY3" fmla="*/ 8126 h 296599"/>
                <a:gd name="csX4" fmla="*/ 70301 w 70115"/>
                <a:gd name="csY4" fmla="*/ 3084 h 296599"/>
                <a:gd name="csX5" fmla="*/ 67279 w 70115"/>
                <a:gd name="csY5" fmla="*/ 118 h 296599"/>
                <a:gd name="csX6" fmla="*/ 19225 w 70115"/>
                <a:gd name="csY6" fmla="*/ 57955 h 296599"/>
                <a:gd name="csX7" fmla="*/ 185 w 70115"/>
                <a:gd name="csY7" fmla="*/ 148417 h 296599"/>
                <a:gd name="csX8" fmla="*/ 20132 w 70115"/>
                <a:gd name="csY8" fmla="*/ 240956 h 296599"/>
                <a:gd name="csX9" fmla="*/ 67279 w 70115"/>
                <a:gd name="csY9" fmla="*/ 296717 h 296599"/>
                <a:gd name="csX10" fmla="*/ 70301 w 70115"/>
                <a:gd name="csY10" fmla="*/ 293751 h 29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115" h="296599">
                  <a:moveTo>
                    <a:pt x="70301" y="293751"/>
                  </a:moveTo>
                  <a:cubicBezTo>
                    <a:pt x="70301" y="292861"/>
                    <a:pt x="70301" y="292268"/>
                    <a:pt x="65163" y="287226"/>
                  </a:cubicBezTo>
                  <a:cubicBezTo>
                    <a:pt x="27385" y="249854"/>
                    <a:pt x="17714" y="193797"/>
                    <a:pt x="17714" y="148417"/>
                  </a:cubicBezTo>
                  <a:cubicBezTo>
                    <a:pt x="17714" y="96809"/>
                    <a:pt x="29199" y="45201"/>
                    <a:pt x="66372" y="8126"/>
                  </a:cubicBezTo>
                  <a:cubicBezTo>
                    <a:pt x="70301" y="4567"/>
                    <a:pt x="70301" y="3974"/>
                    <a:pt x="70301" y="3084"/>
                  </a:cubicBezTo>
                  <a:cubicBezTo>
                    <a:pt x="70301" y="1008"/>
                    <a:pt x="69092" y="118"/>
                    <a:pt x="67279" y="118"/>
                  </a:cubicBezTo>
                  <a:cubicBezTo>
                    <a:pt x="64256" y="118"/>
                    <a:pt x="37056" y="20286"/>
                    <a:pt x="19225" y="57955"/>
                  </a:cubicBezTo>
                  <a:cubicBezTo>
                    <a:pt x="3812" y="90581"/>
                    <a:pt x="185" y="123503"/>
                    <a:pt x="185" y="148417"/>
                  </a:cubicBezTo>
                  <a:cubicBezTo>
                    <a:pt x="185" y="171552"/>
                    <a:pt x="3510" y="207441"/>
                    <a:pt x="20132" y="240956"/>
                  </a:cubicBezTo>
                  <a:cubicBezTo>
                    <a:pt x="38265" y="277438"/>
                    <a:pt x="64256" y="296717"/>
                    <a:pt x="67279" y="296717"/>
                  </a:cubicBezTo>
                  <a:cubicBezTo>
                    <a:pt x="69092" y="296717"/>
                    <a:pt x="70301" y="295827"/>
                    <a:pt x="70301" y="293751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id="{447C15CA-6FC7-3673-02F4-EAD86E61524B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8296953" y="5836112"/>
              <a:ext cx="184053" cy="215627"/>
            </a:xfrm>
            <a:custGeom>
              <a:avLst/>
              <a:gdLst>
                <a:gd name="csX0" fmla="*/ 189 w 184053"/>
                <a:gd name="csY0" fmla="*/ 107783 h 215627"/>
                <a:gd name="csX1" fmla="*/ 105363 w 184053"/>
                <a:gd name="csY1" fmla="*/ 215745 h 215627"/>
                <a:gd name="csX2" fmla="*/ 184242 w 184053"/>
                <a:gd name="csY2" fmla="*/ 140113 h 215627"/>
                <a:gd name="csX3" fmla="*/ 180314 w 184053"/>
                <a:gd name="csY3" fmla="*/ 135070 h 215627"/>
                <a:gd name="csX4" fmla="*/ 176687 w 184053"/>
                <a:gd name="csY4" fmla="*/ 139816 h 215627"/>
                <a:gd name="csX5" fmla="*/ 108989 w 184053"/>
                <a:gd name="csY5" fmla="*/ 206551 h 215627"/>
                <a:gd name="csX6" fmla="*/ 31318 w 184053"/>
                <a:gd name="csY6" fmla="*/ 108080 h 215627"/>
                <a:gd name="csX7" fmla="*/ 108687 w 184053"/>
                <a:gd name="csY7" fmla="*/ 9312 h 215627"/>
                <a:gd name="csX8" fmla="*/ 174571 w 184053"/>
                <a:gd name="csY8" fmla="*/ 79606 h 215627"/>
                <a:gd name="csX9" fmla="*/ 179407 w 184053"/>
                <a:gd name="csY9" fmla="*/ 84649 h 215627"/>
                <a:gd name="csX10" fmla="*/ 184242 w 184053"/>
                <a:gd name="csY10" fmla="*/ 77530 h 215627"/>
                <a:gd name="csX11" fmla="*/ 184242 w 184053"/>
                <a:gd name="csY11" fmla="*/ 7236 h 215627"/>
                <a:gd name="csX12" fmla="*/ 180918 w 184053"/>
                <a:gd name="csY12" fmla="*/ 118 h 215627"/>
                <a:gd name="csX13" fmla="*/ 176082 w 184053"/>
                <a:gd name="csY13" fmla="*/ 3677 h 215627"/>
                <a:gd name="csX14" fmla="*/ 160971 w 184053"/>
                <a:gd name="csY14" fmla="*/ 25625 h 215627"/>
                <a:gd name="csX15" fmla="*/ 105363 w 184053"/>
                <a:gd name="csY15" fmla="*/ 118 h 215627"/>
                <a:gd name="csX16" fmla="*/ 189 w 184053"/>
                <a:gd name="csY16" fmla="*/ 107783 h 2156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84053" h="215627">
                  <a:moveTo>
                    <a:pt x="189" y="107783"/>
                  </a:moveTo>
                  <a:cubicBezTo>
                    <a:pt x="189" y="169179"/>
                    <a:pt x="49149" y="215745"/>
                    <a:pt x="105363" y="215745"/>
                  </a:cubicBezTo>
                  <a:cubicBezTo>
                    <a:pt x="154625" y="215745"/>
                    <a:pt x="184242" y="174518"/>
                    <a:pt x="184242" y="140113"/>
                  </a:cubicBezTo>
                  <a:cubicBezTo>
                    <a:pt x="184242" y="137147"/>
                    <a:pt x="184242" y="135070"/>
                    <a:pt x="180314" y="135070"/>
                  </a:cubicBezTo>
                  <a:cubicBezTo>
                    <a:pt x="176989" y="135070"/>
                    <a:pt x="176989" y="136850"/>
                    <a:pt x="176687" y="139816"/>
                  </a:cubicBezTo>
                  <a:cubicBezTo>
                    <a:pt x="174269" y="182230"/>
                    <a:pt x="141931" y="206551"/>
                    <a:pt x="108989" y="206551"/>
                  </a:cubicBezTo>
                  <a:cubicBezTo>
                    <a:pt x="90554" y="206551"/>
                    <a:pt x="31318" y="196467"/>
                    <a:pt x="31318" y="108080"/>
                  </a:cubicBezTo>
                  <a:cubicBezTo>
                    <a:pt x="31318" y="19397"/>
                    <a:pt x="90251" y="9312"/>
                    <a:pt x="108687" y="9312"/>
                  </a:cubicBezTo>
                  <a:cubicBezTo>
                    <a:pt x="141629" y="9312"/>
                    <a:pt x="168527" y="36303"/>
                    <a:pt x="174571" y="79606"/>
                  </a:cubicBezTo>
                  <a:cubicBezTo>
                    <a:pt x="175176" y="83759"/>
                    <a:pt x="175176" y="84649"/>
                    <a:pt x="179407" y="84649"/>
                  </a:cubicBezTo>
                  <a:cubicBezTo>
                    <a:pt x="184242" y="84649"/>
                    <a:pt x="184242" y="83759"/>
                    <a:pt x="184242" y="77530"/>
                  </a:cubicBezTo>
                  <a:lnTo>
                    <a:pt x="184242" y="7236"/>
                  </a:lnTo>
                  <a:cubicBezTo>
                    <a:pt x="184242" y="2194"/>
                    <a:pt x="184242" y="118"/>
                    <a:pt x="180918" y="118"/>
                  </a:cubicBezTo>
                  <a:cubicBezTo>
                    <a:pt x="179709" y="118"/>
                    <a:pt x="178500" y="118"/>
                    <a:pt x="176082" y="3677"/>
                  </a:cubicBezTo>
                  <a:lnTo>
                    <a:pt x="160971" y="25625"/>
                  </a:lnTo>
                  <a:cubicBezTo>
                    <a:pt x="149789" y="14948"/>
                    <a:pt x="134376" y="118"/>
                    <a:pt x="105363" y="118"/>
                  </a:cubicBezTo>
                  <a:cubicBezTo>
                    <a:pt x="48847" y="118"/>
                    <a:pt x="189" y="47277"/>
                    <a:pt x="189" y="107783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42" name="Freeform 541">
              <a:extLst>
                <a:ext uri="{FF2B5EF4-FFF2-40B4-BE49-F238E27FC236}">
                  <a16:creationId xmlns:a16="http://schemas.microsoft.com/office/drawing/2014/main" id="{1975400A-C21F-31E7-AED5-B8CBACB46B78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8506763" y="5912338"/>
              <a:ext cx="133884" cy="136139"/>
            </a:xfrm>
            <a:custGeom>
              <a:avLst/>
              <a:gdLst>
                <a:gd name="csX0" fmla="*/ 134081 w 133884"/>
                <a:gd name="csY0" fmla="*/ 69522 h 136139"/>
                <a:gd name="csX1" fmla="*/ 67290 w 133884"/>
                <a:gd name="csY1" fmla="*/ 118 h 136139"/>
                <a:gd name="csX2" fmla="*/ 196 w 133884"/>
                <a:gd name="csY2" fmla="*/ 69522 h 136139"/>
                <a:gd name="csX3" fmla="*/ 66987 w 133884"/>
                <a:gd name="csY3" fmla="*/ 136257 h 136139"/>
                <a:gd name="csX4" fmla="*/ 134081 w 133884"/>
                <a:gd name="csY4" fmla="*/ 69522 h 136139"/>
                <a:gd name="csX5" fmla="*/ 67290 w 133884"/>
                <a:gd name="csY5" fmla="*/ 128842 h 136139"/>
                <a:gd name="csX6" fmla="*/ 32836 w 133884"/>
                <a:gd name="csY6" fmla="*/ 108970 h 136139"/>
                <a:gd name="csX7" fmla="*/ 25281 w 133884"/>
                <a:gd name="csY7" fmla="*/ 67149 h 136139"/>
                <a:gd name="csX8" fmla="*/ 32534 w 133884"/>
                <a:gd name="csY8" fmla="*/ 26515 h 136139"/>
                <a:gd name="csX9" fmla="*/ 66987 w 133884"/>
                <a:gd name="csY9" fmla="*/ 6643 h 136139"/>
                <a:gd name="csX10" fmla="*/ 101139 w 133884"/>
                <a:gd name="csY10" fmla="*/ 25922 h 136139"/>
                <a:gd name="csX11" fmla="*/ 108996 w 133884"/>
                <a:gd name="csY11" fmla="*/ 67149 h 136139"/>
                <a:gd name="csX12" fmla="*/ 102347 w 133884"/>
                <a:gd name="csY12" fmla="*/ 106894 h 136139"/>
                <a:gd name="csX13" fmla="*/ 67290 w 133884"/>
                <a:gd name="csY13" fmla="*/ 128842 h 1361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3884" h="136139">
                  <a:moveTo>
                    <a:pt x="134081" y="69522"/>
                  </a:moveTo>
                  <a:cubicBezTo>
                    <a:pt x="134081" y="31557"/>
                    <a:pt x="103859" y="118"/>
                    <a:pt x="67290" y="118"/>
                  </a:cubicBezTo>
                  <a:cubicBezTo>
                    <a:pt x="29512" y="118"/>
                    <a:pt x="196" y="32447"/>
                    <a:pt x="196" y="69522"/>
                  </a:cubicBezTo>
                  <a:cubicBezTo>
                    <a:pt x="196" y="107783"/>
                    <a:pt x="31627" y="136257"/>
                    <a:pt x="66987" y="136257"/>
                  </a:cubicBezTo>
                  <a:cubicBezTo>
                    <a:pt x="103556" y="136257"/>
                    <a:pt x="134081" y="107190"/>
                    <a:pt x="134081" y="69522"/>
                  </a:cubicBezTo>
                  <a:close/>
                  <a:moveTo>
                    <a:pt x="67290" y="128842"/>
                  </a:moveTo>
                  <a:cubicBezTo>
                    <a:pt x="54294" y="128842"/>
                    <a:pt x="40996" y="122613"/>
                    <a:pt x="32836" y="108970"/>
                  </a:cubicBezTo>
                  <a:cubicBezTo>
                    <a:pt x="25281" y="95919"/>
                    <a:pt x="25281" y="77827"/>
                    <a:pt x="25281" y="67149"/>
                  </a:cubicBezTo>
                  <a:cubicBezTo>
                    <a:pt x="25281" y="55582"/>
                    <a:pt x="25281" y="39565"/>
                    <a:pt x="32534" y="26515"/>
                  </a:cubicBezTo>
                  <a:cubicBezTo>
                    <a:pt x="40694" y="12872"/>
                    <a:pt x="54899" y="6643"/>
                    <a:pt x="66987" y="6643"/>
                  </a:cubicBezTo>
                  <a:cubicBezTo>
                    <a:pt x="80285" y="6643"/>
                    <a:pt x="93281" y="13168"/>
                    <a:pt x="101139" y="25922"/>
                  </a:cubicBezTo>
                  <a:cubicBezTo>
                    <a:pt x="108996" y="38676"/>
                    <a:pt x="108996" y="55878"/>
                    <a:pt x="108996" y="67149"/>
                  </a:cubicBezTo>
                  <a:cubicBezTo>
                    <a:pt x="108996" y="77827"/>
                    <a:pt x="108996" y="93843"/>
                    <a:pt x="102347" y="106894"/>
                  </a:cubicBezTo>
                  <a:cubicBezTo>
                    <a:pt x="95699" y="120240"/>
                    <a:pt x="82401" y="128842"/>
                    <a:pt x="67290" y="128842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43" name="Freeform 542">
              <a:extLst>
                <a:ext uri="{FF2B5EF4-FFF2-40B4-BE49-F238E27FC236}">
                  <a16:creationId xmlns:a16="http://schemas.microsoft.com/office/drawing/2014/main" id="{D64896A8-436D-CA67-F2A3-C519E84E81EB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8659084" y="5914117"/>
              <a:ext cx="152017" cy="131096"/>
            </a:xfrm>
            <a:custGeom>
              <a:avLst/>
              <a:gdLst>
                <a:gd name="csX0" fmla="*/ 23775 w 152017"/>
                <a:gd name="csY0" fmla="*/ 29184 h 131096"/>
                <a:gd name="csX1" fmla="*/ 23775 w 152017"/>
                <a:gd name="csY1" fmla="*/ 108673 h 131096"/>
                <a:gd name="csX2" fmla="*/ 201 w 152017"/>
                <a:gd name="csY2" fmla="*/ 122020 h 131096"/>
                <a:gd name="csX3" fmla="*/ 201 w 152017"/>
                <a:gd name="csY3" fmla="*/ 131215 h 131096"/>
                <a:gd name="csX4" fmla="*/ 34353 w 152017"/>
                <a:gd name="csY4" fmla="*/ 130325 h 131096"/>
                <a:gd name="csX5" fmla="*/ 68201 w 152017"/>
                <a:gd name="csY5" fmla="*/ 131215 h 131096"/>
                <a:gd name="csX6" fmla="*/ 68201 w 152017"/>
                <a:gd name="csY6" fmla="*/ 122020 h 131096"/>
                <a:gd name="csX7" fmla="*/ 44628 w 152017"/>
                <a:gd name="csY7" fmla="*/ 108673 h 131096"/>
                <a:gd name="csX8" fmla="*/ 44628 w 152017"/>
                <a:gd name="csY8" fmla="*/ 54099 h 131096"/>
                <a:gd name="csX9" fmla="*/ 85428 w 152017"/>
                <a:gd name="csY9" fmla="*/ 6643 h 131096"/>
                <a:gd name="csX10" fmla="*/ 107792 w 152017"/>
                <a:gd name="csY10" fmla="*/ 39565 h 131096"/>
                <a:gd name="csX11" fmla="*/ 107792 w 152017"/>
                <a:gd name="csY11" fmla="*/ 108673 h 131096"/>
                <a:gd name="csX12" fmla="*/ 84219 w 152017"/>
                <a:gd name="csY12" fmla="*/ 122020 h 131096"/>
                <a:gd name="csX13" fmla="*/ 84219 w 152017"/>
                <a:gd name="csY13" fmla="*/ 131215 h 131096"/>
                <a:gd name="csX14" fmla="*/ 118370 w 152017"/>
                <a:gd name="csY14" fmla="*/ 130325 h 131096"/>
                <a:gd name="csX15" fmla="*/ 152219 w 152017"/>
                <a:gd name="csY15" fmla="*/ 131215 h 131096"/>
                <a:gd name="csX16" fmla="*/ 152219 w 152017"/>
                <a:gd name="csY16" fmla="*/ 122020 h 131096"/>
                <a:gd name="csX17" fmla="*/ 128646 w 152017"/>
                <a:gd name="csY17" fmla="*/ 113122 h 131096"/>
                <a:gd name="csX18" fmla="*/ 128646 w 152017"/>
                <a:gd name="csY18" fmla="*/ 56472 h 131096"/>
                <a:gd name="csX19" fmla="*/ 119277 w 152017"/>
                <a:gd name="csY19" fmla="*/ 11092 h 131096"/>
                <a:gd name="csX20" fmla="*/ 87544 w 152017"/>
                <a:gd name="csY20" fmla="*/ 118 h 131096"/>
                <a:gd name="csX21" fmla="*/ 42815 w 152017"/>
                <a:gd name="csY21" fmla="*/ 31261 h 131096"/>
                <a:gd name="csX22" fmla="*/ 42815 w 152017"/>
                <a:gd name="csY22" fmla="*/ 118 h 131096"/>
                <a:gd name="csX23" fmla="*/ 201 w 152017"/>
                <a:gd name="csY23" fmla="*/ 3380 h 131096"/>
                <a:gd name="csX24" fmla="*/ 201 w 152017"/>
                <a:gd name="csY24" fmla="*/ 12575 h 131096"/>
                <a:gd name="csX25" fmla="*/ 23775 w 152017"/>
                <a:gd name="csY25" fmla="*/ 29184 h 131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52017" h="131096">
                  <a:moveTo>
                    <a:pt x="23775" y="29184"/>
                  </a:moveTo>
                  <a:lnTo>
                    <a:pt x="23775" y="108673"/>
                  </a:lnTo>
                  <a:cubicBezTo>
                    <a:pt x="23775" y="122020"/>
                    <a:pt x="20450" y="122020"/>
                    <a:pt x="201" y="122020"/>
                  </a:cubicBezTo>
                  <a:lnTo>
                    <a:pt x="201" y="131215"/>
                  </a:lnTo>
                  <a:cubicBezTo>
                    <a:pt x="10779" y="130918"/>
                    <a:pt x="26193" y="130325"/>
                    <a:pt x="34353" y="130325"/>
                  </a:cubicBezTo>
                  <a:cubicBezTo>
                    <a:pt x="42210" y="130325"/>
                    <a:pt x="57926" y="130918"/>
                    <a:pt x="68201" y="131215"/>
                  </a:cubicBezTo>
                  <a:lnTo>
                    <a:pt x="68201" y="122020"/>
                  </a:lnTo>
                  <a:cubicBezTo>
                    <a:pt x="47953" y="122020"/>
                    <a:pt x="44628" y="122020"/>
                    <a:pt x="44628" y="108673"/>
                  </a:cubicBezTo>
                  <a:lnTo>
                    <a:pt x="44628" y="54099"/>
                  </a:lnTo>
                  <a:cubicBezTo>
                    <a:pt x="44628" y="23253"/>
                    <a:pt x="66086" y="6643"/>
                    <a:pt x="85428" y="6643"/>
                  </a:cubicBezTo>
                  <a:cubicBezTo>
                    <a:pt x="104468" y="6643"/>
                    <a:pt x="107792" y="22659"/>
                    <a:pt x="107792" y="39565"/>
                  </a:cubicBezTo>
                  <a:lnTo>
                    <a:pt x="107792" y="108673"/>
                  </a:lnTo>
                  <a:cubicBezTo>
                    <a:pt x="107792" y="122020"/>
                    <a:pt x="104468" y="122020"/>
                    <a:pt x="84219" y="122020"/>
                  </a:cubicBezTo>
                  <a:lnTo>
                    <a:pt x="84219" y="131215"/>
                  </a:lnTo>
                  <a:cubicBezTo>
                    <a:pt x="94797" y="130918"/>
                    <a:pt x="110210" y="130325"/>
                    <a:pt x="118370" y="130325"/>
                  </a:cubicBezTo>
                  <a:cubicBezTo>
                    <a:pt x="126228" y="130325"/>
                    <a:pt x="141944" y="130918"/>
                    <a:pt x="152219" y="131215"/>
                  </a:cubicBezTo>
                  <a:lnTo>
                    <a:pt x="152219" y="122020"/>
                  </a:lnTo>
                  <a:cubicBezTo>
                    <a:pt x="136504" y="122020"/>
                    <a:pt x="128948" y="122020"/>
                    <a:pt x="128646" y="113122"/>
                  </a:cubicBezTo>
                  <a:lnTo>
                    <a:pt x="128646" y="56472"/>
                  </a:lnTo>
                  <a:cubicBezTo>
                    <a:pt x="128646" y="30964"/>
                    <a:pt x="128646" y="21770"/>
                    <a:pt x="119277" y="11092"/>
                  </a:cubicBezTo>
                  <a:cubicBezTo>
                    <a:pt x="115046" y="6050"/>
                    <a:pt x="105073" y="118"/>
                    <a:pt x="87544" y="118"/>
                  </a:cubicBezTo>
                  <a:cubicBezTo>
                    <a:pt x="65481" y="118"/>
                    <a:pt x="51277" y="12872"/>
                    <a:pt x="42815" y="31261"/>
                  </a:cubicBezTo>
                  <a:lnTo>
                    <a:pt x="42815" y="118"/>
                  </a:lnTo>
                  <a:lnTo>
                    <a:pt x="201" y="3380"/>
                  </a:lnTo>
                  <a:lnTo>
                    <a:pt x="201" y="12575"/>
                  </a:lnTo>
                  <a:cubicBezTo>
                    <a:pt x="21357" y="12575"/>
                    <a:pt x="23775" y="14651"/>
                    <a:pt x="23775" y="29184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44" name="Freeform 543">
              <a:extLst>
                <a:ext uri="{FF2B5EF4-FFF2-40B4-BE49-F238E27FC236}">
                  <a16:creationId xmlns:a16="http://schemas.microsoft.com/office/drawing/2014/main" id="{53F8904E-AD69-2D6E-A79D-3B5BEA1B4C89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8814661" y="5917380"/>
              <a:ext cx="147786" cy="131096"/>
            </a:xfrm>
            <a:custGeom>
              <a:avLst/>
              <a:gdLst>
                <a:gd name="csX0" fmla="*/ 120189 w 147786"/>
                <a:gd name="csY0" fmla="*/ 29184 h 131096"/>
                <a:gd name="csX1" fmla="*/ 147993 w 147786"/>
                <a:gd name="csY1" fmla="*/ 9312 h 131096"/>
                <a:gd name="csX2" fmla="*/ 147993 w 147786"/>
                <a:gd name="csY2" fmla="*/ 118 h 131096"/>
                <a:gd name="csX3" fmla="*/ 125327 w 147786"/>
                <a:gd name="csY3" fmla="*/ 1008 h 131096"/>
                <a:gd name="csX4" fmla="*/ 99033 w 147786"/>
                <a:gd name="csY4" fmla="*/ 118 h 131096"/>
                <a:gd name="csX5" fmla="*/ 99033 w 147786"/>
                <a:gd name="csY5" fmla="*/ 9312 h 131096"/>
                <a:gd name="csX6" fmla="*/ 113540 w 147786"/>
                <a:gd name="csY6" fmla="*/ 22066 h 131096"/>
                <a:gd name="csX7" fmla="*/ 111727 w 147786"/>
                <a:gd name="csY7" fmla="*/ 29184 h 131096"/>
                <a:gd name="csX8" fmla="*/ 80900 w 147786"/>
                <a:gd name="csY8" fmla="*/ 104817 h 131096"/>
                <a:gd name="csX9" fmla="*/ 47051 w 147786"/>
                <a:gd name="csY9" fmla="*/ 22066 h 131096"/>
                <a:gd name="csX10" fmla="*/ 45238 w 147786"/>
                <a:gd name="csY10" fmla="*/ 17024 h 131096"/>
                <a:gd name="csX11" fmla="*/ 62464 w 147786"/>
                <a:gd name="csY11" fmla="*/ 9312 h 131096"/>
                <a:gd name="csX12" fmla="*/ 62464 w 147786"/>
                <a:gd name="csY12" fmla="*/ 118 h 131096"/>
                <a:gd name="csX13" fmla="*/ 29522 w 147786"/>
                <a:gd name="csY13" fmla="*/ 1008 h 131096"/>
                <a:gd name="csX14" fmla="*/ 207 w 147786"/>
                <a:gd name="csY14" fmla="*/ 118 h 131096"/>
                <a:gd name="csX15" fmla="*/ 207 w 147786"/>
                <a:gd name="csY15" fmla="*/ 9312 h 131096"/>
                <a:gd name="csX16" fmla="*/ 24384 w 147786"/>
                <a:gd name="csY16" fmla="*/ 20287 h 131096"/>
                <a:gd name="csX17" fmla="*/ 67904 w 147786"/>
                <a:gd name="csY17" fmla="*/ 125579 h 131096"/>
                <a:gd name="csX18" fmla="*/ 74251 w 147786"/>
                <a:gd name="csY18" fmla="*/ 131215 h 131096"/>
                <a:gd name="csX19" fmla="*/ 80598 w 147786"/>
                <a:gd name="csY19" fmla="*/ 125579 h 131096"/>
                <a:gd name="csX20" fmla="*/ 120189 w 147786"/>
                <a:gd name="csY20" fmla="*/ 29184 h 131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47786" h="131096">
                  <a:moveTo>
                    <a:pt x="120189" y="29184"/>
                  </a:moveTo>
                  <a:cubicBezTo>
                    <a:pt x="122909" y="22363"/>
                    <a:pt x="128047" y="9609"/>
                    <a:pt x="147993" y="9312"/>
                  </a:cubicBezTo>
                  <a:lnTo>
                    <a:pt x="147993" y="118"/>
                  </a:lnTo>
                  <a:cubicBezTo>
                    <a:pt x="141042" y="711"/>
                    <a:pt x="132278" y="1008"/>
                    <a:pt x="125327" y="1008"/>
                  </a:cubicBezTo>
                  <a:cubicBezTo>
                    <a:pt x="118073" y="1008"/>
                    <a:pt x="104171" y="414"/>
                    <a:pt x="99033" y="118"/>
                  </a:cubicBezTo>
                  <a:lnTo>
                    <a:pt x="99033" y="9312"/>
                  </a:lnTo>
                  <a:cubicBezTo>
                    <a:pt x="110216" y="9609"/>
                    <a:pt x="113540" y="16431"/>
                    <a:pt x="113540" y="22066"/>
                  </a:cubicBezTo>
                  <a:cubicBezTo>
                    <a:pt x="113540" y="24735"/>
                    <a:pt x="112936" y="25922"/>
                    <a:pt x="111727" y="29184"/>
                  </a:cubicBezTo>
                  <a:lnTo>
                    <a:pt x="80900" y="104817"/>
                  </a:lnTo>
                  <a:lnTo>
                    <a:pt x="47051" y="22066"/>
                  </a:lnTo>
                  <a:cubicBezTo>
                    <a:pt x="45238" y="18210"/>
                    <a:pt x="45238" y="17617"/>
                    <a:pt x="45238" y="17024"/>
                  </a:cubicBezTo>
                  <a:cubicBezTo>
                    <a:pt x="45238" y="9312"/>
                    <a:pt x="57024" y="9312"/>
                    <a:pt x="62464" y="9312"/>
                  </a:cubicBezTo>
                  <a:lnTo>
                    <a:pt x="62464" y="118"/>
                  </a:lnTo>
                  <a:cubicBezTo>
                    <a:pt x="53398" y="414"/>
                    <a:pt x="36473" y="1008"/>
                    <a:pt x="29522" y="1008"/>
                  </a:cubicBezTo>
                  <a:cubicBezTo>
                    <a:pt x="21362" y="1008"/>
                    <a:pt x="9273" y="711"/>
                    <a:pt x="207" y="118"/>
                  </a:cubicBezTo>
                  <a:lnTo>
                    <a:pt x="207" y="9312"/>
                  </a:lnTo>
                  <a:cubicBezTo>
                    <a:pt x="19247" y="9312"/>
                    <a:pt x="20456" y="11092"/>
                    <a:pt x="24384" y="20287"/>
                  </a:cubicBezTo>
                  <a:lnTo>
                    <a:pt x="67904" y="125579"/>
                  </a:lnTo>
                  <a:cubicBezTo>
                    <a:pt x="69718" y="129732"/>
                    <a:pt x="70322" y="131215"/>
                    <a:pt x="74251" y="131215"/>
                  </a:cubicBezTo>
                  <a:cubicBezTo>
                    <a:pt x="78180" y="131215"/>
                    <a:pt x="79389" y="128545"/>
                    <a:pt x="80598" y="125579"/>
                  </a:cubicBezTo>
                  <a:lnTo>
                    <a:pt x="120189" y="29184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45" name="Freeform 544">
              <a:extLst>
                <a:ext uri="{FF2B5EF4-FFF2-40B4-BE49-F238E27FC236}">
                  <a16:creationId xmlns:a16="http://schemas.microsoft.com/office/drawing/2014/main" id="{668BDB68-CD6B-6FC2-38B3-B80FD88DBFB3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8995682" y="5951844"/>
              <a:ext cx="77006" cy="137859"/>
            </a:xfrm>
            <a:custGeom>
              <a:avLst/>
              <a:gdLst>
                <a:gd name="csX0" fmla="*/ 48024 w 77006"/>
                <a:gd name="csY0" fmla="*/ 5933 h 137859"/>
                <a:gd name="csX1" fmla="*/ 41677 w 77006"/>
                <a:gd name="csY1" fmla="*/ 119 h 137859"/>
                <a:gd name="csX2" fmla="*/ 212 w 77006"/>
                <a:gd name="csY2" fmla="*/ 13407 h 137859"/>
                <a:gd name="csX3" fmla="*/ 212 w 77006"/>
                <a:gd name="csY3" fmla="*/ 20881 h 137859"/>
                <a:gd name="csX4" fmla="*/ 30888 w 77006"/>
                <a:gd name="csY4" fmla="*/ 15068 h 137859"/>
                <a:gd name="csX5" fmla="*/ 30888 w 77006"/>
                <a:gd name="csY5" fmla="*/ 120954 h 137859"/>
                <a:gd name="csX6" fmla="*/ 9732 w 77006"/>
                <a:gd name="csY6" fmla="*/ 130504 h 137859"/>
                <a:gd name="csX7" fmla="*/ 1693 w 77006"/>
                <a:gd name="csY7" fmla="*/ 130504 h 137859"/>
                <a:gd name="csX8" fmla="*/ 1693 w 77006"/>
                <a:gd name="csY8" fmla="*/ 137979 h 137859"/>
                <a:gd name="csX9" fmla="*/ 39350 w 77006"/>
                <a:gd name="csY9" fmla="*/ 137148 h 137859"/>
                <a:gd name="csX10" fmla="*/ 77218 w 77006"/>
                <a:gd name="csY10" fmla="*/ 137979 h 137859"/>
                <a:gd name="csX11" fmla="*/ 77218 w 77006"/>
                <a:gd name="csY11" fmla="*/ 130504 h 137859"/>
                <a:gd name="csX12" fmla="*/ 69179 w 77006"/>
                <a:gd name="csY12" fmla="*/ 130504 h 137859"/>
                <a:gd name="csX13" fmla="*/ 48024 w 77006"/>
                <a:gd name="csY13" fmla="*/ 120954 h 137859"/>
                <a:gd name="csX14" fmla="*/ 48024 w 77006"/>
                <a:gd name="csY14" fmla="*/ 5933 h 1378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006" h="137859">
                  <a:moveTo>
                    <a:pt x="48024" y="5933"/>
                  </a:moveTo>
                  <a:cubicBezTo>
                    <a:pt x="48024" y="327"/>
                    <a:pt x="47600" y="119"/>
                    <a:pt x="41677" y="119"/>
                  </a:cubicBezTo>
                  <a:cubicBezTo>
                    <a:pt x="28137" y="13199"/>
                    <a:pt x="8886" y="13407"/>
                    <a:pt x="212" y="13407"/>
                  </a:cubicBezTo>
                  <a:lnTo>
                    <a:pt x="212" y="20881"/>
                  </a:lnTo>
                  <a:cubicBezTo>
                    <a:pt x="5289" y="20881"/>
                    <a:pt x="19252" y="20881"/>
                    <a:pt x="30888" y="15068"/>
                  </a:cubicBezTo>
                  <a:lnTo>
                    <a:pt x="30888" y="120954"/>
                  </a:lnTo>
                  <a:cubicBezTo>
                    <a:pt x="30888" y="127805"/>
                    <a:pt x="30888" y="130504"/>
                    <a:pt x="9732" y="130504"/>
                  </a:cubicBezTo>
                  <a:lnTo>
                    <a:pt x="1693" y="130504"/>
                  </a:lnTo>
                  <a:lnTo>
                    <a:pt x="1693" y="137979"/>
                  </a:lnTo>
                  <a:cubicBezTo>
                    <a:pt x="5501" y="137771"/>
                    <a:pt x="31522" y="137148"/>
                    <a:pt x="39350" y="137148"/>
                  </a:cubicBezTo>
                  <a:cubicBezTo>
                    <a:pt x="45908" y="137148"/>
                    <a:pt x="72564" y="137771"/>
                    <a:pt x="77218" y="137979"/>
                  </a:cubicBezTo>
                  <a:lnTo>
                    <a:pt x="77218" y="130504"/>
                  </a:lnTo>
                  <a:lnTo>
                    <a:pt x="69179" y="130504"/>
                  </a:lnTo>
                  <a:cubicBezTo>
                    <a:pt x="48024" y="130504"/>
                    <a:pt x="48024" y="127805"/>
                    <a:pt x="48024" y="120954"/>
                  </a:cubicBezTo>
                  <a:lnTo>
                    <a:pt x="48024" y="5933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46" name="Freeform 545">
              <a:extLst>
                <a:ext uri="{FF2B5EF4-FFF2-40B4-BE49-F238E27FC236}">
                  <a16:creationId xmlns:a16="http://schemas.microsoft.com/office/drawing/2014/main" id="{5D272D9D-15C8-7AA3-D3EA-A728E77E50D6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9130749" y="5982157"/>
              <a:ext cx="113393" cy="111076"/>
            </a:xfrm>
            <a:custGeom>
              <a:avLst/>
              <a:gdLst>
                <a:gd name="csX0" fmla="*/ 110648 w 113393"/>
                <a:gd name="csY0" fmla="*/ 10293 h 111076"/>
                <a:gd name="csX1" fmla="*/ 113610 w 113393"/>
                <a:gd name="csY1" fmla="*/ 5310 h 111076"/>
                <a:gd name="csX2" fmla="*/ 108532 w 113393"/>
                <a:gd name="csY2" fmla="*/ 119 h 111076"/>
                <a:gd name="csX3" fmla="*/ 103244 w 113393"/>
                <a:gd name="csY3" fmla="*/ 3234 h 111076"/>
                <a:gd name="csX4" fmla="*/ 56913 w 113393"/>
                <a:gd name="csY4" fmla="*/ 48495 h 111076"/>
                <a:gd name="csX5" fmla="*/ 10371 w 113393"/>
                <a:gd name="csY5" fmla="*/ 3026 h 111076"/>
                <a:gd name="csX6" fmla="*/ 5505 w 113393"/>
                <a:gd name="csY6" fmla="*/ 119 h 111076"/>
                <a:gd name="csX7" fmla="*/ 216 w 113393"/>
                <a:gd name="csY7" fmla="*/ 5310 h 111076"/>
                <a:gd name="csX8" fmla="*/ 3389 w 113393"/>
                <a:gd name="csY8" fmla="*/ 10293 h 111076"/>
                <a:gd name="csX9" fmla="*/ 49508 w 113393"/>
                <a:gd name="csY9" fmla="*/ 55554 h 111076"/>
                <a:gd name="csX10" fmla="*/ 3389 w 113393"/>
                <a:gd name="csY10" fmla="*/ 100815 h 111076"/>
                <a:gd name="csX11" fmla="*/ 216 w 113393"/>
                <a:gd name="csY11" fmla="*/ 106005 h 111076"/>
                <a:gd name="csX12" fmla="*/ 5505 w 113393"/>
                <a:gd name="csY12" fmla="*/ 111196 h 111076"/>
                <a:gd name="csX13" fmla="*/ 10371 w 113393"/>
                <a:gd name="csY13" fmla="*/ 108289 h 111076"/>
                <a:gd name="csX14" fmla="*/ 56913 w 113393"/>
                <a:gd name="csY14" fmla="*/ 62820 h 111076"/>
                <a:gd name="csX15" fmla="*/ 105148 w 113393"/>
                <a:gd name="csY15" fmla="*/ 110158 h 111076"/>
                <a:gd name="csX16" fmla="*/ 108532 w 113393"/>
                <a:gd name="csY16" fmla="*/ 111196 h 111076"/>
                <a:gd name="csX17" fmla="*/ 113610 w 113393"/>
                <a:gd name="csY17" fmla="*/ 106005 h 111076"/>
                <a:gd name="csX18" fmla="*/ 112552 w 113393"/>
                <a:gd name="csY18" fmla="*/ 103306 h 111076"/>
                <a:gd name="csX19" fmla="*/ 64317 w 113393"/>
                <a:gd name="csY19" fmla="*/ 55761 h 111076"/>
                <a:gd name="csX20" fmla="*/ 110648 w 113393"/>
                <a:gd name="csY20" fmla="*/ 10293 h 111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13393" h="111076">
                  <a:moveTo>
                    <a:pt x="110648" y="10293"/>
                  </a:moveTo>
                  <a:cubicBezTo>
                    <a:pt x="112975" y="8009"/>
                    <a:pt x="113610" y="6763"/>
                    <a:pt x="113610" y="5310"/>
                  </a:cubicBezTo>
                  <a:cubicBezTo>
                    <a:pt x="113610" y="1988"/>
                    <a:pt x="110860" y="119"/>
                    <a:pt x="108532" y="119"/>
                  </a:cubicBezTo>
                  <a:cubicBezTo>
                    <a:pt x="106417" y="119"/>
                    <a:pt x="105782" y="742"/>
                    <a:pt x="103244" y="3234"/>
                  </a:cubicBezTo>
                  <a:lnTo>
                    <a:pt x="56913" y="48495"/>
                  </a:lnTo>
                  <a:lnTo>
                    <a:pt x="10371" y="3026"/>
                  </a:lnTo>
                  <a:cubicBezTo>
                    <a:pt x="8255" y="950"/>
                    <a:pt x="7409" y="119"/>
                    <a:pt x="5505" y="119"/>
                  </a:cubicBezTo>
                  <a:cubicBezTo>
                    <a:pt x="2543" y="119"/>
                    <a:pt x="216" y="2403"/>
                    <a:pt x="216" y="5310"/>
                  </a:cubicBezTo>
                  <a:cubicBezTo>
                    <a:pt x="216" y="7178"/>
                    <a:pt x="851" y="7801"/>
                    <a:pt x="3389" y="10293"/>
                  </a:cubicBezTo>
                  <a:lnTo>
                    <a:pt x="49508" y="55554"/>
                  </a:lnTo>
                  <a:lnTo>
                    <a:pt x="3389" y="100815"/>
                  </a:lnTo>
                  <a:cubicBezTo>
                    <a:pt x="428" y="103721"/>
                    <a:pt x="216" y="104759"/>
                    <a:pt x="216" y="106005"/>
                  </a:cubicBezTo>
                  <a:cubicBezTo>
                    <a:pt x="216" y="108912"/>
                    <a:pt x="2543" y="111196"/>
                    <a:pt x="5505" y="111196"/>
                  </a:cubicBezTo>
                  <a:cubicBezTo>
                    <a:pt x="7409" y="111196"/>
                    <a:pt x="8044" y="110573"/>
                    <a:pt x="10371" y="108289"/>
                  </a:cubicBezTo>
                  <a:lnTo>
                    <a:pt x="56913" y="62820"/>
                  </a:lnTo>
                  <a:lnTo>
                    <a:pt x="105148" y="110158"/>
                  </a:lnTo>
                  <a:cubicBezTo>
                    <a:pt x="106205" y="110780"/>
                    <a:pt x="107263" y="111196"/>
                    <a:pt x="108532" y="111196"/>
                  </a:cubicBezTo>
                  <a:cubicBezTo>
                    <a:pt x="110860" y="111196"/>
                    <a:pt x="113610" y="109327"/>
                    <a:pt x="113610" y="106005"/>
                  </a:cubicBezTo>
                  <a:cubicBezTo>
                    <a:pt x="113610" y="104344"/>
                    <a:pt x="113187" y="103929"/>
                    <a:pt x="112552" y="103306"/>
                  </a:cubicBezTo>
                  <a:cubicBezTo>
                    <a:pt x="112129" y="102476"/>
                    <a:pt x="71087" y="62197"/>
                    <a:pt x="64317" y="55761"/>
                  </a:cubicBezTo>
                  <a:lnTo>
                    <a:pt x="110648" y="10293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1C8CFE26-0E8F-C8DD-A79D-27CD54ADAA5D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9305041" y="5951844"/>
              <a:ext cx="77006" cy="137859"/>
            </a:xfrm>
            <a:custGeom>
              <a:avLst/>
              <a:gdLst>
                <a:gd name="csX0" fmla="*/ 48034 w 77006"/>
                <a:gd name="csY0" fmla="*/ 5933 h 137859"/>
                <a:gd name="csX1" fmla="*/ 41687 w 77006"/>
                <a:gd name="csY1" fmla="*/ 119 h 137859"/>
                <a:gd name="csX2" fmla="*/ 222 w 77006"/>
                <a:gd name="csY2" fmla="*/ 13407 h 137859"/>
                <a:gd name="csX3" fmla="*/ 222 w 77006"/>
                <a:gd name="csY3" fmla="*/ 20881 h 137859"/>
                <a:gd name="csX4" fmla="*/ 30898 w 77006"/>
                <a:gd name="csY4" fmla="*/ 15068 h 137859"/>
                <a:gd name="csX5" fmla="*/ 30898 w 77006"/>
                <a:gd name="csY5" fmla="*/ 120954 h 137859"/>
                <a:gd name="csX6" fmla="*/ 9742 w 77006"/>
                <a:gd name="csY6" fmla="*/ 130504 h 137859"/>
                <a:gd name="csX7" fmla="*/ 1703 w 77006"/>
                <a:gd name="csY7" fmla="*/ 130504 h 137859"/>
                <a:gd name="csX8" fmla="*/ 1703 w 77006"/>
                <a:gd name="csY8" fmla="*/ 137979 h 137859"/>
                <a:gd name="csX9" fmla="*/ 39360 w 77006"/>
                <a:gd name="csY9" fmla="*/ 137148 h 137859"/>
                <a:gd name="csX10" fmla="*/ 77228 w 77006"/>
                <a:gd name="csY10" fmla="*/ 137979 h 137859"/>
                <a:gd name="csX11" fmla="*/ 77228 w 77006"/>
                <a:gd name="csY11" fmla="*/ 130504 h 137859"/>
                <a:gd name="csX12" fmla="*/ 69189 w 77006"/>
                <a:gd name="csY12" fmla="*/ 130504 h 137859"/>
                <a:gd name="csX13" fmla="*/ 48034 w 77006"/>
                <a:gd name="csY13" fmla="*/ 120954 h 137859"/>
                <a:gd name="csX14" fmla="*/ 48034 w 77006"/>
                <a:gd name="csY14" fmla="*/ 5933 h 1378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006" h="137859">
                  <a:moveTo>
                    <a:pt x="48034" y="5933"/>
                  </a:moveTo>
                  <a:cubicBezTo>
                    <a:pt x="48034" y="327"/>
                    <a:pt x="47611" y="119"/>
                    <a:pt x="41687" y="119"/>
                  </a:cubicBezTo>
                  <a:cubicBezTo>
                    <a:pt x="28148" y="13199"/>
                    <a:pt x="8896" y="13407"/>
                    <a:pt x="222" y="13407"/>
                  </a:cubicBezTo>
                  <a:lnTo>
                    <a:pt x="222" y="20881"/>
                  </a:lnTo>
                  <a:cubicBezTo>
                    <a:pt x="5300" y="20881"/>
                    <a:pt x="19262" y="20881"/>
                    <a:pt x="30898" y="15068"/>
                  </a:cubicBezTo>
                  <a:lnTo>
                    <a:pt x="30898" y="120954"/>
                  </a:lnTo>
                  <a:cubicBezTo>
                    <a:pt x="30898" y="127805"/>
                    <a:pt x="30898" y="130504"/>
                    <a:pt x="9742" y="130504"/>
                  </a:cubicBezTo>
                  <a:lnTo>
                    <a:pt x="1703" y="130504"/>
                  </a:lnTo>
                  <a:lnTo>
                    <a:pt x="1703" y="137979"/>
                  </a:lnTo>
                  <a:cubicBezTo>
                    <a:pt x="5511" y="137771"/>
                    <a:pt x="31532" y="137148"/>
                    <a:pt x="39360" y="137148"/>
                  </a:cubicBezTo>
                  <a:cubicBezTo>
                    <a:pt x="45918" y="137148"/>
                    <a:pt x="72574" y="137771"/>
                    <a:pt x="77228" y="137979"/>
                  </a:cubicBezTo>
                  <a:lnTo>
                    <a:pt x="77228" y="130504"/>
                  </a:lnTo>
                  <a:lnTo>
                    <a:pt x="69189" y="130504"/>
                  </a:lnTo>
                  <a:cubicBezTo>
                    <a:pt x="48034" y="130504"/>
                    <a:pt x="48034" y="127805"/>
                    <a:pt x="48034" y="120954"/>
                  </a:cubicBezTo>
                  <a:lnTo>
                    <a:pt x="48034" y="5933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48" name="Freeform 547">
              <a:extLst>
                <a:ext uri="{FF2B5EF4-FFF2-40B4-BE49-F238E27FC236}">
                  <a16:creationId xmlns:a16="http://schemas.microsoft.com/office/drawing/2014/main" id="{4030F93B-1675-F7FF-F1E1-18967E2145A1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9447482" y="5822765"/>
              <a:ext cx="70115" cy="296599"/>
            </a:xfrm>
            <a:custGeom>
              <a:avLst/>
              <a:gdLst>
                <a:gd name="csX0" fmla="*/ 70342 w 70115"/>
                <a:gd name="csY0" fmla="*/ 293751 h 296599"/>
                <a:gd name="csX1" fmla="*/ 65204 w 70115"/>
                <a:gd name="csY1" fmla="*/ 287226 h 296599"/>
                <a:gd name="csX2" fmla="*/ 17756 w 70115"/>
                <a:gd name="csY2" fmla="*/ 148417 h 296599"/>
                <a:gd name="csX3" fmla="*/ 66413 w 70115"/>
                <a:gd name="csY3" fmla="*/ 8126 h 296599"/>
                <a:gd name="csX4" fmla="*/ 70342 w 70115"/>
                <a:gd name="csY4" fmla="*/ 3084 h 296599"/>
                <a:gd name="csX5" fmla="*/ 67320 w 70115"/>
                <a:gd name="csY5" fmla="*/ 118 h 296599"/>
                <a:gd name="csX6" fmla="*/ 19267 w 70115"/>
                <a:gd name="csY6" fmla="*/ 57955 h 296599"/>
                <a:gd name="csX7" fmla="*/ 227 w 70115"/>
                <a:gd name="csY7" fmla="*/ 148417 h 296599"/>
                <a:gd name="csX8" fmla="*/ 20173 w 70115"/>
                <a:gd name="csY8" fmla="*/ 240956 h 296599"/>
                <a:gd name="csX9" fmla="*/ 67320 w 70115"/>
                <a:gd name="csY9" fmla="*/ 296717 h 296599"/>
                <a:gd name="csX10" fmla="*/ 70342 w 70115"/>
                <a:gd name="csY10" fmla="*/ 293751 h 29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115" h="296599">
                  <a:moveTo>
                    <a:pt x="70342" y="293751"/>
                  </a:moveTo>
                  <a:cubicBezTo>
                    <a:pt x="70342" y="292861"/>
                    <a:pt x="70342" y="292268"/>
                    <a:pt x="65204" y="287226"/>
                  </a:cubicBezTo>
                  <a:cubicBezTo>
                    <a:pt x="27427" y="249854"/>
                    <a:pt x="17756" y="193797"/>
                    <a:pt x="17756" y="148417"/>
                  </a:cubicBezTo>
                  <a:cubicBezTo>
                    <a:pt x="17756" y="96809"/>
                    <a:pt x="29240" y="45201"/>
                    <a:pt x="66413" y="8126"/>
                  </a:cubicBezTo>
                  <a:cubicBezTo>
                    <a:pt x="70342" y="4567"/>
                    <a:pt x="70342" y="3974"/>
                    <a:pt x="70342" y="3084"/>
                  </a:cubicBezTo>
                  <a:cubicBezTo>
                    <a:pt x="70342" y="1008"/>
                    <a:pt x="69133" y="118"/>
                    <a:pt x="67320" y="118"/>
                  </a:cubicBezTo>
                  <a:cubicBezTo>
                    <a:pt x="64298" y="118"/>
                    <a:pt x="37098" y="20286"/>
                    <a:pt x="19267" y="57955"/>
                  </a:cubicBezTo>
                  <a:cubicBezTo>
                    <a:pt x="3853" y="90581"/>
                    <a:pt x="227" y="123503"/>
                    <a:pt x="227" y="148417"/>
                  </a:cubicBezTo>
                  <a:cubicBezTo>
                    <a:pt x="227" y="171552"/>
                    <a:pt x="3551" y="207441"/>
                    <a:pt x="20173" y="240956"/>
                  </a:cubicBezTo>
                  <a:cubicBezTo>
                    <a:pt x="38307" y="277438"/>
                    <a:pt x="64298" y="296717"/>
                    <a:pt x="67320" y="296717"/>
                  </a:cubicBezTo>
                  <a:cubicBezTo>
                    <a:pt x="69133" y="296717"/>
                    <a:pt x="70342" y="295827"/>
                    <a:pt x="70342" y="293751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49" name="Freeform 548">
              <a:extLst>
                <a:ext uri="{FF2B5EF4-FFF2-40B4-BE49-F238E27FC236}">
                  <a16:creationId xmlns:a16="http://schemas.microsoft.com/office/drawing/2014/main" id="{CA3AB969-7882-DD09-83F2-A565B7C568F6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9546578" y="5843527"/>
              <a:ext cx="214812" cy="201687"/>
            </a:xfrm>
            <a:custGeom>
              <a:avLst/>
              <a:gdLst>
                <a:gd name="csX0" fmla="*/ 80319 w 214812"/>
                <a:gd name="csY0" fmla="*/ 105411 h 201687"/>
                <a:gd name="csX1" fmla="*/ 109635 w 214812"/>
                <a:gd name="csY1" fmla="*/ 105411 h 201687"/>
                <a:gd name="csX2" fmla="*/ 134719 w 214812"/>
                <a:gd name="csY2" fmla="*/ 118757 h 201687"/>
                <a:gd name="csX3" fmla="*/ 132604 w 214812"/>
                <a:gd name="csY3" fmla="*/ 133291 h 201687"/>
                <a:gd name="csX4" fmla="*/ 131697 w 214812"/>
                <a:gd name="csY4" fmla="*/ 136553 h 201687"/>
                <a:gd name="csX5" fmla="*/ 135324 w 214812"/>
                <a:gd name="csY5" fmla="*/ 140113 h 201687"/>
                <a:gd name="csX6" fmla="*/ 139857 w 214812"/>
                <a:gd name="csY6" fmla="*/ 133884 h 201687"/>
                <a:gd name="csX7" fmla="*/ 156479 w 214812"/>
                <a:gd name="csY7" fmla="*/ 69522 h 201687"/>
                <a:gd name="csX8" fmla="*/ 157386 w 214812"/>
                <a:gd name="csY8" fmla="*/ 64776 h 201687"/>
                <a:gd name="csX9" fmla="*/ 153759 w 214812"/>
                <a:gd name="csY9" fmla="*/ 61514 h 201687"/>
                <a:gd name="csX10" fmla="*/ 149226 w 214812"/>
                <a:gd name="csY10" fmla="*/ 67742 h 201687"/>
                <a:gd name="csX11" fmla="*/ 110239 w 214812"/>
                <a:gd name="csY11" fmla="*/ 96216 h 201687"/>
                <a:gd name="csX12" fmla="*/ 82737 w 214812"/>
                <a:gd name="csY12" fmla="*/ 96216 h 201687"/>
                <a:gd name="csX13" fmla="*/ 102079 w 214812"/>
                <a:gd name="csY13" fmla="*/ 20880 h 201687"/>
                <a:gd name="csX14" fmla="*/ 118399 w 214812"/>
                <a:gd name="csY14" fmla="*/ 9312 h 201687"/>
                <a:gd name="csX15" fmla="*/ 158293 w 214812"/>
                <a:gd name="csY15" fmla="*/ 9312 h 201687"/>
                <a:gd name="csX16" fmla="*/ 202417 w 214812"/>
                <a:gd name="csY16" fmla="*/ 41938 h 201687"/>
                <a:gd name="csX17" fmla="*/ 201511 w 214812"/>
                <a:gd name="csY17" fmla="*/ 57955 h 201687"/>
                <a:gd name="csX18" fmla="*/ 200906 w 214812"/>
                <a:gd name="csY18" fmla="*/ 63293 h 201687"/>
                <a:gd name="csX19" fmla="*/ 204533 w 214812"/>
                <a:gd name="csY19" fmla="*/ 66853 h 201687"/>
                <a:gd name="csX20" fmla="*/ 208764 w 214812"/>
                <a:gd name="csY20" fmla="*/ 59438 h 201687"/>
                <a:gd name="csX21" fmla="*/ 214808 w 214812"/>
                <a:gd name="csY21" fmla="*/ 8126 h 201687"/>
                <a:gd name="csX22" fmla="*/ 206648 w 214812"/>
                <a:gd name="csY22" fmla="*/ 118 h 201687"/>
                <a:gd name="csX23" fmla="*/ 58559 w 214812"/>
                <a:gd name="csY23" fmla="*/ 118 h 201687"/>
                <a:gd name="csX24" fmla="*/ 49493 w 214812"/>
                <a:gd name="csY24" fmla="*/ 6050 h 201687"/>
                <a:gd name="csX25" fmla="*/ 57955 w 214812"/>
                <a:gd name="csY25" fmla="*/ 9312 h 201687"/>
                <a:gd name="csX26" fmla="*/ 77599 w 214812"/>
                <a:gd name="csY26" fmla="*/ 14651 h 201687"/>
                <a:gd name="csX27" fmla="*/ 76088 w 214812"/>
                <a:gd name="csY27" fmla="*/ 21769 h 201687"/>
                <a:gd name="csX28" fmla="*/ 36195 w 214812"/>
                <a:gd name="csY28" fmla="*/ 178671 h 201687"/>
                <a:gd name="csX29" fmla="*/ 8693 w 214812"/>
                <a:gd name="csY29" fmla="*/ 192611 h 201687"/>
                <a:gd name="csX30" fmla="*/ 231 w 214812"/>
                <a:gd name="csY30" fmla="*/ 198246 h 201687"/>
                <a:gd name="csX31" fmla="*/ 4764 w 214812"/>
                <a:gd name="csY31" fmla="*/ 201805 h 201687"/>
                <a:gd name="csX32" fmla="*/ 44657 w 214812"/>
                <a:gd name="csY32" fmla="*/ 200916 h 201687"/>
                <a:gd name="csX33" fmla="*/ 89688 w 214812"/>
                <a:gd name="csY33" fmla="*/ 201805 h 201687"/>
                <a:gd name="csX34" fmla="*/ 96035 w 214812"/>
                <a:gd name="csY34" fmla="*/ 196170 h 201687"/>
                <a:gd name="csX35" fmla="*/ 94222 w 214812"/>
                <a:gd name="csY35" fmla="*/ 192907 h 201687"/>
                <a:gd name="csX36" fmla="*/ 85759 w 214812"/>
                <a:gd name="csY36" fmla="*/ 192611 h 201687"/>
                <a:gd name="csX37" fmla="*/ 70044 w 214812"/>
                <a:gd name="csY37" fmla="*/ 192018 h 201687"/>
                <a:gd name="csX38" fmla="*/ 60373 w 214812"/>
                <a:gd name="csY38" fmla="*/ 186086 h 201687"/>
                <a:gd name="csX39" fmla="*/ 61582 w 214812"/>
                <a:gd name="csY39" fmla="*/ 179264 h 201687"/>
                <a:gd name="csX40" fmla="*/ 80319 w 214812"/>
                <a:gd name="csY40" fmla="*/ 105411 h 2016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14812" h="201687">
                  <a:moveTo>
                    <a:pt x="80319" y="105411"/>
                  </a:moveTo>
                  <a:lnTo>
                    <a:pt x="109635" y="105411"/>
                  </a:lnTo>
                  <a:cubicBezTo>
                    <a:pt x="132302" y="105411"/>
                    <a:pt x="134719" y="110156"/>
                    <a:pt x="134719" y="118757"/>
                  </a:cubicBezTo>
                  <a:cubicBezTo>
                    <a:pt x="134719" y="120834"/>
                    <a:pt x="134719" y="124393"/>
                    <a:pt x="132604" y="133291"/>
                  </a:cubicBezTo>
                  <a:cubicBezTo>
                    <a:pt x="131999" y="134774"/>
                    <a:pt x="131697" y="135960"/>
                    <a:pt x="131697" y="136553"/>
                  </a:cubicBezTo>
                  <a:cubicBezTo>
                    <a:pt x="131697" y="138926"/>
                    <a:pt x="133511" y="140113"/>
                    <a:pt x="135324" y="140113"/>
                  </a:cubicBezTo>
                  <a:cubicBezTo>
                    <a:pt x="138346" y="140113"/>
                    <a:pt x="138346" y="139223"/>
                    <a:pt x="139857" y="133884"/>
                  </a:cubicBezTo>
                  <a:lnTo>
                    <a:pt x="156479" y="69522"/>
                  </a:lnTo>
                  <a:cubicBezTo>
                    <a:pt x="157386" y="66259"/>
                    <a:pt x="157386" y="65666"/>
                    <a:pt x="157386" y="64776"/>
                  </a:cubicBezTo>
                  <a:cubicBezTo>
                    <a:pt x="157386" y="64183"/>
                    <a:pt x="156782" y="61514"/>
                    <a:pt x="153759" y="61514"/>
                  </a:cubicBezTo>
                  <a:cubicBezTo>
                    <a:pt x="150737" y="61514"/>
                    <a:pt x="150435" y="62997"/>
                    <a:pt x="149226" y="67742"/>
                  </a:cubicBezTo>
                  <a:cubicBezTo>
                    <a:pt x="142879" y="90877"/>
                    <a:pt x="135928" y="96216"/>
                    <a:pt x="110239" y="96216"/>
                  </a:cubicBezTo>
                  <a:lnTo>
                    <a:pt x="82737" y="96216"/>
                  </a:lnTo>
                  <a:lnTo>
                    <a:pt x="102079" y="20880"/>
                  </a:lnTo>
                  <a:cubicBezTo>
                    <a:pt x="104799" y="10499"/>
                    <a:pt x="105102" y="9312"/>
                    <a:pt x="118399" y="9312"/>
                  </a:cubicBezTo>
                  <a:lnTo>
                    <a:pt x="158293" y="9312"/>
                  </a:lnTo>
                  <a:cubicBezTo>
                    <a:pt x="195466" y="9312"/>
                    <a:pt x="202417" y="19100"/>
                    <a:pt x="202417" y="41938"/>
                  </a:cubicBezTo>
                  <a:cubicBezTo>
                    <a:pt x="202417" y="48760"/>
                    <a:pt x="202417" y="49946"/>
                    <a:pt x="201511" y="57955"/>
                  </a:cubicBezTo>
                  <a:cubicBezTo>
                    <a:pt x="200906" y="61810"/>
                    <a:pt x="200906" y="62404"/>
                    <a:pt x="200906" y="63293"/>
                  </a:cubicBezTo>
                  <a:cubicBezTo>
                    <a:pt x="200906" y="64776"/>
                    <a:pt x="201813" y="66853"/>
                    <a:pt x="204533" y="66853"/>
                  </a:cubicBezTo>
                  <a:cubicBezTo>
                    <a:pt x="207857" y="66853"/>
                    <a:pt x="208159" y="65073"/>
                    <a:pt x="208764" y="59438"/>
                  </a:cubicBezTo>
                  <a:lnTo>
                    <a:pt x="214808" y="8126"/>
                  </a:lnTo>
                  <a:cubicBezTo>
                    <a:pt x="215715" y="118"/>
                    <a:pt x="214204" y="118"/>
                    <a:pt x="206648" y="118"/>
                  </a:cubicBezTo>
                  <a:lnTo>
                    <a:pt x="58559" y="118"/>
                  </a:lnTo>
                  <a:cubicBezTo>
                    <a:pt x="52515" y="118"/>
                    <a:pt x="49493" y="118"/>
                    <a:pt x="49493" y="6050"/>
                  </a:cubicBezTo>
                  <a:cubicBezTo>
                    <a:pt x="49493" y="9312"/>
                    <a:pt x="52213" y="9312"/>
                    <a:pt x="57955" y="9312"/>
                  </a:cubicBezTo>
                  <a:cubicBezTo>
                    <a:pt x="69137" y="9312"/>
                    <a:pt x="77599" y="9312"/>
                    <a:pt x="77599" y="14651"/>
                  </a:cubicBezTo>
                  <a:cubicBezTo>
                    <a:pt x="77599" y="15838"/>
                    <a:pt x="77599" y="16431"/>
                    <a:pt x="76088" y="21769"/>
                  </a:cubicBezTo>
                  <a:lnTo>
                    <a:pt x="36195" y="178671"/>
                  </a:lnTo>
                  <a:cubicBezTo>
                    <a:pt x="33173" y="190238"/>
                    <a:pt x="32568" y="192611"/>
                    <a:pt x="8693" y="192611"/>
                  </a:cubicBezTo>
                  <a:cubicBezTo>
                    <a:pt x="3555" y="192611"/>
                    <a:pt x="231" y="192611"/>
                    <a:pt x="231" y="198246"/>
                  </a:cubicBezTo>
                  <a:cubicBezTo>
                    <a:pt x="231" y="201805"/>
                    <a:pt x="3857" y="201805"/>
                    <a:pt x="4764" y="201805"/>
                  </a:cubicBezTo>
                  <a:cubicBezTo>
                    <a:pt x="13528" y="201805"/>
                    <a:pt x="35893" y="200916"/>
                    <a:pt x="44657" y="200916"/>
                  </a:cubicBezTo>
                  <a:cubicBezTo>
                    <a:pt x="54631" y="200916"/>
                    <a:pt x="79715" y="201805"/>
                    <a:pt x="89688" y="201805"/>
                  </a:cubicBezTo>
                  <a:cubicBezTo>
                    <a:pt x="92408" y="201805"/>
                    <a:pt x="96035" y="201805"/>
                    <a:pt x="96035" y="196170"/>
                  </a:cubicBezTo>
                  <a:cubicBezTo>
                    <a:pt x="96035" y="193797"/>
                    <a:pt x="94222" y="193204"/>
                    <a:pt x="94222" y="192907"/>
                  </a:cubicBezTo>
                  <a:cubicBezTo>
                    <a:pt x="93315" y="192611"/>
                    <a:pt x="92711" y="192611"/>
                    <a:pt x="85759" y="192611"/>
                  </a:cubicBezTo>
                  <a:cubicBezTo>
                    <a:pt x="79111" y="192611"/>
                    <a:pt x="77599" y="192611"/>
                    <a:pt x="70044" y="192018"/>
                  </a:cubicBezTo>
                  <a:cubicBezTo>
                    <a:pt x="61279" y="191128"/>
                    <a:pt x="60373" y="189941"/>
                    <a:pt x="60373" y="186086"/>
                  </a:cubicBezTo>
                  <a:cubicBezTo>
                    <a:pt x="60373" y="185492"/>
                    <a:pt x="60373" y="183713"/>
                    <a:pt x="61582" y="179264"/>
                  </a:cubicBezTo>
                  <a:lnTo>
                    <a:pt x="80319" y="105411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50" name="Freeform 549">
              <a:extLst>
                <a:ext uri="{FF2B5EF4-FFF2-40B4-BE49-F238E27FC236}">
                  <a16:creationId xmlns:a16="http://schemas.microsoft.com/office/drawing/2014/main" id="{753B66E1-EE19-A327-4A94-3E9A5AC7459F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9784531" y="5778663"/>
              <a:ext cx="47388" cy="146164"/>
            </a:xfrm>
            <a:custGeom>
              <a:avLst/>
              <a:gdLst>
                <a:gd name="csX0" fmla="*/ 46781 w 47388"/>
                <a:gd name="csY0" fmla="*/ 6342 h 146164"/>
                <a:gd name="csX1" fmla="*/ 47627 w 47388"/>
                <a:gd name="csY1" fmla="*/ 3020 h 146164"/>
                <a:gd name="csX2" fmla="*/ 44242 w 47388"/>
                <a:gd name="csY2" fmla="*/ 114 h 146164"/>
                <a:gd name="csX3" fmla="*/ 17163 w 47388"/>
                <a:gd name="csY3" fmla="*/ 2190 h 146164"/>
                <a:gd name="csX4" fmla="*/ 12720 w 47388"/>
                <a:gd name="csY4" fmla="*/ 6965 h 146164"/>
                <a:gd name="csX5" fmla="*/ 18009 w 47388"/>
                <a:gd name="csY5" fmla="*/ 9872 h 146164"/>
                <a:gd name="csX6" fmla="*/ 28164 w 47388"/>
                <a:gd name="csY6" fmla="*/ 12986 h 146164"/>
                <a:gd name="csX7" fmla="*/ 27317 w 47388"/>
                <a:gd name="csY7" fmla="*/ 17554 h 146164"/>
                <a:gd name="csX8" fmla="*/ 1085 w 47388"/>
                <a:gd name="csY8" fmla="*/ 120118 h 146164"/>
                <a:gd name="csX9" fmla="*/ 238 w 47388"/>
                <a:gd name="csY9" fmla="*/ 126554 h 146164"/>
                <a:gd name="csX10" fmla="*/ 22452 w 47388"/>
                <a:gd name="csY10" fmla="*/ 146278 h 146164"/>
                <a:gd name="csX11" fmla="*/ 39376 w 47388"/>
                <a:gd name="csY11" fmla="*/ 135274 h 146164"/>
                <a:gd name="csX12" fmla="*/ 46781 w 47388"/>
                <a:gd name="csY12" fmla="*/ 114512 h 146164"/>
                <a:gd name="csX13" fmla="*/ 43396 w 47388"/>
                <a:gd name="csY13" fmla="*/ 111813 h 146164"/>
                <a:gd name="csX14" fmla="*/ 39165 w 47388"/>
                <a:gd name="csY14" fmla="*/ 116796 h 146164"/>
                <a:gd name="csX15" fmla="*/ 23298 w 47388"/>
                <a:gd name="csY15" fmla="*/ 140464 h 146164"/>
                <a:gd name="csX16" fmla="*/ 16105 w 47388"/>
                <a:gd name="csY16" fmla="*/ 130291 h 146164"/>
                <a:gd name="csX17" fmla="*/ 17374 w 47388"/>
                <a:gd name="csY17" fmla="*/ 121779 h 146164"/>
                <a:gd name="csX18" fmla="*/ 46781 w 47388"/>
                <a:gd name="csY18" fmla="*/ 6342 h 146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47388" h="146164">
                  <a:moveTo>
                    <a:pt x="46781" y="6342"/>
                  </a:moveTo>
                  <a:cubicBezTo>
                    <a:pt x="46992" y="5927"/>
                    <a:pt x="47627" y="3228"/>
                    <a:pt x="47627" y="3020"/>
                  </a:cubicBezTo>
                  <a:cubicBezTo>
                    <a:pt x="47627" y="1982"/>
                    <a:pt x="46781" y="114"/>
                    <a:pt x="44242" y="114"/>
                  </a:cubicBezTo>
                  <a:cubicBezTo>
                    <a:pt x="40011" y="114"/>
                    <a:pt x="22452" y="1775"/>
                    <a:pt x="17163" y="2190"/>
                  </a:cubicBezTo>
                  <a:cubicBezTo>
                    <a:pt x="15682" y="2397"/>
                    <a:pt x="12720" y="2605"/>
                    <a:pt x="12720" y="6965"/>
                  </a:cubicBezTo>
                  <a:cubicBezTo>
                    <a:pt x="12720" y="9872"/>
                    <a:pt x="15682" y="9872"/>
                    <a:pt x="18009" y="9872"/>
                  </a:cubicBezTo>
                  <a:cubicBezTo>
                    <a:pt x="28164" y="9872"/>
                    <a:pt x="28164" y="11325"/>
                    <a:pt x="28164" y="12986"/>
                  </a:cubicBezTo>
                  <a:cubicBezTo>
                    <a:pt x="28164" y="14439"/>
                    <a:pt x="27741" y="15685"/>
                    <a:pt x="27317" y="17554"/>
                  </a:cubicBezTo>
                  <a:lnTo>
                    <a:pt x="1085" y="120118"/>
                  </a:lnTo>
                  <a:cubicBezTo>
                    <a:pt x="450" y="122194"/>
                    <a:pt x="238" y="124478"/>
                    <a:pt x="238" y="126554"/>
                  </a:cubicBezTo>
                  <a:cubicBezTo>
                    <a:pt x="238" y="139842"/>
                    <a:pt x="12297" y="146278"/>
                    <a:pt x="22452" y="146278"/>
                  </a:cubicBezTo>
                  <a:cubicBezTo>
                    <a:pt x="27529" y="146278"/>
                    <a:pt x="33876" y="144617"/>
                    <a:pt x="39376" y="135274"/>
                  </a:cubicBezTo>
                  <a:cubicBezTo>
                    <a:pt x="43819" y="127592"/>
                    <a:pt x="46781" y="115342"/>
                    <a:pt x="46781" y="114512"/>
                  </a:cubicBezTo>
                  <a:cubicBezTo>
                    <a:pt x="46781" y="111813"/>
                    <a:pt x="44030" y="111813"/>
                    <a:pt x="43396" y="111813"/>
                  </a:cubicBezTo>
                  <a:cubicBezTo>
                    <a:pt x="40434" y="111813"/>
                    <a:pt x="40011" y="113059"/>
                    <a:pt x="39165" y="116796"/>
                  </a:cubicBezTo>
                  <a:cubicBezTo>
                    <a:pt x="36414" y="127177"/>
                    <a:pt x="32395" y="140464"/>
                    <a:pt x="23298" y="140464"/>
                  </a:cubicBezTo>
                  <a:cubicBezTo>
                    <a:pt x="17586" y="140464"/>
                    <a:pt x="16105" y="135274"/>
                    <a:pt x="16105" y="130291"/>
                  </a:cubicBezTo>
                  <a:cubicBezTo>
                    <a:pt x="16105" y="128007"/>
                    <a:pt x="16740" y="124063"/>
                    <a:pt x="17374" y="121779"/>
                  </a:cubicBezTo>
                  <a:lnTo>
                    <a:pt x="46781" y="6342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51" name="Freeform 550">
              <a:extLst>
                <a:ext uri="{FF2B5EF4-FFF2-40B4-BE49-F238E27FC236}">
                  <a16:creationId xmlns:a16="http://schemas.microsoft.com/office/drawing/2014/main" id="{8432972C-8A1F-485E-E5CE-61A2F40F3F85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9739171" y="6025940"/>
              <a:ext cx="89276" cy="94674"/>
            </a:xfrm>
            <a:custGeom>
              <a:avLst/>
              <a:gdLst>
                <a:gd name="csX0" fmla="*/ 72801 w 89276"/>
                <a:gd name="csY0" fmla="*/ 9878 h 94674"/>
                <a:gd name="csX1" fmla="*/ 66877 w 89276"/>
                <a:gd name="csY1" fmla="*/ 19014 h 94674"/>
                <a:gd name="csX2" fmla="*/ 76820 w 89276"/>
                <a:gd name="csY2" fmla="*/ 28772 h 94674"/>
                <a:gd name="csX3" fmla="*/ 86975 w 89276"/>
                <a:gd name="csY3" fmla="*/ 18598 h 94674"/>
                <a:gd name="csX4" fmla="*/ 51645 w 89276"/>
                <a:gd name="csY4" fmla="*/ 120 h 94674"/>
                <a:gd name="csX5" fmla="*/ 237 w 89276"/>
                <a:gd name="csY5" fmla="*/ 47873 h 94674"/>
                <a:gd name="csX6" fmla="*/ 50587 w 89276"/>
                <a:gd name="csY6" fmla="*/ 94795 h 94674"/>
                <a:gd name="csX7" fmla="*/ 89513 w 89276"/>
                <a:gd name="csY7" fmla="*/ 67804 h 94674"/>
                <a:gd name="csX8" fmla="*/ 85917 w 89276"/>
                <a:gd name="csY8" fmla="*/ 65313 h 94674"/>
                <a:gd name="csX9" fmla="*/ 81897 w 89276"/>
                <a:gd name="csY9" fmla="*/ 68842 h 94674"/>
                <a:gd name="csX10" fmla="*/ 53126 w 89276"/>
                <a:gd name="csY10" fmla="*/ 88151 h 94674"/>
                <a:gd name="csX11" fmla="*/ 19489 w 89276"/>
                <a:gd name="csY11" fmla="*/ 47665 h 94674"/>
                <a:gd name="csX12" fmla="*/ 52280 w 89276"/>
                <a:gd name="csY12" fmla="*/ 6764 h 94674"/>
                <a:gd name="csX13" fmla="*/ 72801 w 89276"/>
                <a:gd name="csY13" fmla="*/ 9878 h 94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9276" h="94674">
                  <a:moveTo>
                    <a:pt x="72801" y="9878"/>
                  </a:moveTo>
                  <a:cubicBezTo>
                    <a:pt x="68993" y="11539"/>
                    <a:pt x="66877" y="14861"/>
                    <a:pt x="66877" y="19014"/>
                  </a:cubicBezTo>
                  <a:cubicBezTo>
                    <a:pt x="66877" y="24619"/>
                    <a:pt x="70897" y="28772"/>
                    <a:pt x="76820" y="28772"/>
                  </a:cubicBezTo>
                  <a:cubicBezTo>
                    <a:pt x="82532" y="28772"/>
                    <a:pt x="86975" y="25242"/>
                    <a:pt x="86975" y="18598"/>
                  </a:cubicBezTo>
                  <a:cubicBezTo>
                    <a:pt x="86975" y="120"/>
                    <a:pt x="57569" y="120"/>
                    <a:pt x="51645" y="120"/>
                  </a:cubicBezTo>
                  <a:cubicBezTo>
                    <a:pt x="19912" y="120"/>
                    <a:pt x="237" y="23996"/>
                    <a:pt x="237" y="47873"/>
                  </a:cubicBezTo>
                  <a:cubicBezTo>
                    <a:pt x="237" y="74033"/>
                    <a:pt x="22873" y="94795"/>
                    <a:pt x="50587" y="94795"/>
                  </a:cubicBezTo>
                  <a:cubicBezTo>
                    <a:pt x="82109" y="94795"/>
                    <a:pt x="89513" y="70296"/>
                    <a:pt x="89513" y="67804"/>
                  </a:cubicBezTo>
                  <a:cubicBezTo>
                    <a:pt x="89513" y="65313"/>
                    <a:pt x="86763" y="65313"/>
                    <a:pt x="85917" y="65313"/>
                  </a:cubicBezTo>
                  <a:cubicBezTo>
                    <a:pt x="83167" y="65313"/>
                    <a:pt x="82955" y="65936"/>
                    <a:pt x="81897" y="68842"/>
                  </a:cubicBezTo>
                  <a:cubicBezTo>
                    <a:pt x="77243" y="81715"/>
                    <a:pt x="66031" y="88151"/>
                    <a:pt x="53126" y="88151"/>
                  </a:cubicBezTo>
                  <a:cubicBezTo>
                    <a:pt x="38529" y="88151"/>
                    <a:pt x="19489" y="77562"/>
                    <a:pt x="19489" y="47665"/>
                  </a:cubicBezTo>
                  <a:cubicBezTo>
                    <a:pt x="19489" y="21297"/>
                    <a:pt x="32605" y="6764"/>
                    <a:pt x="52280" y="6764"/>
                  </a:cubicBezTo>
                  <a:cubicBezTo>
                    <a:pt x="55030" y="6764"/>
                    <a:pt x="65185" y="6764"/>
                    <a:pt x="72801" y="9878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52" name="Freeform 551">
              <a:extLst>
                <a:ext uri="{FF2B5EF4-FFF2-40B4-BE49-F238E27FC236}">
                  <a16:creationId xmlns:a16="http://schemas.microsoft.com/office/drawing/2014/main" id="{6BF72F0D-E5C8-B8A2-8F5F-EA7F10B7BCA3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9848532" y="6025940"/>
              <a:ext cx="105566" cy="94674"/>
            </a:xfrm>
            <a:custGeom>
              <a:avLst/>
              <a:gdLst>
                <a:gd name="csX0" fmla="*/ 82959 w 105566"/>
                <a:gd name="csY0" fmla="*/ 37076 h 94674"/>
                <a:gd name="csX1" fmla="*/ 73227 w 105566"/>
                <a:gd name="csY1" fmla="*/ 10501 h 94674"/>
                <a:gd name="csX2" fmla="*/ 41917 w 105566"/>
                <a:gd name="csY2" fmla="*/ 120 h 94674"/>
                <a:gd name="csX3" fmla="*/ 7645 w 105566"/>
                <a:gd name="csY3" fmla="*/ 20259 h 94674"/>
                <a:gd name="csX4" fmla="*/ 17800 w 105566"/>
                <a:gd name="csY4" fmla="*/ 30433 h 94674"/>
                <a:gd name="csX5" fmla="*/ 27743 w 105566"/>
                <a:gd name="csY5" fmla="*/ 20675 h 94674"/>
                <a:gd name="csX6" fmla="*/ 20338 w 105566"/>
                <a:gd name="csY6" fmla="*/ 11124 h 94674"/>
                <a:gd name="csX7" fmla="*/ 41494 w 105566"/>
                <a:gd name="csY7" fmla="*/ 5934 h 94674"/>
                <a:gd name="csX8" fmla="*/ 66246 w 105566"/>
                <a:gd name="csY8" fmla="*/ 31056 h 94674"/>
                <a:gd name="csX9" fmla="*/ 66246 w 105566"/>
                <a:gd name="csY9" fmla="*/ 37492 h 94674"/>
                <a:gd name="csX10" fmla="*/ 25204 w 105566"/>
                <a:gd name="csY10" fmla="*/ 44136 h 94674"/>
                <a:gd name="csX11" fmla="*/ 241 w 105566"/>
                <a:gd name="csY11" fmla="*/ 71749 h 94674"/>
                <a:gd name="csX12" fmla="*/ 37263 w 105566"/>
                <a:gd name="csY12" fmla="*/ 94795 h 94674"/>
                <a:gd name="csX13" fmla="*/ 68573 w 105566"/>
                <a:gd name="csY13" fmla="*/ 77355 h 94674"/>
                <a:gd name="csX14" fmla="*/ 84863 w 105566"/>
                <a:gd name="csY14" fmla="*/ 93757 h 94674"/>
                <a:gd name="csX15" fmla="*/ 105807 w 105566"/>
                <a:gd name="csY15" fmla="*/ 74033 h 94674"/>
                <a:gd name="csX16" fmla="*/ 105807 w 105566"/>
                <a:gd name="csY16" fmla="*/ 62614 h 94674"/>
                <a:gd name="csX17" fmla="*/ 98614 w 105566"/>
                <a:gd name="csY17" fmla="*/ 62614 h 94674"/>
                <a:gd name="csX18" fmla="*/ 98614 w 105566"/>
                <a:gd name="csY18" fmla="*/ 73825 h 94674"/>
                <a:gd name="csX19" fmla="*/ 90786 w 105566"/>
                <a:gd name="csY19" fmla="*/ 85867 h 94674"/>
                <a:gd name="csX20" fmla="*/ 82959 w 105566"/>
                <a:gd name="csY20" fmla="*/ 73410 h 94674"/>
                <a:gd name="csX21" fmla="*/ 82959 w 105566"/>
                <a:gd name="csY21" fmla="*/ 37076 h 94674"/>
                <a:gd name="csX22" fmla="*/ 66246 w 105566"/>
                <a:gd name="csY22" fmla="*/ 63444 h 94674"/>
                <a:gd name="csX23" fmla="*/ 38955 w 105566"/>
                <a:gd name="csY23" fmla="*/ 88981 h 94674"/>
                <a:gd name="csX24" fmla="*/ 18011 w 105566"/>
                <a:gd name="csY24" fmla="*/ 71749 h 94674"/>
                <a:gd name="csX25" fmla="*/ 66246 w 105566"/>
                <a:gd name="csY25" fmla="*/ 42890 h 94674"/>
                <a:gd name="csX26" fmla="*/ 66246 w 105566"/>
                <a:gd name="csY26" fmla="*/ 63444 h 94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05566" h="94674">
                  <a:moveTo>
                    <a:pt x="82959" y="37076"/>
                  </a:moveTo>
                  <a:cubicBezTo>
                    <a:pt x="82959" y="26073"/>
                    <a:pt x="82959" y="18183"/>
                    <a:pt x="73227" y="10501"/>
                  </a:cubicBezTo>
                  <a:cubicBezTo>
                    <a:pt x="64553" y="3442"/>
                    <a:pt x="54399" y="120"/>
                    <a:pt x="41917" y="120"/>
                  </a:cubicBezTo>
                  <a:cubicBezTo>
                    <a:pt x="21819" y="120"/>
                    <a:pt x="7645" y="7594"/>
                    <a:pt x="7645" y="20259"/>
                  </a:cubicBezTo>
                  <a:cubicBezTo>
                    <a:pt x="7645" y="26903"/>
                    <a:pt x="12299" y="30433"/>
                    <a:pt x="17800" y="30433"/>
                  </a:cubicBezTo>
                  <a:cubicBezTo>
                    <a:pt x="23512" y="30433"/>
                    <a:pt x="27743" y="26280"/>
                    <a:pt x="27743" y="20675"/>
                  </a:cubicBezTo>
                  <a:cubicBezTo>
                    <a:pt x="27743" y="17145"/>
                    <a:pt x="26050" y="12785"/>
                    <a:pt x="20338" y="11124"/>
                  </a:cubicBezTo>
                  <a:cubicBezTo>
                    <a:pt x="27954" y="5934"/>
                    <a:pt x="40225" y="5934"/>
                    <a:pt x="41494" y="5934"/>
                  </a:cubicBezTo>
                  <a:cubicBezTo>
                    <a:pt x="53341" y="5934"/>
                    <a:pt x="66246" y="13615"/>
                    <a:pt x="66246" y="31056"/>
                  </a:cubicBezTo>
                  <a:lnTo>
                    <a:pt x="66246" y="37492"/>
                  </a:lnTo>
                  <a:cubicBezTo>
                    <a:pt x="54610" y="37907"/>
                    <a:pt x="40648" y="38530"/>
                    <a:pt x="25204" y="44136"/>
                  </a:cubicBezTo>
                  <a:cubicBezTo>
                    <a:pt x="6164" y="50987"/>
                    <a:pt x="241" y="62406"/>
                    <a:pt x="241" y="71749"/>
                  </a:cubicBezTo>
                  <a:cubicBezTo>
                    <a:pt x="241" y="89604"/>
                    <a:pt x="22242" y="94795"/>
                    <a:pt x="37263" y="94795"/>
                  </a:cubicBezTo>
                  <a:cubicBezTo>
                    <a:pt x="54187" y="94795"/>
                    <a:pt x="64130" y="85452"/>
                    <a:pt x="68573" y="77355"/>
                  </a:cubicBezTo>
                  <a:cubicBezTo>
                    <a:pt x="69419" y="85867"/>
                    <a:pt x="75131" y="93757"/>
                    <a:pt x="84863" y="93757"/>
                  </a:cubicBezTo>
                  <a:cubicBezTo>
                    <a:pt x="85286" y="93757"/>
                    <a:pt x="105807" y="93757"/>
                    <a:pt x="105807" y="74033"/>
                  </a:cubicBezTo>
                  <a:lnTo>
                    <a:pt x="105807" y="62614"/>
                  </a:lnTo>
                  <a:lnTo>
                    <a:pt x="98614" y="62614"/>
                  </a:lnTo>
                  <a:lnTo>
                    <a:pt x="98614" y="73825"/>
                  </a:lnTo>
                  <a:cubicBezTo>
                    <a:pt x="98614" y="75901"/>
                    <a:pt x="98614" y="85867"/>
                    <a:pt x="90786" y="85867"/>
                  </a:cubicBezTo>
                  <a:cubicBezTo>
                    <a:pt x="82959" y="85867"/>
                    <a:pt x="82959" y="76109"/>
                    <a:pt x="82959" y="73410"/>
                  </a:cubicBezTo>
                  <a:lnTo>
                    <a:pt x="82959" y="37076"/>
                  </a:lnTo>
                  <a:close/>
                  <a:moveTo>
                    <a:pt x="66246" y="63444"/>
                  </a:moveTo>
                  <a:cubicBezTo>
                    <a:pt x="66246" y="83376"/>
                    <a:pt x="48475" y="88981"/>
                    <a:pt x="38955" y="88981"/>
                  </a:cubicBezTo>
                  <a:cubicBezTo>
                    <a:pt x="28166" y="88981"/>
                    <a:pt x="18011" y="81922"/>
                    <a:pt x="18011" y="71749"/>
                  </a:cubicBezTo>
                  <a:cubicBezTo>
                    <a:pt x="18011" y="60330"/>
                    <a:pt x="28166" y="44343"/>
                    <a:pt x="66246" y="42890"/>
                  </a:cubicBezTo>
                  <a:lnTo>
                    <a:pt x="66246" y="63444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53" name="Freeform 552">
              <a:extLst>
                <a:ext uri="{FF2B5EF4-FFF2-40B4-BE49-F238E27FC236}">
                  <a16:creationId xmlns:a16="http://schemas.microsoft.com/office/drawing/2014/main" id="{B767BFE0-6165-FA97-DD67-3F067A1822D5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9963502" y="5990853"/>
              <a:ext cx="73198" cy="129762"/>
            </a:xfrm>
            <a:custGeom>
              <a:avLst/>
              <a:gdLst>
                <a:gd name="csX0" fmla="*/ 36632 w 73198"/>
                <a:gd name="csY0" fmla="*/ 45797 h 129762"/>
                <a:gd name="csX1" fmla="*/ 69635 w 73198"/>
                <a:gd name="csY1" fmla="*/ 45797 h 129762"/>
                <a:gd name="csX2" fmla="*/ 69635 w 73198"/>
                <a:gd name="csY2" fmla="*/ 38322 h 129762"/>
                <a:gd name="csX3" fmla="*/ 36632 w 73198"/>
                <a:gd name="csY3" fmla="*/ 38322 h 129762"/>
                <a:gd name="csX4" fmla="*/ 36632 w 73198"/>
                <a:gd name="csY4" fmla="*/ 120 h 129762"/>
                <a:gd name="csX5" fmla="*/ 29439 w 73198"/>
                <a:gd name="csY5" fmla="*/ 120 h 129762"/>
                <a:gd name="csX6" fmla="*/ 245 w 73198"/>
                <a:gd name="csY6" fmla="*/ 39983 h 129762"/>
                <a:gd name="csX7" fmla="*/ 245 w 73198"/>
                <a:gd name="csY7" fmla="*/ 45797 h 129762"/>
                <a:gd name="csX8" fmla="*/ 19919 w 73198"/>
                <a:gd name="csY8" fmla="*/ 45797 h 129762"/>
                <a:gd name="csX9" fmla="*/ 19919 w 73198"/>
                <a:gd name="csY9" fmla="*/ 101854 h 129762"/>
                <a:gd name="csX10" fmla="*/ 49537 w 73198"/>
                <a:gd name="csY10" fmla="*/ 129882 h 129762"/>
                <a:gd name="csX11" fmla="*/ 73443 w 73198"/>
                <a:gd name="csY11" fmla="*/ 101646 h 129762"/>
                <a:gd name="csX12" fmla="*/ 73443 w 73198"/>
                <a:gd name="csY12" fmla="*/ 90227 h 129762"/>
                <a:gd name="csX13" fmla="*/ 66250 w 73198"/>
                <a:gd name="csY13" fmla="*/ 90227 h 129762"/>
                <a:gd name="csX14" fmla="*/ 66250 w 73198"/>
                <a:gd name="csY14" fmla="*/ 101439 h 129762"/>
                <a:gd name="csX15" fmla="*/ 51229 w 73198"/>
                <a:gd name="csY15" fmla="*/ 123239 h 129762"/>
                <a:gd name="csX16" fmla="*/ 36632 w 73198"/>
                <a:gd name="csY16" fmla="*/ 102061 h 129762"/>
                <a:gd name="csX17" fmla="*/ 36632 w 73198"/>
                <a:gd name="csY17" fmla="*/ 45797 h 1297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3198" h="129762">
                  <a:moveTo>
                    <a:pt x="36632" y="45797"/>
                  </a:moveTo>
                  <a:lnTo>
                    <a:pt x="69635" y="45797"/>
                  </a:lnTo>
                  <a:lnTo>
                    <a:pt x="69635" y="38322"/>
                  </a:lnTo>
                  <a:lnTo>
                    <a:pt x="36632" y="38322"/>
                  </a:lnTo>
                  <a:lnTo>
                    <a:pt x="36632" y="120"/>
                  </a:lnTo>
                  <a:lnTo>
                    <a:pt x="29439" y="120"/>
                  </a:lnTo>
                  <a:cubicBezTo>
                    <a:pt x="29228" y="18806"/>
                    <a:pt x="20554" y="39360"/>
                    <a:pt x="245" y="39983"/>
                  </a:cubicBezTo>
                  <a:lnTo>
                    <a:pt x="245" y="45797"/>
                  </a:lnTo>
                  <a:lnTo>
                    <a:pt x="19919" y="45797"/>
                  </a:lnTo>
                  <a:lnTo>
                    <a:pt x="19919" y="101854"/>
                  </a:lnTo>
                  <a:cubicBezTo>
                    <a:pt x="19919" y="125107"/>
                    <a:pt x="37690" y="129882"/>
                    <a:pt x="49537" y="129882"/>
                  </a:cubicBezTo>
                  <a:cubicBezTo>
                    <a:pt x="63711" y="129882"/>
                    <a:pt x="73443" y="118048"/>
                    <a:pt x="73443" y="101646"/>
                  </a:cubicBezTo>
                  <a:lnTo>
                    <a:pt x="73443" y="90227"/>
                  </a:lnTo>
                  <a:lnTo>
                    <a:pt x="66250" y="90227"/>
                  </a:lnTo>
                  <a:lnTo>
                    <a:pt x="66250" y="101439"/>
                  </a:lnTo>
                  <a:cubicBezTo>
                    <a:pt x="66250" y="115557"/>
                    <a:pt x="59480" y="123239"/>
                    <a:pt x="51229" y="123239"/>
                  </a:cubicBezTo>
                  <a:cubicBezTo>
                    <a:pt x="36632" y="123239"/>
                    <a:pt x="36632" y="105799"/>
                    <a:pt x="36632" y="102061"/>
                  </a:cubicBezTo>
                  <a:lnTo>
                    <a:pt x="36632" y="45797"/>
                  </a:ln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54" name="Freeform 553">
              <a:extLst>
                <a:ext uri="{FF2B5EF4-FFF2-40B4-BE49-F238E27FC236}">
                  <a16:creationId xmlns:a16="http://schemas.microsoft.com/office/drawing/2014/main" id="{62F509C5-5084-00AE-3AA1-D75A1D95D06A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0084149" y="5822765"/>
              <a:ext cx="70115" cy="296599"/>
            </a:xfrm>
            <a:custGeom>
              <a:avLst/>
              <a:gdLst>
                <a:gd name="csX0" fmla="*/ 70364 w 70115"/>
                <a:gd name="csY0" fmla="*/ 148417 h 296599"/>
                <a:gd name="csX1" fmla="*/ 50417 w 70115"/>
                <a:gd name="csY1" fmla="*/ 55878 h 296599"/>
                <a:gd name="csX2" fmla="*/ 3270 w 70115"/>
                <a:gd name="csY2" fmla="*/ 118 h 296599"/>
                <a:gd name="csX3" fmla="*/ 248 w 70115"/>
                <a:gd name="csY3" fmla="*/ 3084 h 296599"/>
                <a:gd name="csX4" fmla="*/ 5990 w 70115"/>
                <a:gd name="csY4" fmla="*/ 9906 h 296599"/>
                <a:gd name="csX5" fmla="*/ 52835 w 70115"/>
                <a:gd name="csY5" fmla="*/ 148417 h 296599"/>
                <a:gd name="csX6" fmla="*/ 4177 w 70115"/>
                <a:gd name="csY6" fmla="*/ 288709 h 296599"/>
                <a:gd name="csX7" fmla="*/ 248 w 70115"/>
                <a:gd name="csY7" fmla="*/ 293751 h 296599"/>
                <a:gd name="csX8" fmla="*/ 3270 w 70115"/>
                <a:gd name="csY8" fmla="*/ 296717 h 296599"/>
                <a:gd name="csX9" fmla="*/ 51324 w 70115"/>
                <a:gd name="csY9" fmla="*/ 238880 h 296599"/>
                <a:gd name="csX10" fmla="*/ 70364 w 70115"/>
                <a:gd name="csY10" fmla="*/ 148417 h 29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115" h="296599">
                  <a:moveTo>
                    <a:pt x="70364" y="148417"/>
                  </a:moveTo>
                  <a:cubicBezTo>
                    <a:pt x="70364" y="125283"/>
                    <a:pt x="67039" y="89394"/>
                    <a:pt x="50417" y="55878"/>
                  </a:cubicBezTo>
                  <a:cubicBezTo>
                    <a:pt x="32284" y="19397"/>
                    <a:pt x="6293" y="118"/>
                    <a:pt x="3270" y="118"/>
                  </a:cubicBezTo>
                  <a:cubicBezTo>
                    <a:pt x="1457" y="118"/>
                    <a:pt x="248" y="1304"/>
                    <a:pt x="248" y="3084"/>
                  </a:cubicBezTo>
                  <a:cubicBezTo>
                    <a:pt x="248" y="3974"/>
                    <a:pt x="248" y="4567"/>
                    <a:pt x="5990" y="9906"/>
                  </a:cubicBezTo>
                  <a:cubicBezTo>
                    <a:pt x="35608" y="39269"/>
                    <a:pt x="52835" y="86428"/>
                    <a:pt x="52835" y="148417"/>
                  </a:cubicBezTo>
                  <a:cubicBezTo>
                    <a:pt x="52835" y="199136"/>
                    <a:pt x="41653" y="251337"/>
                    <a:pt x="4177" y="288709"/>
                  </a:cubicBezTo>
                  <a:cubicBezTo>
                    <a:pt x="248" y="292268"/>
                    <a:pt x="248" y="292861"/>
                    <a:pt x="248" y="293751"/>
                  </a:cubicBezTo>
                  <a:cubicBezTo>
                    <a:pt x="248" y="295531"/>
                    <a:pt x="1457" y="296717"/>
                    <a:pt x="3270" y="296717"/>
                  </a:cubicBezTo>
                  <a:cubicBezTo>
                    <a:pt x="6293" y="296717"/>
                    <a:pt x="33493" y="276548"/>
                    <a:pt x="51324" y="238880"/>
                  </a:cubicBezTo>
                  <a:cubicBezTo>
                    <a:pt x="66737" y="206254"/>
                    <a:pt x="70364" y="173332"/>
                    <a:pt x="70364" y="148417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E2746D3F-5961-7C0B-335E-2BFD4F73D451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0201680" y="5822765"/>
              <a:ext cx="70115" cy="296599"/>
            </a:xfrm>
            <a:custGeom>
              <a:avLst/>
              <a:gdLst>
                <a:gd name="csX0" fmla="*/ 70368 w 70115"/>
                <a:gd name="csY0" fmla="*/ 148417 h 296599"/>
                <a:gd name="csX1" fmla="*/ 50421 w 70115"/>
                <a:gd name="csY1" fmla="*/ 55878 h 296599"/>
                <a:gd name="csX2" fmla="*/ 3274 w 70115"/>
                <a:gd name="csY2" fmla="*/ 118 h 296599"/>
                <a:gd name="csX3" fmla="*/ 252 w 70115"/>
                <a:gd name="csY3" fmla="*/ 3084 h 296599"/>
                <a:gd name="csX4" fmla="*/ 5994 w 70115"/>
                <a:gd name="csY4" fmla="*/ 9906 h 296599"/>
                <a:gd name="csX5" fmla="*/ 52839 w 70115"/>
                <a:gd name="csY5" fmla="*/ 148417 h 296599"/>
                <a:gd name="csX6" fmla="*/ 4181 w 70115"/>
                <a:gd name="csY6" fmla="*/ 288709 h 296599"/>
                <a:gd name="csX7" fmla="*/ 252 w 70115"/>
                <a:gd name="csY7" fmla="*/ 293751 h 296599"/>
                <a:gd name="csX8" fmla="*/ 3274 w 70115"/>
                <a:gd name="csY8" fmla="*/ 296717 h 296599"/>
                <a:gd name="csX9" fmla="*/ 51328 w 70115"/>
                <a:gd name="csY9" fmla="*/ 238880 h 296599"/>
                <a:gd name="csX10" fmla="*/ 70368 w 70115"/>
                <a:gd name="csY10" fmla="*/ 148417 h 29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115" h="296599">
                  <a:moveTo>
                    <a:pt x="70368" y="148417"/>
                  </a:moveTo>
                  <a:cubicBezTo>
                    <a:pt x="70368" y="125283"/>
                    <a:pt x="67043" y="89394"/>
                    <a:pt x="50421" y="55878"/>
                  </a:cubicBezTo>
                  <a:cubicBezTo>
                    <a:pt x="32288" y="19397"/>
                    <a:pt x="6296" y="118"/>
                    <a:pt x="3274" y="118"/>
                  </a:cubicBezTo>
                  <a:cubicBezTo>
                    <a:pt x="1461" y="118"/>
                    <a:pt x="252" y="1304"/>
                    <a:pt x="252" y="3084"/>
                  </a:cubicBezTo>
                  <a:cubicBezTo>
                    <a:pt x="252" y="3974"/>
                    <a:pt x="252" y="4567"/>
                    <a:pt x="5994" y="9906"/>
                  </a:cubicBezTo>
                  <a:cubicBezTo>
                    <a:pt x="35612" y="39269"/>
                    <a:pt x="52839" y="86428"/>
                    <a:pt x="52839" y="148417"/>
                  </a:cubicBezTo>
                  <a:cubicBezTo>
                    <a:pt x="52839" y="199136"/>
                    <a:pt x="41656" y="251337"/>
                    <a:pt x="4181" y="288709"/>
                  </a:cubicBezTo>
                  <a:cubicBezTo>
                    <a:pt x="252" y="292268"/>
                    <a:pt x="252" y="292861"/>
                    <a:pt x="252" y="293751"/>
                  </a:cubicBezTo>
                  <a:cubicBezTo>
                    <a:pt x="252" y="295531"/>
                    <a:pt x="1461" y="296717"/>
                    <a:pt x="3274" y="296717"/>
                  </a:cubicBezTo>
                  <a:cubicBezTo>
                    <a:pt x="6296" y="296717"/>
                    <a:pt x="33496" y="276548"/>
                    <a:pt x="51328" y="238880"/>
                  </a:cubicBezTo>
                  <a:cubicBezTo>
                    <a:pt x="66741" y="206254"/>
                    <a:pt x="70368" y="173332"/>
                    <a:pt x="70368" y="148417"/>
                  </a:cubicBezTo>
                  <a:close/>
                </a:path>
              </a:pathLst>
            </a:custGeom>
            <a:solidFill>
              <a:srgbClr val="000000"/>
            </a:solidFill>
            <a:ln w="3033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pic>
        <p:nvPicPr>
          <p:cNvPr id="559" name="Graphic 558" descr="\documentclass{article}&#10;\usepackage{amsmath}&#10;\usepackage{amssymb, amsfonts}&#10;\usepackage{amsmath}&#10;\usepackage[bold]{hhtensor}&#10;&#10;\usepackage{color}&#10;\usepackage{pifont}&#10;\pagestyle{empty}&#10;&#10;\DeclareMathOperator*{\softmax}{softmax}&#10;\DeclareMathOperator*{\resize}{Resize}&#10;\DeclareMathOperator*{\concat}{Concat}&#10;\DeclareMathOperator*{\argmin}{argmin}&#10;&#10;\begin{document}&#10;&#10;&#10;\begin{align*}&#10;F_{\text{fused}}^{l} &amp;= \mathrm{MHCA}(F_{\text{enh}}^{l}, P), \forall l \in \{1,\cdots,L\} \\&#10;F_{\text{top}} &amp;= \mathrm{FFN}\big(\mathrm{MHSA}(F_{\text{fused}}^{L})\big) \\&#10;\{F_{\text{infuser}}^{l}\}_{l=1}^{L} &amp;=&#10;\mathcal{I}_{\text{cross-scale}}\!\left(&#10;\{F_{\text{fused}}^{l}\}_{l=1}^{L-1}, F_{\text{top}}&#10;\right)&#10;\end{align*}&#10;&#10;\end{document}&#10;" title="IguanaTex Vector Display">
            <a:extLst>
              <a:ext uri="{FF2B5EF4-FFF2-40B4-BE49-F238E27FC236}">
                <a16:creationId xmlns:a16="http://schemas.microsoft.com/office/drawing/2014/main" id="{1D76AFD2-28A0-F414-77F4-A5C90A93311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1811524" y="4254540"/>
            <a:ext cx="5974001" cy="129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158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911A6D-43D8-090E-DA56-2F7EDDCCF1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296DC4-A542-4FA6-93A4-D8837072381A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C23F9E-7C1D-6428-52D8-BF84633FA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Method</a:t>
            </a:r>
            <a:endParaRPr lang="en-CN" dirty="0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72E3F55D-9A39-1939-74C8-7CB6A2C566F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98450" y="868650"/>
            <a:ext cx="11702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en-US" dirty="0"/>
              <a:t>Prompt Zoo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9136DD2-5507-8618-88E2-F68506C44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59" r="37679" b="-1"/>
          <a:stretch>
            <a:fillRect/>
          </a:stretch>
        </p:blipFill>
        <p:spPr>
          <a:xfrm>
            <a:off x="4367646" y="980728"/>
            <a:ext cx="6732910" cy="532799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B11AF23-2F68-8781-1E97-356BCDAE091B}"/>
              </a:ext>
            </a:extLst>
          </p:cNvPr>
          <p:cNvSpPr txBox="1"/>
          <p:nvPr/>
        </p:nvSpPr>
        <p:spPr>
          <a:xfrm>
            <a:off x="267668" y="2649875"/>
            <a:ext cx="6839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US" sz="2000" b="1" dirty="0">
                <a:solidFill>
                  <a:srgbClr val="D25000"/>
                </a:solidFill>
                <a:latin typeface="Calibri" panose="020F0502020204030204"/>
              </a:rPr>
              <a:t>Interactive Visual Prompt</a:t>
            </a:r>
            <a:endParaRPr lang="en-C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6772F5-21E2-A480-D4DA-4D6BE9C5BA7A}"/>
              </a:ext>
            </a:extLst>
          </p:cNvPr>
          <p:cNvSpPr txBox="1"/>
          <p:nvPr/>
        </p:nvSpPr>
        <p:spPr>
          <a:xfrm>
            <a:off x="267668" y="3501008"/>
            <a:ext cx="683946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US" sz="2000" b="1" dirty="0">
                <a:solidFill>
                  <a:srgbClr val="D25000"/>
                </a:solidFill>
                <a:latin typeface="Calibri" panose="020F0502020204030204"/>
              </a:rPr>
              <a:t>Generic Visual Prompt</a:t>
            </a:r>
            <a:r>
              <a:rPr lang="en-CN" sz="2100" b="1" i="0" dirty="0">
                <a:solidFill>
                  <a:srgbClr val="103A66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6DBACF-B016-8253-177A-7593F8963629}"/>
              </a:ext>
            </a:extLst>
          </p:cNvPr>
          <p:cNvSpPr txBox="1"/>
          <p:nvPr/>
        </p:nvSpPr>
        <p:spPr>
          <a:xfrm>
            <a:off x="267668" y="5369150"/>
            <a:ext cx="6839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itchFamily="2" charset="2"/>
              <a:buChar char="ü"/>
              <a:tabLst/>
              <a:defRPr/>
            </a:pPr>
            <a:r>
              <a:rPr lang="en-US" sz="2000" b="1" i="0" u="none" strike="noStrike" cap="none" dirty="0">
                <a:solidFill>
                  <a:srgbClr val="D25000"/>
                </a:solidFill>
                <a:latin typeface="Calibri" panose="020F0502020204030204"/>
                <a:ea typeface="+mn-ea"/>
                <a:cs typeface="+mn-cs"/>
                <a:sym typeface="Arial"/>
              </a:rPr>
              <a:t>Text Prompt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A2DAC6-0BA6-EBAB-8AA2-4C8D3CD3B43A}"/>
              </a:ext>
            </a:extLst>
          </p:cNvPr>
          <p:cNvSpPr txBox="1"/>
          <p:nvPr/>
        </p:nvSpPr>
        <p:spPr>
          <a:xfrm>
            <a:off x="267668" y="4437112"/>
            <a:ext cx="6839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00000"/>
              </a:lnSpc>
              <a:buClr>
                <a:srgbClr val="000000"/>
              </a:buClr>
              <a:buFont typeface="Wingdings" pitchFamily="2" charset="2"/>
              <a:buChar char="ü"/>
            </a:pPr>
            <a:r>
              <a:rPr lang="en-US" sz="2000" b="1" dirty="0">
                <a:solidFill>
                  <a:srgbClr val="D25000"/>
                </a:solidFill>
                <a:latin typeface="Calibri" panose="020F0502020204030204"/>
                <a:sym typeface="Arial"/>
              </a:rPr>
              <a:t>Hybrid Prompt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70037F-7B79-C2B7-A8D6-F58950227E5E}"/>
              </a:ext>
            </a:extLst>
          </p:cNvPr>
          <p:cNvSpPr txBox="1"/>
          <p:nvPr/>
        </p:nvSpPr>
        <p:spPr>
          <a:xfrm>
            <a:off x="596067" y="3032956"/>
            <a:ext cx="3555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/>
              </a:rPr>
              <a:t>box on the current image → PRE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C90FA0-1BD4-A79F-93B6-13059F76EC4C}"/>
              </a:ext>
            </a:extLst>
          </p:cNvPr>
          <p:cNvSpPr txBox="1"/>
          <p:nvPr/>
        </p:nvSpPr>
        <p:spPr>
          <a:xfrm>
            <a:off x="551384" y="3861048"/>
            <a:ext cx="3276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000" b="0" i="0" dirty="0">
                <a:solidFill>
                  <a:schemeClr val="tx1"/>
                </a:solidFill>
                <a:latin typeface="Calibri" panose="020F0502020204030204"/>
              </a:rPr>
              <a:t>Frozen IE, N=16 crop regions, </a:t>
            </a:r>
          </a:p>
          <a:p>
            <a:pPr algn="ctr">
              <a:lnSpc>
                <a:spcPct val="90000"/>
              </a:lnSpc>
            </a:pPr>
            <a:r>
              <a:rPr lang="en-US" sz="2000" b="0" i="0" dirty="0">
                <a:solidFill>
                  <a:schemeClr val="tx1"/>
                </a:solidFill>
                <a:latin typeface="Calibri" panose="020F0502020204030204"/>
              </a:rPr>
              <a:t>registered per class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9847A0-2F93-F2AC-3742-EDAA57682F55}"/>
              </a:ext>
            </a:extLst>
          </p:cNvPr>
          <p:cNvSpPr txBox="1"/>
          <p:nvPr/>
        </p:nvSpPr>
        <p:spPr>
          <a:xfrm>
            <a:off x="587388" y="5662989"/>
            <a:ext cx="2916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000" b="0" i="0" dirty="0">
                <a:solidFill>
                  <a:schemeClr val="tx1"/>
                </a:solidFill>
                <a:latin typeface="Calibri" panose="020F0502020204030204"/>
              </a:rPr>
              <a:t>Frozen TE, average 80 text prompt embeddings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135924-9C32-1FD5-55FA-3FD32CEF8840}"/>
              </a:ext>
            </a:extLst>
          </p:cNvPr>
          <p:cNvSpPr txBox="1"/>
          <p:nvPr/>
        </p:nvSpPr>
        <p:spPr>
          <a:xfrm>
            <a:off x="335360" y="4761148"/>
            <a:ext cx="3276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000" b="0" i="0" dirty="0">
                <a:solidFill>
                  <a:schemeClr val="tx1"/>
                </a:solidFill>
                <a:latin typeface="Calibri" panose="020F0502020204030204"/>
              </a:rPr>
              <a:t>mean of text and </a:t>
            </a:r>
            <a:r>
              <a:rPr lang="en-US" sz="2000" dirty="0">
                <a:latin typeface="Calibri" panose="020F0502020204030204"/>
              </a:rPr>
              <a:t>generic visual prompt</a:t>
            </a:r>
            <a:endParaRPr lang="en-US" sz="2000" b="0" i="0" dirty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8144E3-980A-B7CB-DA89-C4BAF9B62E45}"/>
              </a:ext>
            </a:extLst>
          </p:cNvPr>
          <p:cNvSpPr txBox="1"/>
          <p:nvPr/>
        </p:nvSpPr>
        <p:spPr>
          <a:xfrm>
            <a:off x="267668" y="1850921"/>
            <a:ext cx="3984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construct four prompt types:</a:t>
            </a:r>
            <a:r>
              <a:rPr kumimoji="1" 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38961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911A6D-43D8-090E-DA56-2F7EDDCCF1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296DC4-A542-4FA6-93A4-D8837072381A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C23F9E-7C1D-6428-52D8-BF84633FA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Method</a:t>
            </a:r>
            <a:endParaRPr lang="en-CN" dirty="0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72E3F55D-9A39-1939-74C8-7CB6A2C566F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91346" y="879103"/>
            <a:ext cx="11702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en-US" dirty="0"/>
              <a:t>Harmonization Strategy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A5D1310-BBD7-E81F-460C-1229057D50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040" r="22717"/>
          <a:stretch>
            <a:fillRect/>
          </a:stretch>
        </p:blipFill>
        <p:spPr>
          <a:xfrm>
            <a:off x="8240286" y="1022311"/>
            <a:ext cx="3774679" cy="527384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1448876-CEB7-92C5-7B49-4D7E03688113}"/>
              </a:ext>
            </a:extLst>
          </p:cNvPr>
          <p:cNvSpPr txBox="1"/>
          <p:nvPr/>
        </p:nvSpPr>
        <p:spPr>
          <a:xfrm>
            <a:off x="198973" y="1569219"/>
            <a:ext cx="83888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Eliminate multi-prompt conflicts for efficient joint optimization.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BBED01-686F-8B0B-AD5D-CFFD7855666B}"/>
              </a:ext>
            </a:extLst>
          </p:cNvPr>
          <p:cNvSpPr txBox="1"/>
          <p:nvPr/>
        </p:nvSpPr>
        <p:spPr>
          <a:xfrm>
            <a:off x="178464" y="2689736"/>
            <a:ext cx="73216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itchFamily="2" charset="2"/>
              <a:buChar char="ü"/>
            </a:pPr>
            <a:r>
              <a:rPr lang="en-CN" sz="2400" b="1" dirty="0">
                <a:solidFill>
                  <a:srgbClr val="D25000"/>
                </a:solidFill>
                <a:latin typeface="Calibri" panose="020F0502020204030204"/>
              </a:rPr>
              <a:t>Multi-Route FFNs</a:t>
            </a:r>
            <a:endParaRPr lang="en-CN" b="1" dirty="0">
              <a:solidFill>
                <a:srgbClr val="D25000"/>
              </a:solidFill>
              <a:latin typeface="Calibri" panose="020F0502020204030204"/>
            </a:endParaRPr>
          </a:p>
          <a:p>
            <a:pPr lvl="1"/>
            <a:r>
              <a:rPr lang="en-CN" dirty="0">
                <a:latin typeface="Calibri" panose="020F0502020204030204"/>
              </a:rPr>
              <a:t>Four parallel, route-specific FFNs process individual prompt types.</a:t>
            </a:r>
          </a:p>
          <a:p>
            <a:pPr lvl="0"/>
            <a:endParaRPr lang="en-CN" sz="2400" dirty="0">
              <a:latin typeface="Calibri" panose="020F0502020204030204"/>
            </a:endParaRPr>
          </a:p>
          <a:p>
            <a:pPr marL="342900" lvl="0" indent="-342900">
              <a:buFont typeface="Wingdings" pitchFamily="2" charset="2"/>
              <a:buChar char="ü"/>
            </a:pPr>
            <a:r>
              <a:rPr lang="en-CN" sz="2400" b="1" dirty="0">
                <a:solidFill>
                  <a:srgbClr val="D25000"/>
                </a:solidFill>
                <a:latin typeface="Calibri" panose="020F0502020204030204"/>
              </a:rPr>
              <a:t>Learnable Instruction Embeddings</a:t>
            </a:r>
            <a:endParaRPr lang="en-CN" b="1" dirty="0">
              <a:solidFill>
                <a:srgbClr val="D25000"/>
              </a:solidFill>
              <a:latin typeface="Calibri" panose="020F0502020204030204"/>
            </a:endParaRPr>
          </a:p>
          <a:p>
            <a:pPr lvl="1"/>
            <a:r>
              <a:rPr lang="en-CN" dirty="0">
                <a:latin typeface="Calibri" panose="020F0502020204030204"/>
              </a:rPr>
              <a:t>Four independent learnable embeddings act as auxiliary prompts.</a:t>
            </a:r>
          </a:p>
        </p:txBody>
      </p:sp>
    </p:spTree>
    <p:extLst>
      <p:ext uri="{BB962C8B-B14F-4D97-AF65-F5344CB8AC3E}">
        <p14:creationId xmlns:p14="http://schemas.microsoft.com/office/powerpoint/2010/main" val="2937275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911A6D-43D8-090E-DA56-2F7EDDCCF1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296DC4-A542-4FA6-93A4-D8837072381A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C23F9E-7C1D-6428-52D8-BF84633FA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Method</a:t>
            </a:r>
            <a:endParaRPr lang="en-CN" dirty="0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72E3F55D-9A39-1939-74C8-7CB6A2C566F0}"/>
              </a:ext>
            </a:extLst>
          </p:cNvPr>
          <p:cNvSpPr txBox="1">
            <a:spLocks noGrp="1" noChangeAspect="1"/>
          </p:cNvSpPr>
          <p:nvPr>
            <p:ph idx="1"/>
          </p:nvPr>
        </p:nvSpPr>
        <p:spPr>
          <a:xfrm>
            <a:off x="298450" y="836613"/>
            <a:ext cx="11702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en-US" dirty="0"/>
              <a:t>Prompt-Oriented Decoder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B35E1A-8BBF-53BD-E2D3-F04EC24ADE37}"/>
              </a:ext>
            </a:extLst>
          </p:cNvPr>
          <p:cNvSpPr txBox="1"/>
          <p:nvPr/>
        </p:nvSpPr>
        <p:spPr>
          <a:xfrm>
            <a:off x="286748" y="1298278"/>
            <a:ext cx="76454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D25000"/>
                </a:solidFill>
                <a:latin typeface="Calibri" panose="020F0502020204030204"/>
              </a:rPr>
              <a:t>Alignment Mechanism</a:t>
            </a:r>
            <a:r>
              <a:rPr lang="zh-CN" altLang="en-US" sz="2400" b="1" dirty="0">
                <a:solidFill>
                  <a:srgbClr val="D25000"/>
                </a:solidFill>
                <a:latin typeface="Calibri" panose="020F0502020204030204"/>
              </a:rPr>
              <a:t> </a:t>
            </a:r>
            <a:r>
              <a:rPr lang="en-US" altLang="zh-CN" dirty="0">
                <a:latin typeface="Calibri" panose="020F0502020204030204"/>
              </a:rPr>
              <a:t>enforces feature alignment between decoder predictions via DETR bipartite matching and frozen IE visual embeddings of the true classes.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1E87A1-D62B-80C3-B1BC-3890D520EB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rcRect l="63030" r="329"/>
          <a:stretch>
            <a:fillRect/>
          </a:stretch>
        </p:blipFill>
        <p:spPr>
          <a:xfrm>
            <a:off x="8076218" y="999473"/>
            <a:ext cx="3924436" cy="5273843"/>
          </a:xfrm>
          <a:prstGeom prst="rect">
            <a:avLst/>
          </a:prstGeom>
        </p:spPr>
      </p:pic>
      <p:grpSp>
        <p:nvGrpSpPr>
          <p:cNvPr id="8" name="Group 7" descr="\documentclass{article}&#10;\usepackage{amsmath}&#10;\usepackage{amssymb, amsfonts}&#10;\usepackage{amsmath}&#10;\usepackage[bold]{hhtensor}&#10;&#10;\usepackage{color}&#10;\usepackage{pifont}&#10;\pagestyle{empty}&#10;&#10;\DeclareMathOperator*{\softmax}{softmax}&#10;\DeclareMathOperator*{\resize}{Resize}&#10;\DeclareMathOperator*{\concat}{Concat}&#10;\DeclareMathOperator*{\argmin}{argmin}&#10;&#10;\begin{document}&#10;&#10;&#10;\begin{equation*}&#10;\mathcal{L}_{\text{align}} =&#10;\frac{1}{n \cdot d}&#10;\sum_{i=1}^{n}&#10;\sum_{j=1}^{d}&#10;\left(&#10;F_{i,j,\text{align}} - V'_{i,j,\text{G}}&#10;\right)^2&#10;\end{equation*}&#10;&#10;&#10;\end{document}&#10;" title="IguanaTex Vector Display">
            <a:extLst>
              <a:ext uri="{FF2B5EF4-FFF2-40B4-BE49-F238E27FC236}">
                <a16:creationId xmlns:a16="http://schemas.microsoft.com/office/drawing/2014/main" id="{38B62C9D-D85A-1231-72B6-817D3ADE3DA2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127448" y="2672916"/>
            <a:ext cx="5316257" cy="928738"/>
            <a:chOff x="6992993" y="4513892"/>
            <a:chExt cx="5316257" cy="928738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99F6AB0-0548-6ACD-F963-C103892118F3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6992993" y="4826907"/>
              <a:ext cx="189484" cy="220761"/>
            </a:xfrm>
            <a:custGeom>
              <a:avLst/>
              <a:gdLst>
                <a:gd name="csX0" fmla="*/ 45391 w 189484"/>
                <a:gd name="csY0" fmla="*/ 185923 h 220761"/>
                <a:gd name="csX1" fmla="*/ 70899 w 189484"/>
                <a:gd name="csY1" fmla="*/ 124887 h 220761"/>
                <a:gd name="csX2" fmla="*/ 111893 w 189484"/>
                <a:gd name="csY2" fmla="*/ 25590 h 220761"/>
                <a:gd name="csX3" fmla="*/ 127684 w 189484"/>
                <a:gd name="csY3" fmla="*/ 18909 h 220761"/>
                <a:gd name="csX4" fmla="*/ 149243 w 189484"/>
                <a:gd name="csY4" fmla="*/ 44113 h 220761"/>
                <a:gd name="csX5" fmla="*/ 147725 w 189484"/>
                <a:gd name="csY5" fmla="*/ 55348 h 220761"/>
                <a:gd name="csX6" fmla="*/ 149851 w 189484"/>
                <a:gd name="csY6" fmla="*/ 57474 h 220761"/>
                <a:gd name="csX7" fmla="*/ 170500 w 189484"/>
                <a:gd name="csY7" fmla="*/ 48668 h 220761"/>
                <a:gd name="csX8" fmla="*/ 178699 w 189484"/>
                <a:gd name="csY8" fmla="*/ 28930 h 220761"/>
                <a:gd name="csX9" fmla="*/ 153191 w 189484"/>
                <a:gd name="csY9" fmla="*/ 82 h 220761"/>
                <a:gd name="csX10" fmla="*/ 86993 w 189484"/>
                <a:gd name="csY10" fmla="*/ 32574 h 220761"/>
                <a:gd name="csX11" fmla="*/ 42658 w 189484"/>
                <a:gd name="csY11" fmla="*/ 134908 h 220761"/>
                <a:gd name="csX12" fmla="*/ 25653 w 189484"/>
                <a:gd name="csY12" fmla="*/ 183493 h 220761"/>
                <a:gd name="csX13" fmla="*/ 11381 w 189484"/>
                <a:gd name="csY13" fmla="*/ 204446 h 220761"/>
                <a:gd name="csX14" fmla="*/ 146 w 189484"/>
                <a:gd name="csY14" fmla="*/ 219022 h 220761"/>
                <a:gd name="csX15" fmla="*/ 2879 w 189484"/>
                <a:gd name="csY15" fmla="*/ 220844 h 220761"/>
                <a:gd name="csX16" fmla="*/ 18365 w 189484"/>
                <a:gd name="csY16" fmla="*/ 214467 h 220761"/>
                <a:gd name="csX17" fmla="*/ 31119 w 189484"/>
                <a:gd name="csY17" fmla="*/ 203535 h 220761"/>
                <a:gd name="csX18" fmla="*/ 76061 w 189484"/>
                <a:gd name="csY18" fmla="*/ 212038 h 220761"/>
                <a:gd name="csX19" fmla="*/ 122521 w 189484"/>
                <a:gd name="csY19" fmla="*/ 220844 h 220761"/>
                <a:gd name="csX20" fmla="*/ 181735 w 189484"/>
                <a:gd name="csY20" fmla="*/ 188959 h 220761"/>
                <a:gd name="csX21" fmla="*/ 189630 w 189484"/>
                <a:gd name="csY21" fmla="*/ 172258 h 220761"/>
                <a:gd name="csX22" fmla="*/ 187505 w 189484"/>
                <a:gd name="csY22" fmla="*/ 170132 h 220761"/>
                <a:gd name="csX23" fmla="*/ 170196 w 189484"/>
                <a:gd name="csY23" fmla="*/ 177117 h 220761"/>
                <a:gd name="csX24" fmla="*/ 159568 w 189484"/>
                <a:gd name="csY24" fmla="*/ 189263 h 220761"/>
                <a:gd name="csX25" fmla="*/ 155013 w 189484"/>
                <a:gd name="csY25" fmla="*/ 198373 h 220761"/>
                <a:gd name="csX26" fmla="*/ 147725 w 189484"/>
                <a:gd name="csY26" fmla="*/ 202017 h 220761"/>
                <a:gd name="csX27" fmla="*/ 97925 w 189484"/>
                <a:gd name="csY27" fmla="*/ 191996 h 220761"/>
                <a:gd name="csX28" fmla="*/ 57538 w 189484"/>
                <a:gd name="csY28" fmla="*/ 184708 h 220761"/>
                <a:gd name="csX29" fmla="*/ 45391 w 189484"/>
                <a:gd name="csY29" fmla="*/ 185923 h 220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89484" h="220761">
                  <a:moveTo>
                    <a:pt x="45391" y="185923"/>
                  </a:moveTo>
                  <a:cubicBezTo>
                    <a:pt x="61789" y="160415"/>
                    <a:pt x="66951" y="140981"/>
                    <a:pt x="70899" y="124887"/>
                  </a:cubicBezTo>
                  <a:cubicBezTo>
                    <a:pt x="81527" y="82982"/>
                    <a:pt x="93066" y="46542"/>
                    <a:pt x="111893" y="25590"/>
                  </a:cubicBezTo>
                  <a:cubicBezTo>
                    <a:pt x="115537" y="21642"/>
                    <a:pt x="117966" y="18909"/>
                    <a:pt x="127684" y="18909"/>
                  </a:cubicBezTo>
                  <a:cubicBezTo>
                    <a:pt x="148636" y="18909"/>
                    <a:pt x="149243" y="39862"/>
                    <a:pt x="149243" y="44113"/>
                  </a:cubicBezTo>
                  <a:cubicBezTo>
                    <a:pt x="149243" y="49579"/>
                    <a:pt x="147725" y="53830"/>
                    <a:pt x="147725" y="55348"/>
                  </a:cubicBezTo>
                  <a:cubicBezTo>
                    <a:pt x="147725" y="57474"/>
                    <a:pt x="149547" y="57474"/>
                    <a:pt x="149851" y="57474"/>
                  </a:cubicBezTo>
                  <a:cubicBezTo>
                    <a:pt x="154709" y="57474"/>
                    <a:pt x="162908" y="54134"/>
                    <a:pt x="170500" y="48668"/>
                  </a:cubicBezTo>
                  <a:cubicBezTo>
                    <a:pt x="175966" y="44417"/>
                    <a:pt x="178699" y="41380"/>
                    <a:pt x="178699" y="28930"/>
                  </a:cubicBezTo>
                  <a:cubicBezTo>
                    <a:pt x="178699" y="12532"/>
                    <a:pt x="170196" y="82"/>
                    <a:pt x="153191" y="82"/>
                  </a:cubicBezTo>
                  <a:cubicBezTo>
                    <a:pt x="143474" y="82"/>
                    <a:pt x="116752" y="2511"/>
                    <a:pt x="86993" y="32574"/>
                  </a:cubicBezTo>
                  <a:cubicBezTo>
                    <a:pt x="62700" y="57474"/>
                    <a:pt x="48428" y="112133"/>
                    <a:pt x="42658" y="134908"/>
                  </a:cubicBezTo>
                  <a:cubicBezTo>
                    <a:pt x="37192" y="155860"/>
                    <a:pt x="34763" y="165274"/>
                    <a:pt x="25653" y="183493"/>
                  </a:cubicBezTo>
                  <a:cubicBezTo>
                    <a:pt x="23528" y="187137"/>
                    <a:pt x="15632" y="200498"/>
                    <a:pt x="11381" y="204446"/>
                  </a:cubicBezTo>
                  <a:cubicBezTo>
                    <a:pt x="3182" y="212038"/>
                    <a:pt x="146" y="217504"/>
                    <a:pt x="146" y="219022"/>
                  </a:cubicBezTo>
                  <a:cubicBezTo>
                    <a:pt x="146" y="219629"/>
                    <a:pt x="753" y="220844"/>
                    <a:pt x="2879" y="220844"/>
                  </a:cubicBezTo>
                  <a:cubicBezTo>
                    <a:pt x="4093" y="220844"/>
                    <a:pt x="10470" y="219629"/>
                    <a:pt x="18365" y="214467"/>
                  </a:cubicBezTo>
                  <a:cubicBezTo>
                    <a:pt x="23528" y="211430"/>
                    <a:pt x="24135" y="210823"/>
                    <a:pt x="31119" y="203535"/>
                  </a:cubicBezTo>
                  <a:cubicBezTo>
                    <a:pt x="46302" y="203839"/>
                    <a:pt x="56930" y="206572"/>
                    <a:pt x="76061" y="212038"/>
                  </a:cubicBezTo>
                  <a:cubicBezTo>
                    <a:pt x="91548" y="216289"/>
                    <a:pt x="107035" y="220844"/>
                    <a:pt x="122521" y="220844"/>
                  </a:cubicBezTo>
                  <a:cubicBezTo>
                    <a:pt x="147118" y="220844"/>
                    <a:pt x="172018" y="202320"/>
                    <a:pt x="181735" y="188959"/>
                  </a:cubicBezTo>
                  <a:cubicBezTo>
                    <a:pt x="187808" y="180761"/>
                    <a:pt x="189630" y="173169"/>
                    <a:pt x="189630" y="172258"/>
                  </a:cubicBezTo>
                  <a:cubicBezTo>
                    <a:pt x="189630" y="170132"/>
                    <a:pt x="187808" y="170132"/>
                    <a:pt x="187505" y="170132"/>
                  </a:cubicBezTo>
                  <a:cubicBezTo>
                    <a:pt x="182646" y="170132"/>
                    <a:pt x="175358" y="173473"/>
                    <a:pt x="170196" y="177117"/>
                  </a:cubicBezTo>
                  <a:cubicBezTo>
                    <a:pt x="161997" y="182279"/>
                    <a:pt x="161390" y="184101"/>
                    <a:pt x="159568" y="189263"/>
                  </a:cubicBezTo>
                  <a:cubicBezTo>
                    <a:pt x="158050" y="194122"/>
                    <a:pt x="156228" y="196551"/>
                    <a:pt x="155013" y="198373"/>
                  </a:cubicBezTo>
                  <a:cubicBezTo>
                    <a:pt x="152584" y="202017"/>
                    <a:pt x="152280" y="202017"/>
                    <a:pt x="147725" y="202017"/>
                  </a:cubicBezTo>
                  <a:cubicBezTo>
                    <a:pt x="133149" y="202017"/>
                    <a:pt x="117966" y="197462"/>
                    <a:pt x="97925" y="191996"/>
                  </a:cubicBezTo>
                  <a:cubicBezTo>
                    <a:pt x="89422" y="189567"/>
                    <a:pt x="72721" y="184708"/>
                    <a:pt x="57538" y="184708"/>
                  </a:cubicBezTo>
                  <a:cubicBezTo>
                    <a:pt x="53590" y="184708"/>
                    <a:pt x="49339" y="185012"/>
                    <a:pt x="45391" y="185923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F62F694-F510-9E9D-268D-B8FCC1AA41F5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204713" y="4991734"/>
              <a:ext cx="106068" cy="96928"/>
            </a:xfrm>
            <a:custGeom>
              <a:avLst/>
              <a:gdLst>
                <a:gd name="csX0" fmla="*/ 83265 w 106068"/>
                <a:gd name="csY0" fmla="*/ 37920 h 96928"/>
                <a:gd name="csX1" fmla="*/ 73487 w 106068"/>
                <a:gd name="csY1" fmla="*/ 10712 h 96928"/>
                <a:gd name="csX2" fmla="*/ 42028 w 106068"/>
                <a:gd name="csY2" fmla="*/ 84 h 96928"/>
                <a:gd name="csX3" fmla="*/ 7592 w 106068"/>
                <a:gd name="csY3" fmla="*/ 20702 h 96928"/>
                <a:gd name="csX4" fmla="*/ 17795 w 106068"/>
                <a:gd name="csY4" fmla="*/ 31118 h 96928"/>
                <a:gd name="csX5" fmla="*/ 27786 w 106068"/>
                <a:gd name="csY5" fmla="*/ 21127 h 96928"/>
                <a:gd name="csX6" fmla="*/ 20346 w 106068"/>
                <a:gd name="csY6" fmla="*/ 11349 h 96928"/>
                <a:gd name="csX7" fmla="*/ 41602 w 106068"/>
                <a:gd name="csY7" fmla="*/ 6035 h 96928"/>
                <a:gd name="csX8" fmla="*/ 66472 w 106068"/>
                <a:gd name="csY8" fmla="*/ 31755 h 96928"/>
                <a:gd name="csX9" fmla="*/ 66472 w 106068"/>
                <a:gd name="csY9" fmla="*/ 38345 h 96928"/>
                <a:gd name="csX10" fmla="*/ 25235 w 106068"/>
                <a:gd name="csY10" fmla="*/ 45147 h 96928"/>
                <a:gd name="csX11" fmla="*/ 153 w 106068"/>
                <a:gd name="csY11" fmla="*/ 73418 h 96928"/>
                <a:gd name="csX12" fmla="*/ 37351 w 106068"/>
                <a:gd name="csY12" fmla="*/ 97012 h 96928"/>
                <a:gd name="csX13" fmla="*/ 68810 w 106068"/>
                <a:gd name="csY13" fmla="*/ 79157 h 96928"/>
                <a:gd name="csX14" fmla="*/ 85178 w 106068"/>
                <a:gd name="csY14" fmla="*/ 95949 h 96928"/>
                <a:gd name="csX15" fmla="*/ 106222 w 106068"/>
                <a:gd name="csY15" fmla="*/ 75756 h 96928"/>
                <a:gd name="csX16" fmla="*/ 106222 w 106068"/>
                <a:gd name="csY16" fmla="*/ 64065 h 96928"/>
                <a:gd name="csX17" fmla="*/ 98994 w 106068"/>
                <a:gd name="csY17" fmla="*/ 64065 h 96928"/>
                <a:gd name="csX18" fmla="*/ 98994 w 106068"/>
                <a:gd name="csY18" fmla="*/ 75543 h 96928"/>
                <a:gd name="csX19" fmla="*/ 91130 w 106068"/>
                <a:gd name="csY19" fmla="*/ 87872 h 96928"/>
                <a:gd name="csX20" fmla="*/ 83265 w 106068"/>
                <a:gd name="csY20" fmla="*/ 75118 h 96928"/>
                <a:gd name="csX21" fmla="*/ 83265 w 106068"/>
                <a:gd name="csY21" fmla="*/ 37920 h 96928"/>
                <a:gd name="csX22" fmla="*/ 66472 w 106068"/>
                <a:gd name="csY22" fmla="*/ 64915 h 96928"/>
                <a:gd name="csX23" fmla="*/ 39052 w 106068"/>
                <a:gd name="csY23" fmla="*/ 91060 h 96928"/>
                <a:gd name="csX24" fmla="*/ 18008 w 106068"/>
                <a:gd name="csY24" fmla="*/ 73418 h 96928"/>
                <a:gd name="csX25" fmla="*/ 66472 w 106068"/>
                <a:gd name="csY25" fmla="*/ 43871 h 96928"/>
                <a:gd name="csX26" fmla="*/ 66472 w 106068"/>
                <a:gd name="csY26" fmla="*/ 64915 h 96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06068" h="96928">
                  <a:moveTo>
                    <a:pt x="83265" y="37920"/>
                  </a:moveTo>
                  <a:cubicBezTo>
                    <a:pt x="83265" y="26654"/>
                    <a:pt x="83265" y="18577"/>
                    <a:pt x="73487" y="10712"/>
                  </a:cubicBezTo>
                  <a:cubicBezTo>
                    <a:pt x="64772" y="3485"/>
                    <a:pt x="54569" y="84"/>
                    <a:pt x="42028" y="84"/>
                  </a:cubicBezTo>
                  <a:cubicBezTo>
                    <a:pt x="21834" y="84"/>
                    <a:pt x="7592" y="7736"/>
                    <a:pt x="7592" y="20702"/>
                  </a:cubicBezTo>
                  <a:cubicBezTo>
                    <a:pt x="7592" y="27504"/>
                    <a:pt x="12269" y="31118"/>
                    <a:pt x="17795" y="31118"/>
                  </a:cubicBezTo>
                  <a:cubicBezTo>
                    <a:pt x="23535" y="31118"/>
                    <a:pt x="27786" y="26866"/>
                    <a:pt x="27786" y="21127"/>
                  </a:cubicBezTo>
                  <a:cubicBezTo>
                    <a:pt x="27786" y="17514"/>
                    <a:pt x="26085" y="13050"/>
                    <a:pt x="20346" y="11349"/>
                  </a:cubicBezTo>
                  <a:cubicBezTo>
                    <a:pt x="27998" y="6035"/>
                    <a:pt x="40327" y="6035"/>
                    <a:pt x="41602" y="6035"/>
                  </a:cubicBezTo>
                  <a:cubicBezTo>
                    <a:pt x="53506" y="6035"/>
                    <a:pt x="66472" y="13900"/>
                    <a:pt x="66472" y="31755"/>
                  </a:cubicBezTo>
                  <a:lnTo>
                    <a:pt x="66472" y="38345"/>
                  </a:lnTo>
                  <a:cubicBezTo>
                    <a:pt x="54781" y="38770"/>
                    <a:pt x="40752" y="39408"/>
                    <a:pt x="25235" y="45147"/>
                  </a:cubicBezTo>
                  <a:cubicBezTo>
                    <a:pt x="6104" y="52161"/>
                    <a:pt x="153" y="63852"/>
                    <a:pt x="153" y="73418"/>
                  </a:cubicBezTo>
                  <a:cubicBezTo>
                    <a:pt x="153" y="91698"/>
                    <a:pt x="22259" y="97012"/>
                    <a:pt x="37351" y="97012"/>
                  </a:cubicBezTo>
                  <a:cubicBezTo>
                    <a:pt x="54356" y="97012"/>
                    <a:pt x="64347" y="87447"/>
                    <a:pt x="68810" y="79157"/>
                  </a:cubicBezTo>
                  <a:cubicBezTo>
                    <a:pt x="69661" y="87872"/>
                    <a:pt x="75400" y="95949"/>
                    <a:pt x="85178" y="95949"/>
                  </a:cubicBezTo>
                  <a:cubicBezTo>
                    <a:pt x="85603" y="95949"/>
                    <a:pt x="106222" y="95949"/>
                    <a:pt x="106222" y="75756"/>
                  </a:cubicBezTo>
                  <a:lnTo>
                    <a:pt x="106222" y="64065"/>
                  </a:lnTo>
                  <a:lnTo>
                    <a:pt x="98994" y="64065"/>
                  </a:lnTo>
                  <a:lnTo>
                    <a:pt x="98994" y="75543"/>
                  </a:lnTo>
                  <a:cubicBezTo>
                    <a:pt x="98994" y="77669"/>
                    <a:pt x="98994" y="87872"/>
                    <a:pt x="91130" y="87872"/>
                  </a:cubicBezTo>
                  <a:cubicBezTo>
                    <a:pt x="83265" y="87872"/>
                    <a:pt x="83265" y="77882"/>
                    <a:pt x="83265" y="75118"/>
                  </a:cubicBezTo>
                  <a:lnTo>
                    <a:pt x="83265" y="37920"/>
                  </a:lnTo>
                  <a:close/>
                  <a:moveTo>
                    <a:pt x="66472" y="64915"/>
                  </a:moveTo>
                  <a:cubicBezTo>
                    <a:pt x="66472" y="85321"/>
                    <a:pt x="48617" y="91060"/>
                    <a:pt x="39052" y="91060"/>
                  </a:cubicBezTo>
                  <a:cubicBezTo>
                    <a:pt x="28211" y="91060"/>
                    <a:pt x="18008" y="83833"/>
                    <a:pt x="18008" y="73418"/>
                  </a:cubicBezTo>
                  <a:cubicBezTo>
                    <a:pt x="18008" y="61727"/>
                    <a:pt x="28211" y="45359"/>
                    <a:pt x="66472" y="43871"/>
                  </a:cubicBezTo>
                  <a:lnTo>
                    <a:pt x="66472" y="64915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A201F82-587C-EB01-3CA4-D747FBA5E049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7325969" y="4939019"/>
              <a:ext cx="47826" cy="147518"/>
            </a:xfrm>
            <a:custGeom>
              <a:avLst/>
              <a:gdLst>
                <a:gd name="csX0" fmla="*/ 32041 w 47826"/>
                <a:gd name="csY0" fmla="*/ 84 h 147518"/>
                <a:gd name="csX1" fmla="*/ 157 w 47826"/>
                <a:gd name="csY1" fmla="*/ 2422 h 147518"/>
                <a:gd name="csX2" fmla="*/ 157 w 47826"/>
                <a:gd name="csY2" fmla="*/ 10074 h 147518"/>
                <a:gd name="csX3" fmla="*/ 16099 w 47826"/>
                <a:gd name="csY3" fmla="*/ 21978 h 147518"/>
                <a:gd name="csX4" fmla="*/ 16099 w 47826"/>
                <a:gd name="csY4" fmla="*/ 130810 h 147518"/>
                <a:gd name="csX5" fmla="*/ 157 w 47826"/>
                <a:gd name="csY5" fmla="*/ 139950 h 147518"/>
                <a:gd name="csX6" fmla="*/ 157 w 47826"/>
                <a:gd name="csY6" fmla="*/ 147602 h 147518"/>
                <a:gd name="csX7" fmla="*/ 23964 w 47826"/>
                <a:gd name="csY7" fmla="*/ 146752 h 147518"/>
                <a:gd name="csX8" fmla="*/ 47983 w 47826"/>
                <a:gd name="csY8" fmla="*/ 147602 h 147518"/>
                <a:gd name="csX9" fmla="*/ 47983 w 47826"/>
                <a:gd name="csY9" fmla="*/ 139950 h 147518"/>
                <a:gd name="csX10" fmla="*/ 32041 w 47826"/>
                <a:gd name="csY10" fmla="*/ 130810 h 147518"/>
                <a:gd name="csX11" fmla="*/ 32041 w 47826"/>
                <a:gd name="csY11" fmla="*/ 84 h 1475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826" h="147518">
                  <a:moveTo>
                    <a:pt x="32041" y="84"/>
                  </a:moveTo>
                  <a:lnTo>
                    <a:pt x="157" y="2422"/>
                  </a:lnTo>
                  <a:lnTo>
                    <a:pt x="157" y="10074"/>
                  </a:lnTo>
                  <a:cubicBezTo>
                    <a:pt x="14398" y="10074"/>
                    <a:pt x="16099" y="11562"/>
                    <a:pt x="16099" y="21978"/>
                  </a:cubicBezTo>
                  <a:lnTo>
                    <a:pt x="16099" y="130810"/>
                  </a:lnTo>
                  <a:cubicBezTo>
                    <a:pt x="16099" y="139950"/>
                    <a:pt x="13973" y="139950"/>
                    <a:pt x="157" y="139950"/>
                  </a:cubicBezTo>
                  <a:lnTo>
                    <a:pt x="157" y="147602"/>
                  </a:lnTo>
                  <a:cubicBezTo>
                    <a:pt x="582" y="147602"/>
                    <a:pt x="15461" y="146752"/>
                    <a:pt x="23964" y="146752"/>
                  </a:cubicBezTo>
                  <a:cubicBezTo>
                    <a:pt x="32041" y="146752"/>
                    <a:pt x="39906" y="146965"/>
                    <a:pt x="47983" y="147602"/>
                  </a:cubicBezTo>
                  <a:lnTo>
                    <a:pt x="47983" y="139950"/>
                  </a:lnTo>
                  <a:cubicBezTo>
                    <a:pt x="34167" y="139950"/>
                    <a:pt x="32041" y="139950"/>
                    <a:pt x="32041" y="130810"/>
                  </a:cubicBezTo>
                  <a:lnTo>
                    <a:pt x="32041" y="84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7F6BD22-7CF6-A1A4-EF5F-0991449F76E4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7394715" y="4943270"/>
              <a:ext cx="46338" cy="143267"/>
            </a:xfrm>
            <a:custGeom>
              <a:avLst/>
              <a:gdLst>
                <a:gd name="csX0" fmla="*/ 33106 w 46338"/>
                <a:gd name="csY0" fmla="*/ 12200 h 143267"/>
                <a:gd name="csX1" fmla="*/ 20778 w 46338"/>
                <a:gd name="csY1" fmla="*/ 84 h 143267"/>
                <a:gd name="csX2" fmla="*/ 8661 w 46338"/>
                <a:gd name="csY2" fmla="*/ 12200 h 143267"/>
                <a:gd name="csX3" fmla="*/ 20778 w 46338"/>
                <a:gd name="csY3" fmla="*/ 24528 h 143267"/>
                <a:gd name="csX4" fmla="*/ 33106 w 46338"/>
                <a:gd name="csY4" fmla="*/ 12200 h 143267"/>
                <a:gd name="csX5" fmla="*/ 797 w 46338"/>
                <a:gd name="csY5" fmla="*/ 51949 h 143267"/>
                <a:gd name="csX6" fmla="*/ 797 w 46338"/>
                <a:gd name="csY6" fmla="*/ 59601 h 143267"/>
                <a:gd name="csX7" fmla="*/ 16101 w 46338"/>
                <a:gd name="csY7" fmla="*/ 71292 h 143267"/>
                <a:gd name="csX8" fmla="*/ 16101 w 46338"/>
                <a:gd name="csY8" fmla="*/ 126558 h 143267"/>
                <a:gd name="csX9" fmla="*/ 159 w 46338"/>
                <a:gd name="csY9" fmla="*/ 135699 h 143267"/>
                <a:gd name="csX10" fmla="*/ 159 w 46338"/>
                <a:gd name="csY10" fmla="*/ 143351 h 143267"/>
                <a:gd name="csX11" fmla="*/ 23966 w 46338"/>
                <a:gd name="csY11" fmla="*/ 142501 h 143267"/>
                <a:gd name="csX12" fmla="*/ 46498 w 46338"/>
                <a:gd name="csY12" fmla="*/ 143351 h 143267"/>
                <a:gd name="csX13" fmla="*/ 46498 w 46338"/>
                <a:gd name="csY13" fmla="*/ 135699 h 143267"/>
                <a:gd name="csX14" fmla="*/ 32043 w 46338"/>
                <a:gd name="csY14" fmla="*/ 126771 h 143267"/>
                <a:gd name="csX15" fmla="*/ 32043 w 46338"/>
                <a:gd name="csY15" fmla="*/ 49611 h 143267"/>
                <a:gd name="csX16" fmla="*/ 797 w 46338"/>
                <a:gd name="csY16" fmla="*/ 51949 h 1432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46338" h="143267">
                  <a:moveTo>
                    <a:pt x="33106" y="12200"/>
                  </a:moveTo>
                  <a:cubicBezTo>
                    <a:pt x="33106" y="6035"/>
                    <a:pt x="28005" y="84"/>
                    <a:pt x="20778" y="84"/>
                  </a:cubicBezTo>
                  <a:cubicBezTo>
                    <a:pt x="14401" y="84"/>
                    <a:pt x="8661" y="5185"/>
                    <a:pt x="8661" y="12200"/>
                  </a:cubicBezTo>
                  <a:cubicBezTo>
                    <a:pt x="8661" y="19852"/>
                    <a:pt x="14826" y="24528"/>
                    <a:pt x="20778" y="24528"/>
                  </a:cubicBezTo>
                  <a:cubicBezTo>
                    <a:pt x="27580" y="24528"/>
                    <a:pt x="33106" y="19214"/>
                    <a:pt x="33106" y="12200"/>
                  </a:cubicBezTo>
                  <a:close/>
                  <a:moveTo>
                    <a:pt x="797" y="51949"/>
                  </a:moveTo>
                  <a:lnTo>
                    <a:pt x="797" y="59601"/>
                  </a:lnTo>
                  <a:cubicBezTo>
                    <a:pt x="14188" y="59601"/>
                    <a:pt x="16101" y="60877"/>
                    <a:pt x="16101" y="71292"/>
                  </a:cubicBezTo>
                  <a:lnTo>
                    <a:pt x="16101" y="126558"/>
                  </a:lnTo>
                  <a:cubicBezTo>
                    <a:pt x="16101" y="135699"/>
                    <a:pt x="13976" y="135699"/>
                    <a:pt x="159" y="135699"/>
                  </a:cubicBezTo>
                  <a:lnTo>
                    <a:pt x="159" y="143351"/>
                  </a:lnTo>
                  <a:cubicBezTo>
                    <a:pt x="584" y="143351"/>
                    <a:pt x="15463" y="142501"/>
                    <a:pt x="23966" y="142501"/>
                  </a:cubicBezTo>
                  <a:cubicBezTo>
                    <a:pt x="31406" y="142501"/>
                    <a:pt x="39058" y="142713"/>
                    <a:pt x="46498" y="143351"/>
                  </a:cubicBezTo>
                  <a:lnTo>
                    <a:pt x="46498" y="135699"/>
                  </a:lnTo>
                  <a:cubicBezTo>
                    <a:pt x="34169" y="135699"/>
                    <a:pt x="32043" y="135699"/>
                    <a:pt x="32043" y="126771"/>
                  </a:cubicBezTo>
                  <a:lnTo>
                    <a:pt x="32043" y="49611"/>
                  </a:lnTo>
                  <a:lnTo>
                    <a:pt x="797" y="51949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D322269-09A8-B354-9469-9F9400C0AEAF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7459848" y="4990671"/>
              <a:ext cx="107556" cy="139441"/>
            </a:xfrm>
            <a:custGeom>
              <a:avLst/>
              <a:gdLst>
                <a:gd name="csX0" fmla="*/ 22480 w 107556"/>
                <a:gd name="csY0" fmla="*/ 58113 h 139441"/>
                <a:gd name="csX1" fmla="*/ 45650 w 107556"/>
                <a:gd name="csY1" fmla="*/ 64703 h 139441"/>
                <a:gd name="csX2" fmla="*/ 83486 w 107556"/>
                <a:gd name="csY2" fmla="*/ 33456 h 139441"/>
                <a:gd name="csX3" fmla="*/ 74558 w 107556"/>
                <a:gd name="csY3" fmla="*/ 13050 h 139441"/>
                <a:gd name="csX4" fmla="*/ 96027 w 107556"/>
                <a:gd name="csY4" fmla="*/ 6035 h 139441"/>
                <a:gd name="csX5" fmla="*/ 94114 w 107556"/>
                <a:gd name="csY5" fmla="*/ 11137 h 139441"/>
                <a:gd name="csX6" fmla="*/ 100916 w 107556"/>
                <a:gd name="csY6" fmla="*/ 17939 h 139441"/>
                <a:gd name="csX7" fmla="*/ 107718 w 107556"/>
                <a:gd name="csY7" fmla="*/ 10924 h 139441"/>
                <a:gd name="csX8" fmla="*/ 95177 w 107556"/>
                <a:gd name="csY8" fmla="*/ 84 h 139441"/>
                <a:gd name="csX9" fmla="*/ 70519 w 107556"/>
                <a:gd name="csY9" fmla="*/ 9861 h 139441"/>
                <a:gd name="csX10" fmla="*/ 45862 w 107556"/>
                <a:gd name="csY10" fmla="*/ 2209 h 139441"/>
                <a:gd name="csX11" fmla="*/ 8026 w 107556"/>
                <a:gd name="csY11" fmla="*/ 33456 h 139441"/>
                <a:gd name="csX12" fmla="*/ 18229 w 107556"/>
                <a:gd name="csY12" fmla="*/ 54925 h 139441"/>
                <a:gd name="csX13" fmla="*/ 11852 w 107556"/>
                <a:gd name="csY13" fmla="*/ 72142 h 139441"/>
                <a:gd name="csX14" fmla="*/ 20780 w 107556"/>
                <a:gd name="csY14" fmla="*/ 91060 h 139441"/>
                <a:gd name="csX15" fmla="*/ 161 w 107556"/>
                <a:gd name="csY15" fmla="*/ 112317 h 139441"/>
                <a:gd name="csX16" fmla="*/ 52239 w 107556"/>
                <a:gd name="csY16" fmla="*/ 139525 h 139441"/>
                <a:gd name="csX17" fmla="*/ 104317 w 107556"/>
                <a:gd name="csY17" fmla="*/ 111892 h 139441"/>
                <a:gd name="csX18" fmla="*/ 90075 w 107556"/>
                <a:gd name="csY18" fmla="*/ 87659 h 139441"/>
                <a:gd name="csX19" fmla="*/ 44374 w 107556"/>
                <a:gd name="csY19" fmla="*/ 81070 h 139441"/>
                <a:gd name="csX20" fmla="*/ 30345 w 107556"/>
                <a:gd name="csY20" fmla="*/ 80857 h 139441"/>
                <a:gd name="csX21" fmla="*/ 19717 w 107556"/>
                <a:gd name="csY21" fmla="*/ 66828 h 139441"/>
                <a:gd name="csX22" fmla="*/ 22480 w 107556"/>
                <a:gd name="csY22" fmla="*/ 58113 h 139441"/>
                <a:gd name="csX23" fmla="*/ 45862 w 107556"/>
                <a:gd name="csY23" fmla="*/ 58326 h 139441"/>
                <a:gd name="csX24" fmla="*/ 25031 w 107556"/>
                <a:gd name="csY24" fmla="*/ 33456 h 139441"/>
                <a:gd name="csX25" fmla="*/ 29282 w 107556"/>
                <a:gd name="csY25" fmla="*/ 16026 h 139441"/>
                <a:gd name="csX26" fmla="*/ 45650 w 107556"/>
                <a:gd name="csY26" fmla="*/ 8586 h 139441"/>
                <a:gd name="csX27" fmla="*/ 66481 w 107556"/>
                <a:gd name="csY27" fmla="*/ 33456 h 139441"/>
                <a:gd name="csX28" fmla="*/ 62230 w 107556"/>
                <a:gd name="csY28" fmla="*/ 50886 h 139441"/>
                <a:gd name="csX29" fmla="*/ 45862 w 107556"/>
                <a:gd name="csY29" fmla="*/ 58326 h 139441"/>
                <a:gd name="csX30" fmla="*/ 45862 w 107556"/>
                <a:gd name="csY30" fmla="*/ 95312 h 139441"/>
                <a:gd name="csX31" fmla="*/ 91351 w 107556"/>
                <a:gd name="csY31" fmla="*/ 112104 h 139441"/>
                <a:gd name="csX32" fmla="*/ 52239 w 107556"/>
                <a:gd name="csY32" fmla="*/ 133148 h 139441"/>
                <a:gd name="csX33" fmla="*/ 13127 w 107556"/>
                <a:gd name="csY33" fmla="*/ 112104 h 139441"/>
                <a:gd name="csX34" fmla="*/ 33534 w 107556"/>
                <a:gd name="csY34" fmla="*/ 95312 h 139441"/>
                <a:gd name="csX35" fmla="*/ 45862 w 107556"/>
                <a:gd name="csY35" fmla="*/ 95312 h 139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07556" h="139441">
                  <a:moveTo>
                    <a:pt x="22480" y="58113"/>
                  </a:moveTo>
                  <a:cubicBezTo>
                    <a:pt x="25669" y="60026"/>
                    <a:pt x="33321" y="64703"/>
                    <a:pt x="45650" y="64703"/>
                  </a:cubicBezTo>
                  <a:cubicBezTo>
                    <a:pt x="67544" y="64703"/>
                    <a:pt x="83486" y="50036"/>
                    <a:pt x="83486" y="33456"/>
                  </a:cubicBezTo>
                  <a:cubicBezTo>
                    <a:pt x="83486" y="25166"/>
                    <a:pt x="79660" y="18576"/>
                    <a:pt x="74558" y="13050"/>
                  </a:cubicBezTo>
                  <a:cubicBezTo>
                    <a:pt x="84123" y="6248"/>
                    <a:pt x="92413" y="6035"/>
                    <a:pt x="96027" y="6035"/>
                  </a:cubicBezTo>
                  <a:cubicBezTo>
                    <a:pt x="95177" y="6886"/>
                    <a:pt x="94114" y="7736"/>
                    <a:pt x="94114" y="11137"/>
                  </a:cubicBezTo>
                  <a:cubicBezTo>
                    <a:pt x="94114" y="15388"/>
                    <a:pt x="97302" y="17939"/>
                    <a:pt x="100916" y="17939"/>
                  </a:cubicBezTo>
                  <a:cubicBezTo>
                    <a:pt x="103892" y="17939"/>
                    <a:pt x="107718" y="15813"/>
                    <a:pt x="107718" y="10924"/>
                  </a:cubicBezTo>
                  <a:cubicBezTo>
                    <a:pt x="107718" y="6035"/>
                    <a:pt x="103679" y="84"/>
                    <a:pt x="95177" y="84"/>
                  </a:cubicBezTo>
                  <a:cubicBezTo>
                    <a:pt x="91988" y="84"/>
                    <a:pt x="80510" y="721"/>
                    <a:pt x="70519" y="9861"/>
                  </a:cubicBezTo>
                  <a:cubicBezTo>
                    <a:pt x="64143" y="5185"/>
                    <a:pt x="55215" y="2209"/>
                    <a:pt x="45862" y="2209"/>
                  </a:cubicBezTo>
                  <a:cubicBezTo>
                    <a:pt x="23968" y="2209"/>
                    <a:pt x="8026" y="16876"/>
                    <a:pt x="8026" y="33456"/>
                  </a:cubicBezTo>
                  <a:cubicBezTo>
                    <a:pt x="8026" y="41746"/>
                    <a:pt x="12277" y="49398"/>
                    <a:pt x="18229" y="54925"/>
                  </a:cubicBezTo>
                  <a:cubicBezTo>
                    <a:pt x="16528" y="56838"/>
                    <a:pt x="11852" y="63852"/>
                    <a:pt x="11852" y="72142"/>
                  </a:cubicBezTo>
                  <a:cubicBezTo>
                    <a:pt x="11852" y="74906"/>
                    <a:pt x="12490" y="84896"/>
                    <a:pt x="20780" y="91060"/>
                  </a:cubicBezTo>
                  <a:cubicBezTo>
                    <a:pt x="11214" y="94249"/>
                    <a:pt x="161" y="101263"/>
                    <a:pt x="161" y="112317"/>
                  </a:cubicBezTo>
                  <a:cubicBezTo>
                    <a:pt x="161" y="127834"/>
                    <a:pt x="23543" y="139525"/>
                    <a:pt x="52239" y="139525"/>
                  </a:cubicBezTo>
                  <a:cubicBezTo>
                    <a:pt x="79235" y="139525"/>
                    <a:pt x="104317" y="128897"/>
                    <a:pt x="104317" y="111892"/>
                  </a:cubicBezTo>
                  <a:cubicBezTo>
                    <a:pt x="104317" y="105515"/>
                    <a:pt x="101766" y="94036"/>
                    <a:pt x="90075" y="87659"/>
                  </a:cubicBezTo>
                  <a:cubicBezTo>
                    <a:pt x="77534" y="81070"/>
                    <a:pt x="64993" y="81070"/>
                    <a:pt x="44374" y="81070"/>
                  </a:cubicBezTo>
                  <a:cubicBezTo>
                    <a:pt x="39698" y="81070"/>
                    <a:pt x="32046" y="81070"/>
                    <a:pt x="30345" y="80857"/>
                  </a:cubicBezTo>
                  <a:cubicBezTo>
                    <a:pt x="23543" y="79370"/>
                    <a:pt x="19717" y="72993"/>
                    <a:pt x="19717" y="66828"/>
                  </a:cubicBezTo>
                  <a:cubicBezTo>
                    <a:pt x="19717" y="61514"/>
                    <a:pt x="21205" y="59814"/>
                    <a:pt x="22480" y="58113"/>
                  </a:cubicBezTo>
                  <a:close/>
                  <a:moveTo>
                    <a:pt x="45862" y="58326"/>
                  </a:moveTo>
                  <a:cubicBezTo>
                    <a:pt x="25031" y="58326"/>
                    <a:pt x="25031" y="37920"/>
                    <a:pt x="25031" y="33456"/>
                  </a:cubicBezTo>
                  <a:cubicBezTo>
                    <a:pt x="25031" y="30055"/>
                    <a:pt x="25031" y="21552"/>
                    <a:pt x="29282" y="16026"/>
                  </a:cubicBezTo>
                  <a:cubicBezTo>
                    <a:pt x="32258" y="12412"/>
                    <a:pt x="37997" y="8586"/>
                    <a:pt x="45650" y="8586"/>
                  </a:cubicBezTo>
                  <a:cubicBezTo>
                    <a:pt x="66481" y="8586"/>
                    <a:pt x="66481" y="28992"/>
                    <a:pt x="66481" y="33456"/>
                  </a:cubicBezTo>
                  <a:cubicBezTo>
                    <a:pt x="66481" y="36857"/>
                    <a:pt x="66481" y="45359"/>
                    <a:pt x="62230" y="50886"/>
                  </a:cubicBezTo>
                  <a:cubicBezTo>
                    <a:pt x="59254" y="54500"/>
                    <a:pt x="53514" y="58326"/>
                    <a:pt x="45862" y="58326"/>
                  </a:cubicBezTo>
                  <a:close/>
                  <a:moveTo>
                    <a:pt x="45862" y="95312"/>
                  </a:moveTo>
                  <a:cubicBezTo>
                    <a:pt x="64780" y="95312"/>
                    <a:pt x="91351" y="95312"/>
                    <a:pt x="91351" y="112104"/>
                  </a:cubicBezTo>
                  <a:cubicBezTo>
                    <a:pt x="91351" y="123370"/>
                    <a:pt x="74558" y="133148"/>
                    <a:pt x="52239" y="133148"/>
                  </a:cubicBezTo>
                  <a:cubicBezTo>
                    <a:pt x="29920" y="133148"/>
                    <a:pt x="13127" y="123157"/>
                    <a:pt x="13127" y="112104"/>
                  </a:cubicBezTo>
                  <a:cubicBezTo>
                    <a:pt x="13127" y="104664"/>
                    <a:pt x="19929" y="95524"/>
                    <a:pt x="33534" y="95312"/>
                  </a:cubicBezTo>
                  <a:lnTo>
                    <a:pt x="45862" y="95312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18894DA0-2D5D-36F3-E866-071C4B121342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7584080" y="4992797"/>
              <a:ext cx="113933" cy="93740"/>
            </a:xfrm>
            <a:custGeom>
              <a:avLst/>
              <a:gdLst>
                <a:gd name="csX0" fmla="*/ 98157 w 113933"/>
                <a:gd name="csY0" fmla="*/ 29417 h 93740"/>
                <a:gd name="csX1" fmla="*/ 66272 w 113933"/>
                <a:gd name="csY1" fmla="*/ 84 h 93740"/>
                <a:gd name="csX2" fmla="*/ 31624 w 113933"/>
                <a:gd name="csY2" fmla="*/ 20702 h 93740"/>
                <a:gd name="csX3" fmla="*/ 31412 w 113933"/>
                <a:gd name="csY3" fmla="*/ 20702 h 93740"/>
                <a:gd name="csX4" fmla="*/ 31412 w 113933"/>
                <a:gd name="csY4" fmla="*/ 84 h 93740"/>
                <a:gd name="csX5" fmla="*/ 165 w 113933"/>
                <a:gd name="csY5" fmla="*/ 2422 h 93740"/>
                <a:gd name="csX6" fmla="*/ 165 w 113933"/>
                <a:gd name="csY6" fmla="*/ 10074 h 93740"/>
                <a:gd name="csX7" fmla="*/ 16107 w 113933"/>
                <a:gd name="csY7" fmla="*/ 21978 h 93740"/>
                <a:gd name="csX8" fmla="*/ 16107 w 113933"/>
                <a:gd name="csY8" fmla="*/ 77031 h 93740"/>
                <a:gd name="csX9" fmla="*/ 165 w 113933"/>
                <a:gd name="csY9" fmla="*/ 86172 h 93740"/>
                <a:gd name="csX10" fmla="*/ 165 w 113933"/>
                <a:gd name="csY10" fmla="*/ 93824 h 93740"/>
                <a:gd name="csX11" fmla="*/ 24397 w 113933"/>
                <a:gd name="csY11" fmla="*/ 92974 h 93740"/>
                <a:gd name="csX12" fmla="*/ 48842 w 113933"/>
                <a:gd name="csY12" fmla="*/ 93824 h 93740"/>
                <a:gd name="csX13" fmla="*/ 48842 w 113933"/>
                <a:gd name="csY13" fmla="*/ 86172 h 93740"/>
                <a:gd name="csX14" fmla="*/ 32900 w 113933"/>
                <a:gd name="csY14" fmla="*/ 77031 h 93740"/>
                <a:gd name="csX15" fmla="*/ 32900 w 113933"/>
                <a:gd name="csY15" fmla="*/ 38770 h 93740"/>
                <a:gd name="csX16" fmla="*/ 64572 w 113933"/>
                <a:gd name="csY16" fmla="*/ 6035 h 93740"/>
                <a:gd name="csX17" fmla="*/ 81364 w 113933"/>
                <a:gd name="csY17" fmla="*/ 28567 h 93740"/>
                <a:gd name="csX18" fmla="*/ 81364 w 113933"/>
                <a:gd name="csY18" fmla="*/ 77031 h 93740"/>
                <a:gd name="csX19" fmla="*/ 65422 w 113933"/>
                <a:gd name="csY19" fmla="*/ 86172 h 93740"/>
                <a:gd name="csX20" fmla="*/ 65422 w 113933"/>
                <a:gd name="csY20" fmla="*/ 93824 h 93740"/>
                <a:gd name="csX21" fmla="*/ 89654 w 113933"/>
                <a:gd name="csY21" fmla="*/ 92974 h 93740"/>
                <a:gd name="csX22" fmla="*/ 114099 w 113933"/>
                <a:gd name="csY22" fmla="*/ 93824 h 93740"/>
                <a:gd name="csX23" fmla="*/ 114099 w 113933"/>
                <a:gd name="csY23" fmla="*/ 86172 h 93740"/>
                <a:gd name="csX24" fmla="*/ 98157 w 113933"/>
                <a:gd name="csY24" fmla="*/ 77031 h 93740"/>
                <a:gd name="csX25" fmla="*/ 98157 w 113933"/>
                <a:gd name="csY25" fmla="*/ 29417 h 93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13933" h="93740">
                  <a:moveTo>
                    <a:pt x="98157" y="29417"/>
                  </a:moveTo>
                  <a:cubicBezTo>
                    <a:pt x="98157" y="10924"/>
                    <a:pt x="89016" y="84"/>
                    <a:pt x="66272" y="84"/>
                  </a:cubicBezTo>
                  <a:cubicBezTo>
                    <a:pt x="48842" y="84"/>
                    <a:pt x="37576" y="9649"/>
                    <a:pt x="31624" y="20702"/>
                  </a:cubicBezTo>
                  <a:lnTo>
                    <a:pt x="31412" y="20702"/>
                  </a:lnTo>
                  <a:lnTo>
                    <a:pt x="31412" y="84"/>
                  </a:lnTo>
                  <a:lnTo>
                    <a:pt x="165" y="2422"/>
                  </a:lnTo>
                  <a:lnTo>
                    <a:pt x="165" y="10074"/>
                  </a:lnTo>
                  <a:cubicBezTo>
                    <a:pt x="14407" y="10074"/>
                    <a:pt x="16107" y="11562"/>
                    <a:pt x="16107" y="21978"/>
                  </a:cubicBezTo>
                  <a:lnTo>
                    <a:pt x="16107" y="77031"/>
                  </a:lnTo>
                  <a:cubicBezTo>
                    <a:pt x="16107" y="86172"/>
                    <a:pt x="13982" y="86172"/>
                    <a:pt x="165" y="86172"/>
                  </a:cubicBezTo>
                  <a:lnTo>
                    <a:pt x="165" y="93824"/>
                  </a:lnTo>
                  <a:cubicBezTo>
                    <a:pt x="590" y="93824"/>
                    <a:pt x="15470" y="92974"/>
                    <a:pt x="24397" y="92974"/>
                  </a:cubicBezTo>
                  <a:cubicBezTo>
                    <a:pt x="32262" y="92974"/>
                    <a:pt x="46929" y="93611"/>
                    <a:pt x="48842" y="93824"/>
                  </a:cubicBezTo>
                  <a:lnTo>
                    <a:pt x="48842" y="86172"/>
                  </a:lnTo>
                  <a:cubicBezTo>
                    <a:pt x="35025" y="86172"/>
                    <a:pt x="32900" y="86172"/>
                    <a:pt x="32900" y="77031"/>
                  </a:cubicBezTo>
                  <a:lnTo>
                    <a:pt x="32900" y="38770"/>
                  </a:lnTo>
                  <a:cubicBezTo>
                    <a:pt x="32900" y="16451"/>
                    <a:pt x="50543" y="6035"/>
                    <a:pt x="64572" y="6035"/>
                  </a:cubicBezTo>
                  <a:cubicBezTo>
                    <a:pt x="79451" y="6035"/>
                    <a:pt x="81364" y="17726"/>
                    <a:pt x="81364" y="28567"/>
                  </a:cubicBezTo>
                  <a:lnTo>
                    <a:pt x="81364" y="77031"/>
                  </a:lnTo>
                  <a:cubicBezTo>
                    <a:pt x="81364" y="86172"/>
                    <a:pt x="79238" y="86172"/>
                    <a:pt x="65422" y="86172"/>
                  </a:cubicBezTo>
                  <a:lnTo>
                    <a:pt x="65422" y="93824"/>
                  </a:lnTo>
                  <a:cubicBezTo>
                    <a:pt x="65847" y="93824"/>
                    <a:pt x="80726" y="92974"/>
                    <a:pt x="89654" y="92974"/>
                  </a:cubicBezTo>
                  <a:cubicBezTo>
                    <a:pt x="97519" y="92974"/>
                    <a:pt x="112186" y="93611"/>
                    <a:pt x="114099" y="93824"/>
                  </a:cubicBezTo>
                  <a:lnTo>
                    <a:pt x="114099" y="86172"/>
                  </a:lnTo>
                  <a:cubicBezTo>
                    <a:pt x="100282" y="86172"/>
                    <a:pt x="98157" y="86172"/>
                    <a:pt x="98157" y="77031"/>
                  </a:cubicBezTo>
                  <a:lnTo>
                    <a:pt x="98157" y="29417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58D1B8E-2842-C9B7-8338-D3190BCAB9BA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7823255" y="4929545"/>
              <a:ext cx="201934" cy="71056"/>
            </a:xfrm>
            <a:custGeom>
              <a:avLst/>
              <a:gdLst>
                <a:gd name="csX0" fmla="*/ 191783 w 201934"/>
                <a:gd name="csY0" fmla="*/ 12229 h 71056"/>
                <a:gd name="csX1" fmla="*/ 202108 w 201934"/>
                <a:gd name="csY1" fmla="*/ 6155 h 71056"/>
                <a:gd name="csX2" fmla="*/ 192087 w 201934"/>
                <a:gd name="csY2" fmla="*/ 82 h 71056"/>
                <a:gd name="csX3" fmla="*/ 10194 w 201934"/>
                <a:gd name="csY3" fmla="*/ 82 h 71056"/>
                <a:gd name="csX4" fmla="*/ 173 w 201934"/>
                <a:gd name="csY4" fmla="*/ 6155 h 71056"/>
                <a:gd name="csX5" fmla="*/ 10497 w 201934"/>
                <a:gd name="csY5" fmla="*/ 12229 h 71056"/>
                <a:gd name="csX6" fmla="*/ 191783 w 201934"/>
                <a:gd name="csY6" fmla="*/ 12229 h 71056"/>
                <a:gd name="csX7" fmla="*/ 192087 w 201934"/>
                <a:gd name="csY7" fmla="*/ 71139 h 71056"/>
                <a:gd name="csX8" fmla="*/ 202108 w 201934"/>
                <a:gd name="csY8" fmla="*/ 65066 h 71056"/>
                <a:gd name="csX9" fmla="*/ 191783 w 201934"/>
                <a:gd name="csY9" fmla="*/ 58992 h 71056"/>
                <a:gd name="csX10" fmla="*/ 10497 w 201934"/>
                <a:gd name="csY10" fmla="*/ 58992 h 71056"/>
                <a:gd name="csX11" fmla="*/ 173 w 201934"/>
                <a:gd name="csY11" fmla="*/ 65066 h 71056"/>
                <a:gd name="csX12" fmla="*/ 10194 w 201934"/>
                <a:gd name="csY12" fmla="*/ 71139 h 71056"/>
                <a:gd name="csX13" fmla="*/ 192087 w 201934"/>
                <a:gd name="csY13" fmla="*/ 71139 h 71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934" h="71056">
                  <a:moveTo>
                    <a:pt x="191783" y="12229"/>
                  </a:moveTo>
                  <a:cubicBezTo>
                    <a:pt x="196338" y="12229"/>
                    <a:pt x="202108" y="12229"/>
                    <a:pt x="202108" y="6155"/>
                  </a:cubicBezTo>
                  <a:cubicBezTo>
                    <a:pt x="202108" y="82"/>
                    <a:pt x="196338" y="82"/>
                    <a:pt x="192087" y="82"/>
                  </a:cubicBezTo>
                  <a:lnTo>
                    <a:pt x="10194" y="82"/>
                  </a:lnTo>
                  <a:cubicBezTo>
                    <a:pt x="5942" y="82"/>
                    <a:pt x="173" y="82"/>
                    <a:pt x="173" y="6155"/>
                  </a:cubicBezTo>
                  <a:cubicBezTo>
                    <a:pt x="173" y="12229"/>
                    <a:pt x="5942" y="12229"/>
                    <a:pt x="10497" y="12229"/>
                  </a:cubicBezTo>
                  <a:lnTo>
                    <a:pt x="191783" y="12229"/>
                  </a:lnTo>
                  <a:close/>
                  <a:moveTo>
                    <a:pt x="192087" y="71139"/>
                  </a:moveTo>
                  <a:cubicBezTo>
                    <a:pt x="196338" y="71139"/>
                    <a:pt x="202108" y="71139"/>
                    <a:pt x="202108" y="65066"/>
                  </a:cubicBezTo>
                  <a:cubicBezTo>
                    <a:pt x="202108" y="58992"/>
                    <a:pt x="196338" y="58992"/>
                    <a:pt x="191783" y="58992"/>
                  </a:cubicBezTo>
                  <a:lnTo>
                    <a:pt x="10497" y="58992"/>
                  </a:lnTo>
                  <a:cubicBezTo>
                    <a:pt x="5942" y="58992"/>
                    <a:pt x="173" y="58992"/>
                    <a:pt x="173" y="65066"/>
                  </a:cubicBezTo>
                  <a:cubicBezTo>
                    <a:pt x="173" y="71139"/>
                    <a:pt x="5942" y="71139"/>
                    <a:pt x="10194" y="71139"/>
                  </a:cubicBezTo>
                  <a:lnTo>
                    <a:pt x="192087" y="71139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1AE8108-E0C3-6883-B6E5-D7C9461AC66F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8394143" y="4633321"/>
              <a:ext cx="100208" cy="202238"/>
            </a:xfrm>
            <a:custGeom>
              <a:avLst/>
              <a:gdLst>
                <a:gd name="csX0" fmla="*/ 62442 w 100208"/>
                <a:gd name="csY0" fmla="*/ 7970 h 202238"/>
                <a:gd name="csX1" fmla="*/ 55458 w 100208"/>
                <a:gd name="csY1" fmla="*/ 75 h 202238"/>
                <a:gd name="csX2" fmla="*/ 191 w 100208"/>
                <a:gd name="csY2" fmla="*/ 19510 h 202238"/>
                <a:gd name="csX3" fmla="*/ 191 w 100208"/>
                <a:gd name="csY3" fmla="*/ 28923 h 202238"/>
                <a:gd name="csX4" fmla="*/ 39971 w 100208"/>
                <a:gd name="csY4" fmla="*/ 21028 h 202238"/>
                <a:gd name="csX5" fmla="*/ 39971 w 100208"/>
                <a:gd name="csY5" fmla="*/ 178324 h 202238"/>
                <a:gd name="csX6" fmla="*/ 11730 w 100208"/>
                <a:gd name="csY6" fmla="*/ 192900 h 202238"/>
                <a:gd name="csX7" fmla="*/ 2013 w 100208"/>
                <a:gd name="csY7" fmla="*/ 192900 h 202238"/>
                <a:gd name="csX8" fmla="*/ 2013 w 100208"/>
                <a:gd name="csY8" fmla="*/ 202314 h 202238"/>
                <a:gd name="csX9" fmla="*/ 51206 w 100208"/>
                <a:gd name="csY9" fmla="*/ 201403 h 202238"/>
                <a:gd name="csX10" fmla="*/ 100399 w 100208"/>
                <a:gd name="csY10" fmla="*/ 202314 h 202238"/>
                <a:gd name="csX11" fmla="*/ 100399 w 100208"/>
                <a:gd name="csY11" fmla="*/ 192900 h 202238"/>
                <a:gd name="csX12" fmla="*/ 90682 w 100208"/>
                <a:gd name="csY12" fmla="*/ 192900 h 202238"/>
                <a:gd name="csX13" fmla="*/ 62442 w 100208"/>
                <a:gd name="csY13" fmla="*/ 178324 h 202238"/>
                <a:gd name="csX14" fmla="*/ 62442 w 100208"/>
                <a:gd name="csY14" fmla="*/ 7970 h 2022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0208" h="202238">
                  <a:moveTo>
                    <a:pt x="62442" y="7970"/>
                  </a:moveTo>
                  <a:cubicBezTo>
                    <a:pt x="62442" y="683"/>
                    <a:pt x="62442" y="75"/>
                    <a:pt x="55458" y="75"/>
                  </a:cubicBezTo>
                  <a:cubicBezTo>
                    <a:pt x="36631" y="19510"/>
                    <a:pt x="9908" y="19510"/>
                    <a:pt x="191" y="19510"/>
                  </a:cubicBezTo>
                  <a:lnTo>
                    <a:pt x="191" y="28923"/>
                  </a:lnTo>
                  <a:cubicBezTo>
                    <a:pt x="6264" y="28923"/>
                    <a:pt x="24180" y="28923"/>
                    <a:pt x="39971" y="21028"/>
                  </a:cubicBezTo>
                  <a:lnTo>
                    <a:pt x="39971" y="178324"/>
                  </a:lnTo>
                  <a:cubicBezTo>
                    <a:pt x="39971" y="189256"/>
                    <a:pt x="39060" y="192900"/>
                    <a:pt x="11730" y="192900"/>
                  </a:cubicBezTo>
                  <a:lnTo>
                    <a:pt x="2013" y="192900"/>
                  </a:lnTo>
                  <a:lnTo>
                    <a:pt x="2013" y="202314"/>
                  </a:lnTo>
                  <a:cubicBezTo>
                    <a:pt x="12641" y="201403"/>
                    <a:pt x="39060" y="201403"/>
                    <a:pt x="51206" y="201403"/>
                  </a:cubicBezTo>
                  <a:cubicBezTo>
                    <a:pt x="63353" y="201403"/>
                    <a:pt x="89771" y="201403"/>
                    <a:pt x="100399" y="202314"/>
                  </a:cubicBezTo>
                  <a:lnTo>
                    <a:pt x="100399" y="192900"/>
                  </a:lnTo>
                  <a:lnTo>
                    <a:pt x="90682" y="192900"/>
                  </a:lnTo>
                  <a:cubicBezTo>
                    <a:pt x="63353" y="192900"/>
                    <a:pt x="62442" y="189560"/>
                    <a:pt x="62442" y="178324"/>
                  </a:cubicBezTo>
                  <a:lnTo>
                    <a:pt x="62442" y="7970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9FAF98-4CFA-2288-059B-F238EBBCC4E2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8163219" y="4959000"/>
              <a:ext cx="559627" cy="12145"/>
            </a:xfrm>
            <a:prstGeom prst="rect">
              <a:avLst/>
            </a:pr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AA0F4F2-78B8-6BE7-B5E8-5A6E5FAE7476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8172025" y="5115067"/>
              <a:ext cx="164584" cy="137558"/>
            </a:xfrm>
            <a:custGeom>
              <a:avLst/>
              <a:gdLst>
                <a:gd name="csX0" fmla="*/ 18100 w 164584"/>
                <a:gd name="csY0" fmla="*/ 116391 h 137558"/>
                <a:gd name="csX1" fmla="*/ 15368 w 164584"/>
                <a:gd name="csY1" fmla="*/ 129449 h 137558"/>
                <a:gd name="csX2" fmla="*/ 24174 w 164584"/>
                <a:gd name="csY2" fmla="*/ 137647 h 137558"/>
                <a:gd name="csX3" fmla="*/ 35409 w 164584"/>
                <a:gd name="csY3" fmla="*/ 129145 h 137558"/>
                <a:gd name="csX4" fmla="*/ 41179 w 164584"/>
                <a:gd name="csY4" fmla="*/ 106674 h 137558"/>
                <a:gd name="csX5" fmla="*/ 47859 w 164584"/>
                <a:gd name="csY5" fmla="*/ 79344 h 137558"/>
                <a:gd name="csX6" fmla="*/ 53022 w 164584"/>
                <a:gd name="csY6" fmla="*/ 58999 h 137558"/>
                <a:gd name="csX7" fmla="*/ 56969 w 164584"/>
                <a:gd name="csY7" fmla="*/ 43816 h 137558"/>
                <a:gd name="csX8" fmla="*/ 106466 w 164584"/>
                <a:gd name="csY8" fmla="*/ 6769 h 137558"/>
                <a:gd name="csX9" fmla="*/ 122864 w 164584"/>
                <a:gd name="csY9" fmla="*/ 28026 h 137558"/>
                <a:gd name="csX10" fmla="*/ 103126 w 164584"/>
                <a:gd name="csY10" fmla="*/ 98779 h 137558"/>
                <a:gd name="csX11" fmla="*/ 100089 w 164584"/>
                <a:gd name="csY11" fmla="*/ 112747 h 137558"/>
                <a:gd name="csX12" fmla="*/ 124989 w 164584"/>
                <a:gd name="csY12" fmla="*/ 137647 h 137558"/>
                <a:gd name="csX13" fmla="*/ 164769 w 164584"/>
                <a:gd name="csY13" fmla="*/ 90884 h 137558"/>
                <a:gd name="csX14" fmla="*/ 161125 w 164584"/>
                <a:gd name="csY14" fmla="*/ 87847 h 137558"/>
                <a:gd name="csX15" fmla="*/ 156570 w 164584"/>
                <a:gd name="csY15" fmla="*/ 93313 h 137558"/>
                <a:gd name="csX16" fmla="*/ 125597 w 164584"/>
                <a:gd name="csY16" fmla="*/ 130967 h 137558"/>
                <a:gd name="csX17" fmla="*/ 118309 w 164584"/>
                <a:gd name="csY17" fmla="*/ 120946 h 137558"/>
                <a:gd name="csX18" fmla="*/ 123775 w 164584"/>
                <a:gd name="csY18" fmla="*/ 99386 h 137558"/>
                <a:gd name="csX19" fmla="*/ 142298 w 164584"/>
                <a:gd name="csY19" fmla="*/ 32581 h 137558"/>
                <a:gd name="csX20" fmla="*/ 107377 w 164584"/>
                <a:gd name="csY20" fmla="*/ 89 h 137558"/>
                <a:gd name="csX21" fmla="*/ 60006 w 164584"/>
                <a:gd name="csY21" fmla="*/ 26507 h 137558"/>
                <a:gd name="csX22" fmla="*/ 32069 w 164584"/>
                <a:gd name="csY22" fmla="*/ 89 h 137558"/>
                <a:gd name="csX23" fmla="*/ 9294 w 164584"/>
                <a:gd name="csY23" fmla="*/ 17398 h 137558"/>
                <a:gd name="csX24" fmla="*/ 184 w 164584"/>
                <a:gd name="csY24" fmla="*/ 46853 h 137558"/>
                <a:gd name="csX25" fmla="*/ 3828 w 164584"/>
                <a:gd name="csY25" fmla="*/ 49889 h 137558"/>
                <a:gd name="csX26" fmla="*/ 8991 w 164584"/>
                <a:gd name="csY26" fmla="*/ 42905 h 137558"/>
                <a:gd name="csX27" fmla="*/ 31158 w 164584"/>
                <a:gd name="csY27" fmla="*/ 6769 h 137558"/>
                <a:gd name="csX28" fmla="*/ 40571 w 164584"/>
                <a:gd name="csY28" fmla="*/ 20738 h 137558"/>
                <a:gd name="csX29" fmla="*/ 35713 w 164584"/>
                <a:gd name="csY29" fmla="*/ 46245 h 137558"/>
                <a:gd name="csX30" fmla="*/ 18100 w 164584"/>
                <a:gd name="csY30" fmla="*/ 116391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64584" h="137558">
                  <a:moveTo>
                    <a:pt x="18100" y="116391"/>
                  </a:moveTo>
                  <a:cubicBezTo>
                    <a:pt x="17189" y="120946"/>
                    <a:pt x="15368" y="127930"/>
                    <a:pt x="15368" y="129449"/>
                  </a:cubicBezTo>
                  <a:cubicBezTo>
                    <a:pt x="15368" y="134914"/>
                    <a:pt x="19619" y="137647"/>
                    <a:pt x="24174" y="137647"/>
                  </a:cubicBezTo>
                  <a:cubicBezTo>
                    <a:pt x="27818" y="137647"/>
                    <a:pt x="33284" y="135218"/>
                    <a:pt x="35409" y="129145"/>
                  </a:cubicBezTo>
                  <a:cubicBezTo>
                    <a:pt x="35713" y="128538"/>
                    <a:pt x="39357" y="114266"/>
                    <a:pt x="41179" y="106674"/>
                  </a:cubicBezTo>
                  <a:lnTo>
                    <a:pt x="47859" y="79344"/>
                  </a:lnTo>
                  <a:cubicBezTo>
                    <a:pt x="49681" y="72664"/>
                    <a:pt x="51503" y="65983"/>
                    <a:pt x="53022" y="58999"/>
                  </a:cubicBezTo>
                  <a:cubicBezTo>
                    <a:pt x="54236" y="53837"/>
                    <a:pt x="56665" y="45031"/>
                    <a:pt x="56969" y="43816"/>
                  </a:cubicBezTo>
                  <a:cubicBezTo>
                    <a:pt x="61524" y="34403"/>
                    <a:pt x="77618" y="6769"/>
                    <a:pt x="106466" y="6769"/>
                  </a:cubicBezTo>
                  <a:cubicBezTo>
                    <a:pt x="120131" y="6769"/>
                    <a:pt x="122864" y="18005"/>
                    <a:pt x="122864" y="28026"/>
                  </a:cubicBezTo>
                  <a:cubicBezTo>
                    <a:pt x="122864" y="46853"/>
                    <a:pt x="107984" y="85721"/>
                    <a:pt x="103126" y="98779"/>
                  </a:cubicBezTo>
                  <a:cubicBezTo>
                    <a:pt x="100393" y="105763"/>
                    <a:pt x="100089" y="109407"/>
                    <a:pt x="100089" y="112747"/>
                  </a:cubicBezTo>
                  <a:cubicBezTo>
                    <a:pt x="100089" y="127019"/>
                    <a:pt x="110717" y="137647"/>
                    <a:pt x="124989" y="137647"/>
                  </a:cubicBezTo>
                  <a:cubicBezTo>
                    <a:pt x="153533" y="137647"/>
                    <a:pt x="164769" y="93313"/>
                    <a:pt x="164769" y="90884"/>
                  </a:cubicBezTo>
                  <a:cubicBezTo>
                    <a:pt x="164769" y="87847"/>
                    <a:pt x="162036" y="87847"/>
                    <a:pt x="161125" y="87847"/>
                  </a:cubicBezTo>
                  <a:cubicBezTo>
                    <a:pt x="158088" y="87847"/>
                    <a:pt x="158088" y="88758"/>
                    <a:pt x="156570" y="93313"/>
                  </a:cubicBezTo>
                  <a:cubicBezTo>
                    <a:pt x="150497" y="113962"/>
                    <a:pt x="140476" y="130967"/>
                    <a:pt x="125597" y="130967"/>
                  </a:cubicBezTo>
                  <a:cubicBezTo>
                    <a:pt x="120434" y="130967"/>
                    <a:pt x="118309" y="127930"/>
                    <a:pt x="118309" y="120946"/>
                  </a:cubicBezTo>
                  <a:cubicBezTo>
                    <a:pt x="118309" y="113355"/>
                    <a:pt x="121042" y="106067"/>
                    <a:pt x="123775" y="99386"/>
                  </a:cubicBezTo>
                  <a:cubicBezTo>
                    <a:pt x="129544" y="83292"/>
                    <a:pt x="142298" y="49889"/>
                    <a:pt x="142298" y="32581"/>
                  </a:cubicBezTo>
                  <a:cubicBezTo>
                    <a:pt x="142298" y="12235"/>
                    <a:pt x="129241" y="89"/>
                    <a:pt x="107377" y="89"/>
                  </a:cubicBezTo>
                  <a:cubicBezTo>
                    <a:pt x="80047" y="89"/>
                    <a:pt x="65168" y="19523"/>
                    <a:pt x="60006" y="26507"/>
                  </a:cubicBezTo>
                  <a:cubicBezTo>
                    <a:pt x="58487" y="9502"/>
                    <a:pt x="46037" y="89"/>
                    <a:pt x="32069" y="89"/>
                  </a:cubicBezTo>
                  <a:cubicBezTo>
                    <a:pt x="18101" y="89"/>
                    <a:pt x="12331" y="11932"/>
                    <a:pt x="9294" y="17398"/>
                  </a:cubicBezTo>
                  <a:cubicBezTo>
                    <a:pt x="4436" y="27722"/>
                    <a:pt x="184" y="45638"/>
                    <a:pt x="184" y="46853"/>
                  </a:cubicBezTo>
                  <a:cubicBezTo>
                    <a:pt x="184" y="49889"/>
                    <a:pt x="3221" y="49889"/>
                    <a:pt x="3828" y="49889"/>
                  </a:cubicBezTo>
                  <a:cubicBezTo>
                    <a:pt x="6865" y="49889"/>
                    <a:pt x="7169" y="49586"/>
                    <a:pt x="8991" y="42905"/>
                  </a:cubicBezTo>
                  <a:cubicBezTo>
                    <a:pt x="14153" y="21345"/>
                    <a:pt x="20226" y="6769"/>
                    <a:pt x="31158" y="6769"/>
                  </a:cubicBezTo>
                  <a:cubicBezTo>
                    <a:pt x="37231" y="6769"/>
                    <a:pt x="40571" y="10717"/>
                    <a:pt x="40571" y="20738"/>
                  </a:cubicBezTo>
                  <a:cubicBezTo>
                    <a:pt x="40571" y="27115"/>
                    <a:pt x="39660" y="30455"/>
                    <a:pt x="35713" y="46245"/>
                  </a:cubicBezTo>
                  <a:lnTo>
                    <a:pt x="18100" y="116391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09B4735-CA3F-EDCA-4850-6DC68DC6513D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8439081" y="5157275"/>
              <a:ext cx="32188" cy="32188"/>
            </a:xfrm>
            <a:custGeom>
              <a:avLst/>
              <a:gdLst>
                <a:gd name="csX0" fmla="*/ 32381 w 32188"/>
                <a:gd name="csY0" fmla="*/ 16183 h 32188"/>
                <a:gd name="csX1" fmla="*/ 16287 w 32188"/>
                <a:gd name="csY1" fmla="*/ 89 h 32188"/>
                <a:gd name="csX2" fmla="*/ 193 w 32188"/>
                <a:gd name="csY2" fmla="*/ 16183 h 32188"/>
                <a:gd name="csX3" fmla="*/ 16287 w 32188"/>
                <a:gd name="csY3" fmla="*/ 32277 h 32188"/>
                <a:gd name="csX4" fmla="*/ 32381 w 32188"/>
                <a:gd name="csY4" fmla="*/ 16183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88" h="32188">
                  <a:moveTo>
                    <a:pt x="32381" y="16183"/>
                  </a:moveTo>
                  <a:cubicBezTo>
                    <a:pt x="32381" y="7377"/>
                    <a:pt x="25093" y="89"/>
                    <a:pt x="16287" y="89"/>
                  </a:cubicBezTo>
                  <a:cubicBezTo>
                    <a:pt x="7481" y="89"/>
                    <a:pt x="193" y="7377"/>
                    <a:pt x="193" y="16183"/>
                  </a:cubicBezTo>
                  <a:cubicBezTo>
                    <a:pt x="193" y="24989"/>
                    <a:pt x="7481" y="32277"/>
                    <a:pt x="16287" y="32277"/>
                  </a:cubicBezTo>
                  <a:cubicBezTo>
                    <a:pt x="25093" y="32277"/>
                    <a:pt x="32381" y="24989"/>
                    <a:pt x="32381" y="16183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1877B291-C02D-6C58-9AE4-C0C933FA4589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8576942" y="5038544"/>
              <a:ext cx="144542" cy="214081"/>
            </a:xfrm>
            <a:custGeom>
              <a:avLst/>
              <a:gdLst>
                <a:gd name="csX0" fmla="*/ 144740 w 144542"/>
                <a:gd name="csY0" fmla="*/ 3429 h 214081"/>
                <a:gd name="csX1" fmla="*/ 140793 w 144542"/>
                <a:gd name="csY1" fmla="*/ 89 h 214081"/>
                <a:gd name="csX2" fmla="*/ 102228 w 144542"/>
                <a:gd name="csY2" fmla="*/ 3429 h 214081"/>
                <a:gd name="csX3" fmla="*/ 97977 w 144542"/>
                <a:gd name="csY3" fmla="*/ 9199 h 214081"/>
                <a:gd name="csX4" fmla="*/ 105264 w 144542"/>
                <a:gd name="csY4" fmla="*/ 12843 h 214081"/>
                <a:gd name="csX5" fmla="*/ 120448 w 144542"/>
                <a:gd name="csY5" fmla="*/ 18005 h 214081"/>
                <a:gd name="csX6" fmla="*/ 119537 w 144542"/>
                <a:gd name="csY6" fmla="*/ 24078 h 214081"/>
                <a:gd name="csX7" fmla="*/ 101317 w 144542"/>
                <a:gd name="csY7" fmla="*/ 96046 h 214081"/>
                <a:gd name="csX8" fmla="*/ 73380 w 144542"/>
                <a:gd name="csY8" fmla="*/ 76612 h 214081"/>
                <a:gd name="csX9" fmla="*/ 198 w 144542"/>
                <a:gd name="csY9" fmla="*/ 165584 h 214081"/>
                <a:gd name="csX10" fmla="*/ 40585 w 144542"/>
                <a:gd name="csY10" fmla="*/ 214170 h 214081"/>
                <a:gd name="csX11" fmla="*/ 80061 w 144542"/>
                <a:gd name="csY11" fmla="*/ 191395 h 214081"/>
                <a:gd name="csX12" fmla="*/ 107694 w 144542"/>
                <a:gd name="csY12" fmla="*/ 214170 h 214081"/>
                <a:gd name="csX13" fmla="*/ 130165 w 144542"/>
                <a:gd name="csY13" fmla="*/ 197469 h 214081"/>
                <a:gd name="csX14" fmla="*/ 139275 w 144542"/>
                <a:gd name="csY14" fmla="*/ 167406 h 214081"/>
                <a:gd name="csX15" fmla="*/ 135631 w 144542"/>
                <a:gd name="csY15" fmla="*/ 164370 h 214081"/>
                <a:gd name="csX16" fmla="*/ 131379 w 144542"/>
                <a:gd name="csY16" fmla="*/ 169836 h 214081"/>
                <a:gd name="csX17" fmla="*/ 108301 w 144542"/>
                <a:gd name="csY17" fmla="*/ 207490 h 214081"/>
                <a:gd name="csX18" fmla="*/ 99191 w 144542"/>
                <a:gd name="csY18" fmla="*/ 193521 h 214081"/>
                <a:gd name="csX19" fmla="*/ 101013 w 144542"/>
                <a:gd name="csY19" fmla="*/ 178945 h 214081"/>
                <a:gd name="csX20" fmla="*/ 144740 w 144542"/>
                <a:gd name="csY20" fmla="*/ 3429 h 214081"/>
                <a:gd name="csX21" fmla="*/ 81579 w 144542"/>
                <a:gd name="csY21" fmla="*/ 174694 h 214081"/>
                <a:gd name="csX22" fmla="*/ 75506 w 144542"/>
                <a:gd name="csY22" fmla="*/ 185930 h 214081"/>
                <a:gd name="csX23" fmla="*/ 41192 w 144542"/>
                <a:gd name="csY23" fmla="*/ 207490 h 214081"/>
                <a:gd name="csX24" fmla="*/ 21758 w 144542"/>
                <a:gd name="csY24" fmla="*/ 178945 h 214081"/>
                <a:gd name="csX25" fmla="*/ 38459 w 144542"/>
                <a:gd name="csY25" fmla="*/ 112444 h 214081"/>
                <a:gd name="csX26" fmla="*/ 73684 w 144542"/>
                <a:gd name="csY26" fmla="*/ 83292 h 214081"/>
                <a:gd name="csX27" fmla="*/ 97673 w 144542"/>
                <a:gd name="csY27" fmla="*/ 110014 h 214081"/>
                <a:gd name="csX28" fmla="*/ 96762 w 144542"/>
                <a:gd name="csY28" fmla="*/ 115176 h 214081"/>
                <a:gd name="csX29" fmla="*/ 81579 w 144542"/>
                <a:gd name="csY29" fmla="*/ 174694 h 2140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44542" h="214081">
                  <a:moveTo>
                    <a:pt x="144740" y="3429"/>
                  </a:moveTo>
                  <a:cubicBezTo>
                    <a:pt x="144740" y="3125"/>
                    <a:pt x="144740" y="89"/>
                    <a:pt x="140793" y="89"/>
                  </a:cubicBezTo>
                  <a:cubicBezTo>
                    <a:pt x="136238" y="89"/>
                    <a:pt x="107390" y="2822"/>
                    <a:pt x="102228" y="3429"/>
                  </a:cubicBezTo>
                  <a:cubicBezTo>
                    <a:pt x="99799" y="3733"/>
                    <a:pt x="97977" y="5251"/>
                    <a:pt x="97977" y="9199"/>
                  </a:cubicBezTo>
                  <a:cubicBezTo>
                    <a:pt x="97977" y="12843"/>
                    <a:pt x="100710" y="12843"/>
                    <a:pt x="105264" y="12843"/>
                  </a:cubicBezTo>
                  <a:cubicBezTo>
                    <a:pt x="119840" y="12843"/>
                    <a:pt x="120448" y="14968"/>
                    <a:pt x="120448" y="18005"/>
                  </a:cubicBezTo>
                  <a:lnTo>
                    <a:pt x="119537" y="24078"/>
                  </a:lnTo>
                  <a:lnTo>
                    <a:pt x="101317" y="96046"/>
                  </a:lnTo>
                  <a:cubicBezTo>
                    <a:pt x="95851" y="84810"/>
                    <a:pt x="87045" y="76612"/>
                    <a:pt x="73380" y="76612"/>
                  </a:cubicBezTo>
                  <a:cubicBezTo>
                    <a:pt x="37852" y="76612"/>
                    <a:pt x="198" y="121250"/>
                    <a:pt x="198" y="165584"/>
                  </a:cubicBezTo>
                  <a:cubicBezTo>
                    <a:pt x="198" y="194128"/>
                    <a:pt x="16899" y="214170"/>
                    <a:pt x="40585" y="214170"/>
                  </a:cubicBezTo>
                  <a:cubicBezTo>
                    <a:pt x="46658" y="214170"/>
                    <a:pt x="61841" y="212955"/>
                    <a:pt x="80061" y="191395"/>
                  </a:cubicBezTo>
                  <a:cubicBezTo>
                    <a:pt x="82490" y="204149"/>
                    <a:pt x="93118" y="214170"/>
                    <a:pt x="107694" y="214170"/>
                  </a:cubicBezTo>
                  <a:cubicBezTo>
                    <a:pt x="118322" y="214170"/>
                    <a:pt x="125306" y="207186"/>
                    <a:pt x="130165" y="197469"/>
                  </a:cubicBezTo>
                  <a:cubicBezTo>
                    <a:pt x="135327" y="186537"/>
                    <a:pt x="139275" y="168014"/>
                    <a:pt x="139275" y="167406"/>
                  </a:cubicBezTo>
                  <a:cubicBezTo>
                    <a:pt x="139275" y="164370"/>
                    <a:pt x="136542" y="164370"/>
                    <a:pt x="135631" y="164370"/>
                  </a:cubicBezTo>
                  <a:cubicBezTo>
                    <a:pt x="132594" y="164370"/>
                    <a:pt x="132290" y="165584"/>
                    <a:pt x="131379" y="169836"/>
                  </a:cubicBezTo>
                  <a:cubicBezTo>
                    <a:pt x="126217" y="189574"/>
                    <a:pt x="120751" y="207490"/>
                    <a:pt x="108301" y="207490"/>
                  </a:cubicBezTo>
                  <a:cubicBezTo>
                    <a:pt x="100102" y="207490"/>
                    <a:pt x="99191" y="199594"/>
                    <a:pt x="99191" y="193521"/>
                  </a:cubicBezTo>
                  <a:cubicBezTo>
                    <a:pt x="99191" y="186233"/>
                    <a:pt x="99799" y="184108"/>
                    <a:pt x="101013" y="178945"/>
                  </a:cubicBezTo>
                  <a:lnTo>
                    <a:pt x="144740" y="3429"/>
                  </a:lnTo>
                  <a:close/>
                  <a:moveTo>
                    <a:pt x="81579" y="174694"/>
                  </a:moveTo>
                  <a:cubicBezTo>
                    <a:pt x="80061" y="180160"/>
                    <a:pt x="80061" y="180767"/>
                    <a:pt x="75506" y="185930"/>
                  </a:cubicBezTo>
                  <a:cubicBezTo>
                    <a:pt x="62145" y="202631"/>
                    <a:pt x="49694" y="207490"/>
                    <a:pt x="41192" y="207490"/>
                  </a:cubicBezTo>
                  <a:cubicBezTo>
                    <a:pt x="26009" y="207490"/>
                    <a:pt x="21758" y="190788"/>
                    <a:pt x="21758" y="178945"/>
                  </a:cubicBezTo>
                  <a:cubicBezTo>
                    <a:pt x="21758" y="163762"/>
                    <a:pt x="31475" y="126412"/>
                    <a:pt x="38459" y="112444"/>
                  </a:cubicBezTo>
                  <a:cubicBezTo>
                    <a:pt x="47872" y="94528"/>
                    <a:pt x="61537" y="83292"/>
                    <a:pt x="73684" y="83292"/>
                  </a:cubicBezTo>
                  <a:cubicBezTo>
                    <a:pt x="93422" y="83292"/>
                    <a:pt x="97673" y="108192"/>
                    <a:pt x="97673" y="110014"/>
                  </a:cubicBezTo>
                  <a:cubicBezTo>
                    <a:pt x="97673" y="111836"/>
                    <a:pt x="97066" y="113658"/>
                    <a:pt x="96762" y="115176"/>
                  </a:cubicBezTo>
                  <a:lnTo>
                    <a:pt x="81579" y="174694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3E680013-2861-EB10-03D9-06E48E5B9AD7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8964142" y="4567670"/>
              <a:ext cx="129875" cy="95865"/>
            </a:xfrm>
            <a:custGeom>
              <a:avLst/>
              <a:gdLst>
                <a:gd name="csX0" fmla="*/ 16153 w 129875"/>
                <a:gd name="csY0" fmla="*/ 80418 h 95865"/>
                <a:gd name="csX1" fmla="*/ 14027 w 129875"/>
                <a:gd name="csY1" fmla="*/ 89133 h 95865"/>
                <a:gd name="csX2" fmla="*/ 21254 w 129875"/>
                <a:gd name="csY2" fmla="*/ 95935 h 95865"/>
                <a:gd name="csX3" fmla="*/ 29544 w 129875"/>
                <a:gd name="csY3" fmla="*/ 91259 h 95865"/>
                <a:gd name="csX4" fmla="*/ 33370 w 129875"/>
                <a:gd name="csY4" fmla="*/ 78080 h 95865"/>
                <a:gd name="csX5" fmla="*/ 38047 w 129875"/>
                <a:gd name="csY5" fmla="*/ 58950 h 95865"/>
                <a:gd name="csX6" fmla="*/ 41660 w 129875"/>
                <a:gd name="csY6" fmla="*/ 44708 h 95865"/>
                <a:gd name="csX7" fmla="*/ 50588 w 129875"/>
                <a:gd name="csY7" fmla="*/ 25577 h 95865"/>
                <a:gd name="csX8" fmla="*/ 82472 w 129875"/>
                <a:gd name="csY8" fmla="*/ 6021 h 95865"/>
                <a:gd name="csX9" fmla="*/ 95013 w 129875"/>
                <a:gd name="csY9" fmla="*/ 20901 h 95865"/>
                <a:gd name="csX10" fmla="*/ 82472 w 129875"/>
                <a:gd name="csY10" fmla="*/ 66177 h 95865"/>
                <a:gd name="csX11" fmla="*/ 79284 w 129875"/>
                <a:gd name="csY11" fmla="*/ 77655 h 95865"/>
                <a:gd name="csX12" fmla="*/ 99477 w 129875"/>
                <a:gd name="csY12" fmla="*/ 95935 h 95865"/>
                <a:gd name="csX13" fmla="*/ 130086 w 129875"/>
                <a:gd name="csY13" fmla="*/ 63413 h 95865"/>
                <a:gd name="csX14" fmla="*/ 126685 w 129875"/>
                <a:gd name="csY14" fmla="*/ 60650 h 95865"/>
                <a:gd name="csX15" fmla="*/ 122647 w 129875"/>
                <a:gd name="csY15" fmla="*/ 64264 h 95865"/>
                <a:gd name="csX16" fmla="*/ 100115 w 129875"/>
                <a:gd name="csY16" fmla="*/ 89984 h 95865"/>
                <a:gd name="csX17" fmla="*/ 94801 w 129875"/>
                <a:gd name="csY17" fmla="*/ 82544 h 95865"/>
                <a:gd name="csX18" fmla="*/ 99690 w 129875"/>
                <a:gd name="csY18" fmla="*/ 65326 h 95865"/>
                <a:gd name="csX19" fmla="*/ 110956 w 129875"/>
                <a:gd name="csY19" fmla="*/ 24302 h 95865"/>
                <a:gd name="csX20" fmla="*/ 83323 w 129875"/>
                <a:gd name="csY20" fmla="*/ 70 h 95865"/>
                <a:gd name="csX21" fmla="*/ 47399 w 129875"/>
                <a:gd name="csY21" fmla="*/ 19413 h 95865"/>
                <a:gd name="csX22" fmla="*/ 24655 w 129875"/>
                <a:gd name="csY22" fmla="*/ 70 h 95865"/>
                <a:gd name="csX23" fmla="*/ 7863 w 129875"/>
                <a:gd name="csY23" fmla="*/ 11548 h 95865"/>
                <a:gd name="csX24" fmla="*/ 210 w 129875"/>
                <a:gd name="csY24" fmla="*/ 32592 h 95865"/>
                <a:gd name="csX25" fmla="*/ 3824 w 129875"/>
                <a:gd name="csY25" fmla="*/ 35355 h 95865"/>
                <a:gd name="csX26" fmla="*/ 8500 w 129875"/>
                <a:gd name="csY26" fmla="*/ 28978 h 95865"/>
                <a:gd name="csX27" fmla="*/ 24017 w 129875"/>
                <a:gd name="csY27" fmla="*/ 6021 h 95865"/>
                <a:gd name="csX28" fmla="*/ 31032 w 129875"/>
                <a:gd name="csY28" fmla="*/ 16437 h 95865"/>
                <a:gd name="csX29" fmla="*/ 27631 w 129875"/>
                <a:gd name="csY29" fmla="*/ 34080 h 95865"/>
                <a:gd name="csX30" fmla="*/ 22955 w 129875"/>
                <a:gd name="csY30" fmla="*/ 53210 h 95865"/>
                <a:gd name="csX31" fmla="*/ 16153 w 129875"/>
                <a:gd name="csY31" fmla="*/ 80418 h 95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875" h="95865">
                  <a:moveTo>
                    <a:pt x="16153" y="80418"/>
                  </a:moveTo>
                  <a:cubicBezTo>
                    <a:pt x="15302" y="83182"/>
                    <a:pt x="14027" y="88496"/>
                    <a:pt x="14027" y="89133"/>
                  </a:cubicBezTo>
                  <a:cubicBezTo>
                    <a:pt x="14027" y="93810"/>
                    <a:pt x="17853" y="95935"/>
                    <a:pt x="21254" y="95935"/>
                  </a:cubicBezTo>
                  <a:cubicBezTo>
                    <a:pt x="25080" y="95935"/>
                    <a:pt x="28481" y="93172"/>
                    <a:pt x="29544" y="91259"/>
                  </a:cubicBezTo>
                  <a:cubicBezTo>
                    <a:pt x="30607" y="89346"/>
                    <a:pt x="32307" y="82544"/>
                    <a:pt x="33370" y="78080"/>
                  </a:cubicBezTo>
                  <a:cubicBezTo>
                    <a:pt x="34433" y="74041"/>
                    <a:pt x="36771" y="64264"/>
                    <a:pt x="38047" y="58950"/>
                  </a:cubicBezTo>
                  <a:cubicBezTo>
                    <a:pt x="39322" y="54273"/>
                    <a:pt x="40597" y="49597"/>
                    <a:pt x="41660" y="44708"/>
                  </a:cubicBezTo>
                  <a:cubicBezTo>
                    <a:pt x="43998" y="35993"/>
                    <a:pt x="44424" y="34292"/>
                    <a:pt x="50588" y="25577"/>
                  </a:cubicBezTo>
                  <a:cubicBezTo>
                    <a:pt x="56540" y="17075"/>
                    <a:pt x="66530" y="6021"/>
                    <a:pt x="82472" y="6021"/>
                  </a:cubicBezTo>
                  <a:cubicBezTo>
                    <a:pt x="94801" y="6021"/>
                    <a:pt x="95013" y="16862"/>
                    <a:pt x="95013" y="20901"/>
                  </a:cubicBezTo>
                  <a:cubicBezTo>
                    <a:pt x="95013" y="33655"/>
                    <a:pt x="85873" y="57249"/>
                    <a:pt x="82472" y="66177"/>
                  </a:cubicBezTo>
                  <a:cubicBezTo>
                    <a:pt x="80134" y="72128"/>
                    <a:pt x="79284" y="74041"/>
                    <a:pt x="79284" y="77655"/>
                  </a:cubicBezTo>
                  <a:cubicBezTo>
                    <a:pt x="79284" y="88921"/>
                    <a:pt x="88637" y="95935"/>
                    <a:pt x="99477" y="95935"/>
                  </a:cubicBezTo>
                  <a:cubicBezTo>
                    <a:pt x="120734" y="95935"/>
                    <a:pt x="130086" y="66602"/>
                    <a:pt x="130086" y="63413"/>
                  </a:cubicBezTo>
                  <a:cubicBezTo>
                    <a:pt x="130086" y="60650"/>
                    <a:pt x="127323" y="60650"/>
                    <a:pt x="126685" y="60650"/>
                  </a:cubicBezTo>
                  <a:cubicBezTo>
                    <a:pt x="123709" y="60650"/>
                    <a:pt x="123497" y="61925"/>
                    <a:pt x="122647" y="64264"/>
                  </a:cubicBezTo>
                  <a:cubicBezTo>
                    <a:pt x="117758" y="81269"/>
                    <a:pt x="108618" y="89984"/>
                    <a:pt x="100115" y="89984"/>
                  </a:cubicBezTo>
                  <a:cubicBezTo>
                    <a:pt x="95651" y="89984"/>
                    <a:pt x="94801" y="87008"/>
                    <a:pt x="94801" y="82544"/>
                  </a:cubicBezTo>
                  <a:cubicBezTo>
                    <a:pt x="94801" y="77655"/>
                    <a:pt x="95864" y="74892"/>
                    <a:pt x="99690" y="65326"/>
                  </a:cubicBezTo>
                  <a:cubicBezTo>
                    <a:pt x="102241" y="58737"/>
                    <a:pt x="110956" y="36205"/>
                    <a:pt x="110956" y="24302"/>
                  </a:cubicBezTo>
                  <a:cubicBezTo>
                    <a:pt x="110956" y="3683"/>
                    <a:pt x="94588" y="70"/>
                    <a:pt x="83323" y="70"/>
                  </a:cubicBezTo>
                  <a:cubicBezTo>
                    <a:pt x="65680" y="70"/>
                    <a:pt x="53776" y="10910"/>
                    <a:pt x="47399" y="19413"/>
                  </a:cubicBezTo>
                  <a:cubicBezTo>
                    <a:pt x="45911" y="4746"/>
                    <a:pt x="33370" y="70"/>
                    <a:pt x="24655" y="70"/>
                  </a:cubicBezTo>
                  <a:cubicBezTo>
                    <a:pt x="15515" y="70"/>
                    <a:pt x="10626" y="6659"/>
                    <a:pt x="7863" y="11548"/>
                  </a:cubicBezTo>
                  <a:cubicBezTo>
                    <a:pt x="3186" y="19413"/>
                    <a:pt x="210" y="31529"/>
                    <a:pt x="210" y="32592"/>
                  </a:cubicBezTo>
                  <a:cubicBezTo>
                    <a:pt x="210" y="35355"/>
                    <a:pt x="3186" y="35355"/>
                    <a:pt x="3824" y="35355"/>
                  </a:cubicBezTo>
                  <a:cubicBezTo>
                    <a:pt x="6800" y="35355"/>
                    <a:pt x="7012" y="34717"/>
                    <a:pt x="8500" y="28978"/>
                  </a:cubicBezTo>
                  <a:cubicBezTo>
                    <a:pt x="11689" y="16437"/>
                    <a:pt x="15728" y="6021"/>
                    <a:pt x="24017" y="6021"/>
                  </a:cubicBezTo>
                  <a:cubicBezTo>
                    <a:pt x="29544" y="6021"/>
                    <a:pt x="31032" y="10698"/>
                    <a:pt x="31032" y="16437"/>
                  </a:cubicBezTo>
                  <a:cubicBezTo>
                    <a:pt x="31032" y="20476"/>
                    <a:pt x="29119" y="28340"/>
                    <a:pt x="27631" y="34080"/>
                  </a:cubicBezTo>
                  <a:cubicBezTo>
                    <a:pt x="26143" y="39819"/>
                    <a:pt x="24017" y="48534"/>
                    <a:pt x="22955" y="53210"/>
                  </a:cubicBezTo>
                  <a:lnTo>
                    <a:pt x="16153" y="80418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73A0B8AA-AF15-FF77-0E04-EF710157DDF3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8826900" y="4752508"/>
              <a:ext cx="404173" cy="425125"/>
            </a:xfrm>
            <a:custGeom>
              <a:avLst/>
              <a:gdLst>
                <a:gd name="csX0" fmla="*/ 367636 w 404173"/>
                <a:gd name="csY0" fmla="*/ 425198 h 425125"/>
                <a:gd name="csX1" fmla="*/ 404379 w 404173"/>
                <a:gd name="csY1" fmla="*/ 328027 h 425125"/>
                <a:gd name="csX2" fmla="*/ 396787 w 404173"/>
                <a:gd name="csY2" fmla="*/ 328027 h 425125"/>
                <a:gd name="csX3" fmla="*/ 317835 w 404173"/>
                <a:gd name="csY3" fmla="*/ 389366 h 425125"/>
                <a:gd name="csX4" fmla="*/ 223397 w 404173"/>
                <a:gd name="csY4" fmla="*/ 398780 h 425125"/>
                <a:gd name="csX5" fmla="*/ 40289 w 404173"/>
                <a:gd name="csY5" fmla="*/ 398780 h 425125"/>
                <a:gd name="csX6" fmla="*/ 194853 w 404173"/>
                <a:gd name="csY6" fmla="*/ 217494 h 425125"/>
                <a:gd name="csX7" fmla="*/ 197586 w 404173"/>
                <a:gd name="csY7" fmla="*/ 212635 h 425125"/>
                <a:gd name="csX8" fmla="*/ 195460 w 404173"/>
                <a:gd name="csY8" fmla="*/ 208081 h 425125"/>
                <a:gd name="csX9" fmla="*/ 53954 w 404173"/>
                <a:gd name="csY9" fmla="*/ 14648 h 425125"/>
                <a:gd name="csX10" fmla="*/ 220360 w 404173"/>
                <a:gd name="csY10" fmla="*/ 14648 h 425125"/>
                <a:gd name="csX11" fmla="*/ 291417 w 404173"/>
                <a:gd name="csY11" fmla="*/ 19507 h 425125"/>
                <a:gd name="csX12" fmla="*/ 358222 w 404173"/>
                <a:gd name="csY12" fmla="*/ 42282 h 425125"/>
                <a:gd name="csX13" fmla="*/ 396787 w 404173"/>
                <a:gd name="csY13" fmla="*/ 85401 h 425125"/>
                <a:gd name="csX14" fmla="*/ 404379 w 404173"/>
                <a:gd name="csY14" fmla="*/ 85401 h 425125"/>
                <a:gd name="csX15" fmla="*/ 367636 w 404173"/>
                <a:gd name="csY15" fmla="*/ 73 h 425125"/>
                <a:gd name="csX16" fmla="*/ 8708 w 404173"/>
                <a:gd name="csY16" fmla="*/ 73 h 425125"/>
                <a:gd name="csX17" fmla="*/ 509 w 404173"/>
                <a:gd name="csY17" fmla="*/ 2198 h 425125"/>
                <a:gd name="csX18" fmla="*/ 206 w 404173"/>
                <a:gd name="csY18" fmla="*/ 12219 h 425125"/>
                <a:gd name="csX19" fmla="*/ 160843 w 404173"/>
                <a:gd name="csY19" fmla="*/ 232070 h 425125"/>
                <a:gd name="csX20" fmla="*/ 3546 w 404173"/>
                <a:gd name="csY20" fmla="*/ 416392 h 425125"/>
                <a:gd name="csX21" fmla="*/ 509 w 404173"/>
                <a:gd name="csY21" fmla="*/ 421858 h 425125"/>
                <a:gd name="csX22" fmla="*/ 8708 w 404173"/>
                <a:gd name="csY22" fmla="*/ 425198 h 425125"/>
                <a:gd name="csX23" fmla="*/ 367636 w 404173"/>
                <a:gd name="csY23" fmla="*/ 425198 h 425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4173" h="425125">
                  <a:moveTo>
                    <a:pt x="367636" y="425198"/>
                  </a:moveTo>
                  <a:lnTo>
                    <a:pt x="404379" y="328027"/>
                  </a:lnTo>
                  <a:lnTo>
                    <a:pt x="396787" y="328027"/>
                  </a:lnTo>
                  <a:cubicBezTo>
                    <a:pt x="384945" y="359608"/>
                    <a:pt x="352756" y="380256"/>
                    <a:pt x="317835" y="389366"/>
                  </a:cubicBezTo>
                  <a:cubicBezTo>
                    <a:pt x="311459" y="390885"/>
                    <a:pt x="281700" y="398780"/>
                    <a:pt x="223397" y="398780"/>
                  </a:cubicBezTo>
                  <a:lnTo>
                    <a:pt x="40289" y="398780"/>
                  </a:lnTo>
                  <a:lnTo>
                    <a:pt x="194853" y="217494"/>
                  </a:lnTo>
                  <a:cubicBezTo>
                    <a:pt x="196978" y="215065"/>
                    <a:pt x="197586" y="214154"/>
                    <a:pt x="197586" y="212635"/>
                  </a:cubicBezTo>
                  <a:cubicBezTo>
                    <a:pt x="197586" y="212028"/>
                    <a:pt x="197586" y="211117"/>
                    <a:pt x="195460" y="208081"/>
                  </a:cubicBezTo>
                  <a:lnTo>
                    <a:pt x="53954" y="14648"/>
                  </a:lnTo>
                  <a:lnTo>
                    <a:pt x="220360" y="14648"/>
                  </a:lnTo>
                  <a:cubicBezTo>
                    <a:pt x="261051" y="14648"/>
                    <a:pt x="288684" y="18900"/>
                    <a:pt x="291417" y="19507"/>
                  </a:cubicBezTo>
                  <a:cubicBezTo>
                    <a:pt x="307815" y="21936"/>
                    <a:pt x="334233" y="27098"/>
                    <a:pt x="358222" y="42282"/>
                  </a:cubicBezTo>
                  <a:cubicBezTo>
                    <a:pt x="365814" y="47140"/>
                    <a:pt x="386463" y="60805"/>
                    <a:pt x="396787" y="85401"/>
                  </a:cubicBezTo>
                  <a:lnTo>
                    <a:pt x="404379" y="85401"/>
                  </a:lnTo>
                  <a:lnTo>
                    <a:pt x="367636" y="73"/>
                  </a:lnTo>
                  <a:lnTo>
                    <a:pt x="8708" y="73"/>
                  </a:lnTo>
                  <a:cubicBezTo>
                    <a:pt x="1724" y="73"/>
                    <a:pt x="1420" y="376"/>
                    <a:pt x="509" y="2198"/>
                  </a:cubicBezTo>
                  <a:cubicBezTo>
                    <a:pt x="206" y="3109"/>
                    <a:pt x="206" y="8879"/>
                    <a:pt x="206" y="12219"/>
                  </a:cubicBezTo>
                  <a:lnTo>
                    <a:pt x="160843" y="232070"/>
                  </a:lnTo>
                  <a:lnTo>
                    <a:pt x="3546" y="416392"/>
                  </a:lnTo>
                  <a:cubicBezTo>
                    <a:pt x="509" y="420036"/>
                    <a:pt x="509" y="421554"/>
                    <a:pt x="509" y="421858"/>
                  </a:cubicBezTo>
                  <a:cubicBezTo>
                    <a:pt x="509" y="425198"/>
                    <a:pt x="3242" y="425198"/>
                    <a:pt x="8708" y="425198"/>
                  </a:cubicBezTo>
                  <a:lnTo>
                    <a:pt x="367636" y="425198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9C66D0A8-3DE1-A77F-CEE5-4DF7367366A2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8842510" y="5258338"/>
              <a:ext cx="64406" cy="143054"/>
            </a:xfrm>
            <a:custGeom>
              <a:avLst/>
              <a:gdLst>
                <a:gd name="csX0" fmla="*/ 59086 w 64406"/>
                <a:gd name="csY0" fmla="*/ 8171 h 143054"/>
                <a:gd name="csX1" fmla="*/ 50584 w 64406"/>
                <a:gd name="csY1" fmla="*/ 94 h 143054"/>
                <a:gd name="csX2" fmla="*/ 38680 w 64406"/>
                <a:gd name="csY2" fmla="*/ 11785 h 143054"/>
                <a:gd name="csX3" fmla="*/ 47183 w 64406"/>
                <a:gd name="csY3" fmla="*/ 19862 h 143054"/>
                <a:gd name="csX4" fmla="*/ 59086 w 64406"/>
                <a:gd name="csY4" fmla="*/ 8171 h 143054"/>
                <a:gd name="csX5" fmla="*/ 15724 w 64406"/>
                <a:gd name="csY5" fmla="*/ 116153 h 143054"/>
                <a:gd name="csX6" fmla="*/ 13810 w 64406"/>
                <a:gd name="csY6" fmla="*/ 125081 h 143054"/>
                <a:gd name="csX7" fmla="*/ 34004 w 64406"/>
                <a:gd name="csY7" fmla="*/ 143149 h 143054"/>
                <a:gd name="csX8" fmla="*/ 64613 w 64406"/>
                <a:gd name="csY8" fmla="*/ 110627 h 143054"/>
                <a:gd name="csX9" fmla="*/ 61212 w 64406"/>
                <a:gd name="csY9" fmla="*/ 107863 h 143054"/>
                <a:gd name="csX10" fmla="*/ 57173 w 64406"/>
                <a:gd name="csY10" fmla="*/ 111477 h 143054"/>
                <a:gd name="csX11" fmla="*/ 34642 w 64406"/>
                <a:gd name="csY11" fmla="*/ 137197 h 143054"/>
                <a:gd name="csX12" fmla="*/ 29328 w 64406"/>
                <a:gd name="csY12" fmla="*/ 129757 h 143054"/>
                <a:gd name="csX13" fmla="*/ 32729 w 64406"/>
                <a:gd name="csY13" fmla="*/ 116153 h 143054"/>
                <a:gd name="csX14" fmla="*/ 39531 w 64406"/>
                <a:gd name="csY14" fmla="*/ 99148 h 143054"/>
                <a:gd name="csX15" fmla="*/ 49946 w 64406"/>
                <a:gd name="csY15" fmla="*/ 72153 h 143054"/>
                <a:gd name="csX16" fmla="*/ 51222 w 64406"/>
                <a:gd name="csY16" fmla="*/ 65351 h 143054"/>
                <a:gd name="csX17" fmla="*/ 31028 w 64406"/>
                <a:gd name="csY17" fmla="*/ 47283 h 143054"/>
                <a:gd name="csX18" fmla="*/ 206 w 64406"/>
                <a:gd name="csY18" fmla="*/ 79805 h 143054"/>
                <a:gd name="csX19" fmla="*/ 3820 w 64406"/>
                <a:gd name="csY19" fmla="*/ 82568 h 143054"/>
                <a:gd name="csX20" fmla="*/ 7646 w 64406"/>
                <a:gd name="csY20" fmla="*/ 79167 h 143054"/>
                <a:gd name="csX21" fmla="*/ 30390 w 64406"/>
                <a:gd name="csY21" fmla="*/ 53235 h 143054"/>
                <a:gd name="csX22" fmla="*/ 35704 w 64406"/>
                <a:gd name="csY22" fmla="*/ 60674 h 143054"/>
                <a:gd name="csX23" fmla="*/ 29115 w 64406"/>
                <a:gd name="csY23" fmla="*/ 81931 h 143054"/>
                <a:gd name="csX24" fmla="*/ 15724 w 64406"/>
                <a:gd name="csY24" fmla="*/ 116153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406" h="143054">
                  <a:moveTo>
                    <a:pt x="59086" y="8171"/>
                  </a:moveTo>
                  <a:cubicBezTo>
                    <a:pt x="59086" y="4770"/>
                    <a:pt x="56536" y="94"/>
                    <a:pt x="50584" y="94"/>
                  </a:cubicBezTo>
                  <a:cubicBezTo>
                    <a:pt x="44845" y="94"/>
                    <a:pt x="38680" y="5620"/>
                    <a:pt x="38680" y="11785"/>
                  </a:cubicBezTo>
                  <a:cubicBezTo>
                    <a:pt x="38680" y="15398"/>
                    <a:pt x="41444" y="19862"/>
                    <a:pt x="47183" y="19862"/>
                  </a:cubicBezTo>
                  <a:cubicBezTo>
                    <a:pt x="53347" y="19862"/>
                    <a:pt x="59086" y="13910"/>
                    <a:pt x="59086" y="8171"/>
                  </a:cubicBezTo>
                  <a:close/>
                  <a:moveTo>
                    <a:pt x="15724" y="116153"/>
                  </a:moveTo>
                  <a:cubicBezTo>
                    <a:pt x="14873" y="118916"/>
                    <a:pt x="13810" y="121467"/>
                    <a:pt x="13810" y="125081"/>
                  </a:cubicBezTo>
                  <a:cubicBezTo>
                    <a:pt x="13810" y="135071"/>
                    <a:pt x="22313" y="143149"/>
                    <a:pt x="34004" y="143149"/>
                  </a:cubicBezTo>
                  <a:cubicBezTo>
                    <a:pt x="55260" y="143149"/>
                    <a:pt x="64613" y="113815"/>
                    <a:pt x="64613" y="110627"/>
                  </a:cubicBezTo>
                  <a:cubicBezTo>
                    <a:pt x="64613" y="107863"/>
                    <a:pt x="61850" y="107863"/>
                    <a:pt x="61212" y="107863"/>
                  </a:cubicBezTo>
                  <a:cubicBezTo>
                    <a:pt x="58236" y="107863"/>
                    <a:pt x="58024" y="109139"/>
                    <a:pt x="57173" y="111477"/>
                  </a:cubicBezTo>
                  <a:cubicBezTo>
                    <a:pt x="52284" y="128482"/>
                    <a:pt x="42932" y="137197"/>
                    <a:pt x="34642" y="137197"/>
                  </a:cubicBezTo>
                  <a:cubicBezTo>
                    <a:pt x="30390" y="137197"/>
                    <a:pt x="29328" y="134434"/>
                    <a:pt x="29328" y="129757"/>
                  </a:cubicBezTo>
                  <a:cubicBezTo>
                    <a:pt x="29328" y="124868"/>
                    <a:pt x="30816" y="120830"/>
                    <a:pt x="32729" y="116153"/>
                  </a:cubicBezTo>
                  <a:cubicBezTo>
                    <a:pt x="34854" y="110414"/>
                    <a:pt x="37192" y="104675"/>
                    <a:pt x="39531" y="99148"/>
                  </a:cubicBezTo>
                  <a:cubicBezTo>
                    <a:pt x="41444" y="94047"/>
                    <a:pt x="49096" y="74703"/>
                    <a:pt x="49946" y="72153"/>
                  </a:cubicBezTo>
                  <a:cubicBezTo>
                    <a:pt x="50584" y="70027"/>
                    <a:pt x="51222" y="67476"/>
                    <a:pt x="51222" y="65351"/>
                  </a:cubicBezTo>
                  <a:cubicBezTo>
                    <a:pt x="51222" y="55360"/>
                    <a:pt x="42719" y="47283"/>
                    <a:pt x="31028" y="47283"/>
                  </a:cubicBezTo>
                  <a:cubicBezTo>
                    <a:pt x="9984" y="47283"/>
                    <a:pt x="206" y="76191"/>
                    <a:pt x="206" y="79805"/>
                  </a:cubicBezTo>
                  <a:cubicBezTo>
                    <a:pt x="206" y="82568"/>
                    <a:pt x="3182" y="82568"/>
                    <a:pt x="3820" y="82568"/>
                  </a:cubicBezTo>
                  <a:cubicBezTo>
                    <a:pt x="6796" y="82568"/>
                    <a:pt x="7008" y="81505"/>
                    <a:pt x="7646" y="79167"/>
                  </a:cubicBezTo>
                  <a:cubicBezTo>
                    <a:pt x="13173" y="60887"/>
                    <a:pt x="22526" y="53235"/>
                    <a:pt x="30390" y="53235"/>
                  </a:cubicBezTo>
                  <a:cubicBezTo>
                    <a:pt x="33791" y="53235"/>
                    <a:pt x="35704" y="54935"/>
                    <a:pt x="35704" y="60674"/>
                  </a:cubicBezTo>
                  <a:cubicBezTo>
                    <a:pt x="35704" y="65563"/>
                    <a:pt x="34429" y="68752"/>
                    <a:pt x="29115" y="81931"/>
                  </a:cubicBezTo>
                  <a:lnTo>
                    <a:pt x="15724" y="116153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A92C682A-FF1D-A5EE-B757-B045E3F8FE4C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8933314" y="5317431"/>
              <a:ext cx="156446" cy="57179"/>
            </a:xfrm>
            <a:custGeom>
              <a:avLst/>
              <a:gdLst>
                <a:gd name="csX0" fmla="*/ 148578 w 156446"/>
                <a:gd name="csY0" fmla="*/ 10509 h 57179"/>
                <a:gd name="csX1" fmla="*/ 156656 w 156446"/>
                <a:gd name="csY1" fmla="*/ 5195 h 57179"/>
                <a:gd name="csX2" fmla="*/ 148791 w 156446"/>
                <a:gd name="csY2" fmla="*/ 94 h 57179"/>
                <a:gd name="csX3" fmla="*/ 8074 w 156446"/>
                <a:gd name="csY3" fmla="*/ 94 h 57179"/>
                <a:gd name="csX4" fmla="*/ 209 w 156446"/>
                <a:gd name="csY4" fmla="*/ 5195 h 57179"/>
                <a:gd name="csX5" fmla="*/ 8287 w 156446"/>
                <a:gd name="csY5" fmla="*/ 10509 h 57179"/>
                <a:gd name="csX6" fmla="*/ 148578 w 156446"/>
                <a:gd name="csY6" fmla="*/ 10509 h 57179"/>
                <a:gd name="csX7" fmla="*/ 148791 w 156446"/>
                <a:gd name="csY7" fmla="*/ 57273 h 57179"/>
                <a:gd name="csX8" fmla="*/ 156656 w 156446"/>
                <a:gd name="csY8" fmla="*/ 52172 h 57179"/>
                <a:gd name="csX9" fmla="*/ 148578 w 156446"/>
                <a:gd name="csY9" fmla="*/ 46858 h 57179"/>
                <a:gd name="csX10" fmla="*/ 8287 w 156446"/>
                <a:gd name="csY10" fmla="*/ 46858 h 57179"/>
                <a:gd name="csX11" fmla="*/ 209 w 156446"/>
                <a:gd name="csY11" fmla="*/ 52172 h 57179"/>
                <a:gd name="csX12" fmla="*/ 8074 w 156446"/>
                <a:gd name="csY12" fmla="*/ 57273 h 57179"/>
                <a:gd name="csX13" fmla="*/ 148791 w 156446"/>
                <a:gd name="csY13" fmla="*/ 57273 h 571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6446" h="57179">
                  <a:moveTo>
                    <a:pt x="148578" y="10509"/>
                  </a:moveTo>
                  <a:cubicBezTo>
                    <a:pt x="151767" y="10509"/>
                    <a:pt x="156656" y="10509"/>
                    <a:pt x="156656" y="5195"/>
                  </a:cubicBezTo>
                  <a:cubicBezTo>
                    <a:pt x="156656" y="94"/>
                    <a:pt x="151554" y="94"/>
                    <a:pt x="148791" y="94"/>
                  </a:cubicBezTo>
                  <a:lnTo>
                    <a:pt x="8074" y="94"/>
                  </a:lnTo>
                  <a:cubicBezTo>
                    <a:pt x="5311" y="94"/>
                    <a:pt x="209" y="94"/>
                    <a:pt x="209" y="5195"/>
                  </a:cubicBezTo>
                  <a:cubicBezTo>
                    <a:pt x="209" y="10509"/>
                    <a:pt x="5098" y="10509"/>
                    <a:pt x="8287" y="10509"/>
                  </a:cubicBezTo>
                  <a:lnTo>
                    <a:pt x="148578" y="10509"/>
                  </a:lnTo>
                  <a:close/>
                  <a:moveTo>
                    <a:pt x="148791" y="57273"/>
                  </a:moveTo>
                  <a:cubicBezTo>
                    <a:pt x="151554" y="57273"/>
                    <a:pt x="156656" y="57273"/>
                    <a:pt x="156656" y="52172"/>
                  </a:cubicBezTo>
                  <a:cubicBezTo>
                    <a:pt x="156656" y="46858"/>
                    <a:pt x="151767" y="46858"/>
                    <a:pt x="148578" y="46858"/>
                  </a:cubicBezTo>
                  <a:lnTo>
                    <a:pt x="8287" y="46858"/>
                  </a:lnTo>
                  <a:cubicBezTo>
                    <a:pt x="5098" y="46858"/>
                    <a:pt x="209" y="46858"/>
                    <a:pt x="209" y="52172"/>
                  </a:cubicBezTo>
                  <a:cubicBezTo>
                    <a:pt x="209" y="57273"/>
                    <a:pt x="5311" y="57273"/>
                    <a:pt x="8074" y="57273"/>
                  </a:cubicBezTo>
                  <a:lnTo>
                    <a:pt x="148791" y="57273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BEC55C5D-95ED-64DA-5613-20878F5B1A47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9128019" y="5258126"/>
              <a:ext cx="77372" cy="141141"/>
            </a:xfrm>
            <a:custGeom>
              <a:avLst/>
              <a:gdLst>
                <a:gd name="csX0" fmla="*/ 48255 w 77372"/>
                <a:gd name="csY0" fmla="*/ 6046 h 141141"/>
                <a:gd name="csX1" fmla="*/ 41878 w 77372"/>
                <a:gd name="csY1" fmla="*/ 94 h 141141"/>
                <a:gd name="csX2" fmla="*/ 215 w 77372"/>
                <a:gd name="csY2" fmla="*/ 13698 h 141141"/>
                <a:gd name="csX3" fmla="*/ 215 w 77372"/>
                <a:gd name="csY3" fmla="*/ 21350 h 141141"/>
                <a:gd name="csX4" fmla="*/ 31037 w 77372"/>
                <a:gd name="csY4" fmla="*/ 15398 h 141141"/>
                <a:gd name="csX5" fmla="*/ 31037 w 77372"/>
                <a:gd name="csY5" fmla="*/ 123805 h 141141"/>
                <a:gd name="csX6" fmla="*/ 9781 w 77372"/>
                <a:gd name="csY6" fmla="*/ 133583 h 141141"/>
                <a:gd name="csX7" fmla="*/ 1703 w 77372"/>
                <a:gd name="csY7" fmla="*/ 133583 h 141141"/>
                <a:gd name="csX8" fmla="*/ 1703 w 77372"/>
                <a:gd name="csY8" fmla="*/ 141236 h 141141"/>
                <a:gd name="csX9" fmla="*/ 39540 w 77372"/>
                <a:gd name="csY9" fmla="*/ 140385 h 141141"/>
                <a:gd name="csX10" fmla="*/ 77588 w 77372"/>
                <a:gd name="csY10" fmla="*/ 141236 h 141141"/>
                <a:gd name="csX11" fmla="*/ 77588 w 77372"/>
                <a:gd name="csY11" fmla="*/ 133583 h 141141"/>
                <a:gd name="csX12" fmla="*/ 69511 w 77372"/>
                <a:gd name="csY12" fmla="*/ 133583 h 141141"/>
                <a:gd name="csX13" fmla="*/ 48255 w 77372"/>
                <a:gd name="csY13" fmla="*/ 123805 h 141141"/>
                <a:gd name="csX14" fmla="*/ 48255 w 77372"/>
                <a:gd name="csY14" fmla="*/ 6046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72" h="141141">
                  <a:moveTo>
                    <a:pt x="48255" y="6046"/>
                  </a:moveTo>
                  <a:cubicBezTo>
                    <a:pt x="48255" y="306"/>
                    <a:pt x="47829" y="94"/>
                    <a:pt x="41878" y="94"/>
                  </a:cubicBezTo>
                  <a:cubicBezTo>
                    <a:pt x="28274" y="13485"/>
                    <a:pt x="8930" y="13698"/>
                    <a:pt x="215" y="13698"/>
                  </a:cubicBezTo>
                  <a:lnTo>
                    <a:pt x="215" y="21350"/>
                  </a:lnTo>
                  <a:cubicBezTo>
                    <a:pt x="5317" y="21350"/>
                    <a:pt x="19346" y="21350"/>
                    <a:pt x="31037" y="15398"/>
                  </a:cubicBezTo>
                  <a:lnTo>
                    <a:pt x="31037" y="123805"/>
                  </a:lnTo>
                  <a:cubicBezTo>
                    <a:pt x="31037" y="130820"/>
                    <a:pt x="31037" y="133583"/>
                    <a:pt x="9781" y="133583"/>
                  </a:cubicBezTo>
                  <a:lnTo>
                    <a:pt x="1703" y="133583"/>
                  </a:lnTo>
                  <a:lnTo>
                    <a:pt x="1703" y="141236"/>
                  </a:lnTo>
                  <a:cubicBezTo>
                    <a:pt x="5529" y="141023"/>
                    <a:pt x="31675" y="140385"/>
                    <a:pt x="39540" y="140385"/>
                  </a:cubicBezTo>
                  <a:cubicBezTo>
                    <a:pt x="46129" y="140385"/>
                    <a:pt x="72912" y="141023"/>
                    <a:pt x="77588" y="141236"/>
                  </a:cubicBezTo>
                  <a:lnTo>
                    <a:pt x="77588" y="133583"/>
                  </a:lnTo>
                  <a:lnTo>
                    <a:pt x="69511" y="133583"/>
                  </a:lnTo>
                  <a:cubicBezTo>
                    <a:pt x="48255" y="133583"/>
                    <a:pt x="48255" y="130820"/>
                    <a:pt x="48255" y="123805"/>
                  </a:cubicBezTo>
                  <a:lnTo>
                    <a:pt x="48255" y="6046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766594DC-050F-C29F-3A0C-EEE5A6A5FB51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9468200" y="4513892"/>
              <a:ext cx="109257" cy="149644"/>
            </a:xfrm>
            <a:custGeom>
              <a:avLst/>
              <a:gdLst>
                <a:gd name="csX0" fmla="*/ 108634 w 109257"/>
                <a:gd name="csY0" fmla="*/ 6447 h 149644"/>
                <a:gd name="csX1" fmla="*/ 109484 w 109257"/>
                <a:gd name="csY1" fmla="*/ 3045 h 149644"/>
                <a:gd name="csX2" fmla="*/ 106083 w 109257"/>
                <a:gd name="csY2" fmla="*/ 70 h 149644"/>
                <a:gd name="csX3" fmla="*/ 78875 w 109257"/>
                <a:gd name="csY3" fmla="*/ 2195 h 149644"/>
                <a:gd name="csX4" fmla="*/ 74199 w 109257"/>
                <a:gd name="csY4" fmla="*/ 7084 h 149644"/>
                <a:gd name="csX5" fmla="*/ 79725 w 109257"/>
                <a:gd name="csY5" fmla="*/ 10060 h 149644"/>
                <a:gd name="csX6" fmla="*/ 89928 w 109257"/>
                <a:gd name="csY6" fmla="*/ 13249 h 149644"/>
                <a:gd name="csX7" fmla="*/ 89078 w 109257"/>
                <a:gd name="csY7" fmla="*/ 17925 h 149644"/>
                <a:gd name="csX8" fmla="*/ 76962 w 109257"/>
                <a:gd name="csY8" fmla="*/ 66389 h 149644"/>
                <a:gd name="csX9" fmla="*/ 55068 w 109257"/>
                <a:gd name="csY9" fmla="*/ 53848 h 149644"/>
                <a:gd name="csX10" fmla="*/ 227 w 109257"/>
                <a:gd name="csY10" fmla="*/ 114428 h 149644"/>
                <a:gd name="csX11" fmla="*/ 32324 w 109257"/>
                <a:gd name="csY11" fmla="*/ 149714 h 149644"/>
                <a:gd name="csX12" fmla="*/ 62508 w 109257"/>
                <a:gd name="csY12" fmla="*/ 134834 h 149644"/>
                <a:gd name="csX13" fmla="*/ 84402 w 109257"/>
                <a:gd name="csY13" fmla="*/ 149714 h 149644"/>
                <a:gd name="csX14" fmla="*/ 101194 w 109257"/>
                <a:gd name="csY14" fmla="*/ 138448 h 149644"/>
                <a:gd name="csX15" fmla="*/ 108634 w 109257"/>
                <a:gd name="csY15" fmla="*/ 117192 h 149644"/>
                <a:gd name="csX16" fmla="*/ 105233 w 109257"/>
                <a:gd name="csY16" fmla="*/ 114428 h 149644"/>
                <a:gd name="csX17" fmla="*/ 100557 w 109257"/>
                <a:gd name="csY17" fmla="*/ 121018 h 149644"/>
                <a:gd name="csX18" fmla="*/ 85039 w 109257"/>
                <a:gd name="csY18" fmla="*/ 143762 h 149644"/>
                <a:gd name="csX19" fmla="*/ 78025 w 109257"/>
                <a:gd name="csY19" fmla="*/ 133347 h 149644"/>
                <a:gd name="csX20" fmla="*/ 79088 w 109257"/>
                <a:gd name="csY20" fmla="*/ 124631 h 149644"/>
                <a:gd name="csX21" fmla="*/ 108634 w 109257"/>
                <a:gd name="csY21" fmla="*/ 6447 h 149644"/>
                <a:gd name="csX22" fmla="*/ 63358 w 109257"/>
                <a:gd name="csY22" fmla="*/ 121018 h 149644"/>
                <a:gd name="csX23" fmla="*/ 52517 w 109257"/>
                <a:gd name="csY23" fmla="*/ 135260 h 149644"/>
                <a:gd name="csX24" fmla="*/ 32962 w 109257"/>
                <a:gd name="csY24" fmla="*/ 143762 h 149644"/>
                <a:gd name="csX25" fmla="*/ 17444 w 109257"/>
                <a:gd name="csY25" fmla="*/ 123144 h 149644"/>
                <a:gd name="csX26" fmla="*/ 28498 w 109257"/>
                <a:gd name="csY26" fmla="*/ 79993 h 149644"/>
                <a:gd name="csX27" fmla="*/ 55068 w 109257"/>
                <a:gd name="csY27" fmla="*/ 59800 h 149644"/>
                <a:gd name="csX28" fmla="*/ 73986 w 109257"/>
                <a:gd name="csY28" fmla="*/ 78293 h 149644"/>
                <a:gd name="csX29" fmla="*/ 73348 w 109257"/>
                <a:gd name="csY29" fmla="*/ 81269 h 149644"/>
                <a:gd name="csX30" fmla="*/ 63358 w 109257"/>
                <a:gd name="csY30" fmla="*/ 121018 h 149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09257" h="149644">
                  <a:moveTo>
                    <a:pt x="108634" y="6447"/>
                  </a:moveTo>
                  <a:cubicBezTo>
                    <a:pt x="108847" y="6021"/>
                    <a:pt x="109484" y="3258"/>
                    <a:pt x="109484" y="3045"/>
                  </a:cubicBezTo>
                  <a:cubicBezTo>
                    <a:pt x="109484" y="1983"/>
                    <a:pt x="108634" y="70"/>
                    <a:pt x="106083" y="70"/>
                  </a:cubicBezTo>
                  <a:cubicBezTo>
                    <a:pt x="101832" y="70"/>
                    <a:pt x="84189" y="1770"/>
                    <a:pt x="78875" y="2195"/>
                  </a:cubicBezTo>
                  <a:cubicBezTo>
                    <a:pt x="77175" y="2408"/>
                    <a:pt x="74199" y="2620"/>
                    <a:pt x="74199" y="7084"/>
                  </a:cubicBezTo>
                  <a:cubicBezTo>
                    <a:pt x="74199" y="10060"/>
                    <a:pt x="77175" y="10060"/>
                    <a:pt x="79725" y="10060"/>
                  </a:cubicBezTo>
                  <a:cubicBezTo>
                    <a:pt x="89928" y="10060"/>
                    <a:pt x="89928" y="11548"/>
                    <a:pt x="89928" y="13249"/>
                  </a:cubicBezTo>
                  <a:cubicBezTo>
                    <a:pt x="89928" y="14736"/>
                    <a:pt x="89503" y="16012"/>
                    <a:pt x="89078" y="17925"/>
                  </a:cubicBezTo>
                  <a:lnTo>
                    <a:pt x="76962" y="66389"/>
                  </a:lnTo>
                  <a:cubicBezTo>
                    <a:pt x="72498" y="59375"/>
                    <a:pt x="65271" y="53848"/>
                    <a:pt x="55068" y="53848"/>
                  </a:cubicBezTo>
                  <a:cubicBezTo>
                    <a:pt x="27860" y="53848"/>
                    <a:pt x="227" y="83819"/>
                    <a:pt x="227" y="114428"/>
                  </a:cubicBezTo>
                  <a:cubicBezTo>
                    <a:pt x="227" y="135047"/>
                    <a:pt x="14043" y="149714"/>
                    <a:pt x="32324" y="149714"/>
                  </a:cubicBezTo>
                  <a:cubicBezTo>
                    <a:pt x="43802" y="149714"/>
                    <a:pt x="54005" y="143124"/>
                    <a:pt x="62508" y="134834"/>
                  </a:cubicBezTo>
                  <a:cubicBezTo>
                    <a:pt x="66546" y="147588"/>
                    <a:pt x="78875" y="149714"/>
                    <a:pt x="84402" y="149714"/>
                  </a:cubicBezTo>
                  <a:cubicBezTo>
                    <a:pt x="92054" y="149714"/>
                    <a:pt x="97368" y="145038"/>
                    <a:pt x="101194" y="138448"/>
                  </a:cubicBezTo>
                  <a:cubicBezTo>
                    <a:pt x="105871" y="130158"/>
                    <a:pt x="108634" y="118042"/>
                    <a:pt x="108634" y="117192"/>
                  </a:cubicBezTo>
                  <a:cubicBezTo>
                    <a:pt x="108634" y="114428"/>
                    <a:pt x="105871" y="114428"/>
                    <a:pt x="105233" y="114428"/>
                  </a:cubicBezTo>
                  <a:cubicBezTo>
                    <a:pt x="102257" y="114428"/>
                    <a:pt x="102044" y="115279"/>
                    <a:pt x="100557" y="121018"/>
                  </a:cubicBezTo>
                  <a:cubicBezTo>
                    <a:pt x="98006" y="131221"/>
                    <a:pt x="93967" y="143762"/>
                    <a:pt x="85039" y="143762"/>
                  </a:cubicBezTo>
                  <a:cubicBezTo>
                    <a:pt x="79513" y="143762"/>
                    <a:pt x="78025" y="139086"/>
                    <a:pt x="78025" y="133347"/>
                  </a:cubicBezTo>
                  <a:cubicBezTo>
                    <a:pt x="78025" y="129308"/>
                    <a:pt x="78450" y="127395"/>
                    <a:pt x="79088" y="124631"/>
                  </a:cubicBezTo>
                  <a:lnTo>
                    <a:pt x="108634" y="6447"/>
                  </a:lnTo>
                  <a:close/>
                  <a:moveTo>
                    <a:pt x="63358" y="121018"/>
                  </a:moveTo>
                  <a:cubicBezTo>
                    <a:pt x="61870" y="126970"/>
                    <a:pt x="57194" y="131221"/>
                    <a:pt x="52517" y="135260"/>
                  </a:cubicBezTo>
                  <a:cubicBezTo>
                    <a:pt x="50604" y="136960"/>
                    <a:pt x="42102" y="143762"/>
                    <a:pt x="32962" y="143762"/>
                  </a:cubicBezTo>
                  <a:cubicBezTo>
                    <a:pt x="25097" y="143762"/>
                    <a:pt x="17444" y="138236"/>
                    <a:pt x="17444" y="123144"/>
                  </a:cubicBezTo>
                  <a:cubicBezTo>
                    <a:pt x="17444" y="111878"/>
                    <a:pt x="23609" y="88496"/>
                    <a:pt x="28498" y="79993"/>
                  </a:cubicBezTo>
                  <a:cubicBezTo>
                    <a:pt x="38276" y="62988"/>
                    <a:pt x="49116" y="59800"/>
                    <a:pt x="55068" y="59800"/>
                  </a:cubicBezTo>
                  <a:cubicBezTo>
                    <a:pt x="69948" y="59800"/>
                    <a:pt x="73986" y="75955"/>
                    <a:pt x="73986" y="78293"/>
                  </a:cubicBezTo>
                  <a:cubicBezTo>
                    <a:pt x="73986" y="79143"/>
                    <a:pt x="73561" y="80631"/>
                    <a:pt x="73348" y="81269"/>
                  </a:cubicBezTo>
                  <a:lnTo>
                    <a:pt x="63358" y="121018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810DD680-2505-26B6-4F41-CEDC3B92F59A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9316132" y="4752508"/>
              <a:ext cx="404173" cy="425125"/>
            </a:xfrm>
            <a:custGeom>
              <a:avLst/>
              <a:gdLst>
                <a:gd name="csX0" fmla="*/ 367652 w 404173"/>
                <a:gd name="csY0" fmla="*/ 425198 h 425125"/>
                <a:gd name="csX1" fmla="*/ 404395 w 404173"/>
                <a:gd name="csY1" fmla="*/ 328027 h 425125"/>
                <a:gd name="csX2" fmla="*/ 396803 w 404173"/>
                <a:gd name="csY2" fmla="*/ 328027 h 425125"/>
                <a:gd name="csX3" fmla="*/ 317851 w 404173"/>
                <a:gd name="csY3" fmla="*/ 389366 h 425125"/>
                <a:gd name="csX4" fmla="*/ 223413 w 404173"/>
                <a:gd name="csY4" fmla="*/ 398780 h 425125"/>
                <a:gd name="csX5" fmla="*/ 40305 w 404173"/>
                <a:gd name="csY5" fmla="*/ 398780 h 425125"/>
                <a:gd name="csX6" fmla="*/ 194869 w 404173"/>
                <a:gd name="csY6" fmla="*/ 217494 h 425125"/>
                <a:gd name="csX7" fmla="*/ 197602 w 404173"/>
                <a:gd name="csY7" fmla="*/ 212635 h 425125"/>
                <a:gd name="csX8" fmla="*/ 195476 w 404173"/>
                <a:gd name="csY8" fmla="*/ 208081 h 425125"/>
                <a:gd name="csX9" fmla="*/ 53970 w 404173"/>
                <a:gd name="csY9" fmla="*/ 14648 h 425125"/>
                <a:gd name="csX10" fmla="*/ 220376 w 404173"/>
                <a:gd name="csY10" fmla="*/ 14648 h 425125"/>
                <a:gd name="csX11" fmla="*/ 291433 w 404173"/>
                <a:gd name="csY11" fmla="*/ 19507 h 425125"/>
                <a:gd name="csX12" fmla="*/ 358238 w 404173"/>
                <a:gd name="csY12" fmla="*/ 42282 h 425125"/>
                <a:gd name="csX13" fmla="*/ 396803 w 404173"/>
                <a:gd name="csY13" fmla="*/ 85401 h 425125"/>
                <a:gd name="csX14" fmla="*/ 404395 w 404173"/>
                <a:gd name="csY14" fmla="*/ 85401 h 425125"/>
                <a:gd name="csX15" fmla="*/ 367652 w 404173"/>
                <a:gd name="csY15" fmla="*/ 73 h 425125"/>
                <a:gd name="csX16" fmla="*/ 8724 w 404173"/>
                <a:gd name="csY16" fmla="*/ 73 h 425125"/>
                <a:gd name="csX17" fmla="*/ 525 w 404173"/>
                <a:gd name="csY17" fmla="*/ 2198 h 425125"/>
                <a:gd name="csX18" fmla="*/ 222 w 404173"/>
                <a:gd name="csY18" fmla="*/ 12219 h 425125"/>
                <a:gd name="csX19" fmla="*/ 160859 w 404173"/>
                <a:gd name="csY19" fmla="*/ 232070 h 425125"/>
                <a:gd name="csX20" fmla="*/ 3562 w 404173"/>
                <a:gd name="csY20" fmla="*/ 416392 h 425125"/>
                <a:gd name="csX21" fmla="*/ 525 w 404173"/>
                <a:gd name="csY21" fmla="*/ 421858 h 425125"/>
                <a:gd name="csX22" fmla="*/ 8724 w 404173"/>
                <a:gd name="csY22" fmla="*/ 425198 h 425125"/>
                <a:gd name="csX23" fmla="*/ 367652 w 404173"/>
                <a:gd name="csY23" fmla="*/ 425198 h 425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4173" h="425125">
                  <a:moveTo>
                    <a:pt x="367652" y="425198"/>
                  </a:moveTo>
                  <a:lnTo>
                    <a:pt x="404395" y="328027"/>
                  </a:lnTo>
                  <a:lnTo>
                    <a:pt x="396803" y="328027"/>
                  </a:lnTo>
                  <a:cubicBezTo>
                    <a:pt x="384961" y="359608"/>
                    <a:pt x="352772" y="380256"/>
                    <a:pt x="317851" y="389366"/>
                  </a:cubicBezTo>
                  <a:cubicBezTo>
                    <a:pt x="311475" y="390885"/>
                    <a:pt x="281716" y="398780"/>
                    <a:pt x="223413" y="398780"/>
                  </a:cubicBezTo>
                  <a:lnTo>
                    <a:pt x="40305" y="398780"/>
                  </a:lnTo>
                  <a:lnTo>
                    <a:pt x="194869" y="217494"/>
                  </a:lnTo>
                  <a:cubicBezTo>
                    <a:pt x="196994" y="215065"/>
                    <a:pt x="197602" y="214154"/>
                    <a:pt x="197602" y="212635"/>
                  </a:cubicBezTo>
                  <a:cubicBezTo>
                    <a:pt x="197602" y="212028"/>
                    <a:pt x="197602" y="211117"/>
                    <a:pt x="195476" y="208081"/>
                  </a:cubicBezTo>
                  <a:lnTo>
                    <a:pt x="53970" y="14648"/>
                  </a:lnTo>
                  <a:lnTo>
                    <a:pt x="220376" y="14648"/>
                  </a:lnTo>
                  <a:cubicBezTo>
                    <a:pt x="261067" y="14648"/>
                    <a:pt x="288700" y="18900"/>
                    <a:pt x="291433" y="19507"/>
                  </a:cubicBezTo>
                  <a:cubicBezTo>
                    <a:pt x="307831" y="21936"/>
                    <a:pt x="334249" y="27098"/>
                    <a:pt x="358238" y="42282"/>
                  </a:cubicBezTo>
                  <a:cubicBezTo>
                    <a:pt x="365830" y="47140"/>
                    <a:pt x="386479" y="60805"/>
                    <a:pt x="396803" y="85401"/>
                  </a:cubicBezTo>
                  <a:lnTo>
                    <a:pt x="404395" y="85401"/>
                  </a:lnTo>
                  <a:lnTo>
                    <a:pt x="367652" y="73"/>
                  </a:lnTo>
                  <a:lnTo>
                    <a:pt x="8724" y="73"/>
                  </a:lnTo>
                  <a:cubicBezTo>
                    <a:pt x="1740" y="73"/>
                    <a:pt x="1436" y="376"/>
                    <a:pt x="525" y="2198"/>
                  </a:cubicBezTo>
                  <a:cubicBezTo>
                    <a:pt x="222" y="3109"/>
                    <a:pt x="222" y="8879"/>
                    <a:pt x="222" y="12219"/>
                  </a:cubicBezTo>
                  <a:lnTo>
                    <a:pt x="160859" y="232070"/>
                  </a:lnTo>
                  <a:lnTo>
                    <a:pt x="3562" y="416392"/>
                  </a:lnTo>
                  <a:cubicBezTo>
                    <a:pt x="525" y="420036"/>
                    <a:pt x="525" y="421554"/>
                    <a:pt x="525" y="421858"/>
                  </a:cubicBezTo>
                  <a:cubicBezTo>
                    <a:pt x="525" y="425198"/>
                    <a:pt x="3258" y="425198"/>
                    <a:pt x="8724" y="425198"/>
                  </a:cubicBezTo>
                  <a:lnTo>
                    <a:pt x="367652" y="425198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804BBBFB-5085-2224-2338-6D5338F989F3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9308326" y="5258338"/>
              <a:ext cx="93315" cy="184292"/>
            </a:xfrm>
            <a:custGeom>
              <a:avLst/>
              <a:gdLst>
                <a:gd name="csX0" fmla="*/ 93537 w 93315"/>
                <a:gd name="csY0" fmla="*/ 8171 h 184292"/>
                <a:gd name="csX1" fmla="*/ 85035 w 93315"/>
                <a:gd name="csY1" fmla="*/ 94 h 184292"/>
                <a:gd name="csX2" fmla="*/ 73131 w 93315"/>
                <a:gd name="csY2" fmla="*/ 11785 h 184292"/>
                <a:gd name="csX3" fmla="*/ 81634 w 93315"/>
                <a:gd name="csY3" fmla="*/ 19862 h 184292"/>
                <a:gd name="csX4" fmla="*/ 93537 w 93315"/>
                <a:gd name="csY4" fmla="*/ 8171 h 184292"/>
                <a:gd name="csX5" fmla="*/ 48474 w 93315"/>
                <a:gd name="csY5" fmla="*/ 151439 h 184292"/>
                <a:gd name="csX6" fmla="*/ 21053 w 93315"/>
                <a:gd name="csY6" fmla="*/ 178434 h 184292"/>
                <a:gd name="csX7" fmla="*/ 13401 w 93315"/>
                <a:gd name="csY7" fmla="*/ 177159 h 184292"/>
                <a:gd name="csX8" fmla="*/ 20628 w 93315"/>
                <a:gd name="csY8" fmla="*/ 166318 h 184292"/>
                <a:gd name="csX9" fmla="*/ 12338 w 93315"/>
                <a:gd name="csY9" fmla="*/ 158453 h 184292"/>
                <a:gd name="csX10" fmla="*/ 222 w 93315"/>
                <a:gd name="csY10" fmla="*/ 170994 h 184292"/>
                <a:gd name="csX11" fmla="*/ 21266 w 93315"/>
                <a:gd name="csY11" fmla="*/ 184386 h 184292"/>
                <a:gd name="csX12" fmla="*/ 65479 w 93315"/>
                <a:gd name="csY12" fmla="*/ 150801 h 184292"/>
                <a:gd name="csX13" fmla="*/ 84610 w 93315"/>
                <a:gd name="csY13" fmla="*/ 74703 h 184292"/>
                <a:gd name="csX14" fmla="*/ 85672 w 93315"/>
                <a:gd name="csY14" fmla="*/ 67264 h 184292"/>
                <a:gd name="csX15" fmla="*/ 62928 w 93315"/>
                <a:gd name="csY15" fmla="*/ 47283 h 184292"/>
                <a:gd name="csX16" fmla="*/ 25730 w 93315"/>
                <a:gd name="csY16" fmla="*/ 79805 h 184292"/>
                <a:gd name="csX17" fmla="*/ 29343 w 93315"/>
                <a:gd name="csY17" fmla="*/ 82568 h 184292"/>
                <a:gd name="csX18" fmla="*/ 33594 w 93315"/>
                <a:gd name="csY18" fmla="*/ 78742 h 184292"/>
                <a:gd name="csX19" fmla="*/ 62290 w 93315"/>
                <a:gd name="csY19" fmla="*/ 53235 h 184292"/>
                <a:gd name="csX20" fmla="*/ 69518 w 93315"/>
                <a:gd name="csY20" fmla="*/ 63650 h 184292"/>
                <a:gd name="csX21" fmla="*/ 68880 w 93315"/>
                <a:gd name="csY21" fmla="*/ 70027 h 184292"/>
                <a:gd name="csX22" fmla="*/ 48474 w 93315"/>
                <a:gd name="csY22" fmla="*/ 151439 h 184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93315" h="184292">
                  <a:moveTo>
                    <a:pt x="93537" y="8171"/>
                  </a:moveTo>
                  <a:cubicBezTo>
                    <a:pt x="93537" y="4558"/>
                    <a:pt x="90774" y="94"/>
                    <a:pt x="85035" y="94"/>
                  </a:cubicBezTo>
                  <a:cubicBezTo>
                    <a:pt x="78870" y="94"/>
                    <a:pt x="73131" y="6046"/>
                    <a:pt x="73131" y="11785"/>
                  </a:cubicBezTo>
                  <a:cubicBezTo>
                    <a:pt x="73131" y="15186"/>
                    <a:pt x="75682" y="19862"/>
                    <a:pt x="81634" y="19862"/>
                  </a:cubicBezTo>
                  <a:cubicBezTo>
                    <a:pt x="87373" y="19862"/>
                    <a:pt x="93537" y="14336"/>
                    <a:pt x="93537" y="8171"/>
                  </a:cubicBezTo>
                  <a:close/>
                  <a:moveTo>
                    <a:pt x="48474" y="151439"/>
                  </a:moveTo>
                  <a:cubicBezTo>
                    <a:pt x="44860" y="166105"/>
                    <a:pt x="33594" y="178434"/>
                    <a:pt x="21053" y="178434"/>
                  </a:cubicBezTo>
                  <a:cubicBezTo>
                    <a:pt x="18290" y="178434"/>
                    <a:pt x="15739" y="178009"/>
                    <a:pt x="13401" y="177159"/>
                  </a:cubicBezTo>
                  <a:cubicBezTo>
                    <a:pt x="18928" y="174608"/>
                    <a:pt x="20628" y="169506"/>
                    <a:pt x="20628" y="166318"/>
                  </a:cubicBezTo>
                  <a:cubicBezTo>
                    <a:pt x="20628" y="161216"/>
                    <a:pt x="16589" y="158453"/>
                    <a:pt x="12338" y="158453"/>
                  </a:cubicBezTo>
                  <a:cubicBezTo>
                    <a:pt x="5749" y="158453"/>
                    <a:pt x="222" y="164192"/>
                    <a:pt x="222" y="170994"/>
                  </a:cubicBezTo>
                  <a:cubicBezTo>
                    <a:pt x="222" y="179072"/>
                    <a:pt x="8512" y="184386"/>
                    <a:pt x="21266" y="184386"/>
                  </a:cubicBezTo>
                  <a:cubicBezTo>
                    <a:pt x="34020" y="184386"/>
                    <a:pt x="58889" y="176734"/>
                    <a:pt x="65479" y="150801"/>
                  </a:cubicBezTo>
                  <a:lnTo>
                    <a:pt x="84610" y="74703"/>
                  </a:lnTo>
                  <a:cubicBezTo>
                    <a:pt x="85247" y="72365"/>
                    <a:pt x="85672" y="70452"/>
                    <a:pt x="85672" y="67264"/>
                  </a:cubicBezTo>
                  <a:cubicBezTo>
                    <a:pt x="85672" y="55573"/>
                    <a:pt x="75682" y="47283"/>
                    <a:pt x="62928" y="47283"/>
                  </a:cubicBezTo>
                  <a:cubicBezTo>
                    <a:pt x="39334" y="47283"/>
                    <a:pt x="25730" y="76829"/>
                    <a:pt x="25730" y="79805"/>
                  </a:cubicBezTo>
                  <a:cubicBezTo>
                    <a:pt x="25730" y="82568"/>
                    <a:pt x="28705" y="82568"/>
                    <a:pt x="29343" y="82568"/>
                  </a:cubicBezTo>
                  <a:cubicBezTo>
                    <a:pt x="31894" y="82568"/>
                    <a:pt x="32106" y="81931"/>
                    <a:pt x="33594" y="78742"/>
                  </a:cubicBezTo>
                  <a:cubicBezTo>
                    <a:pt x="38908" y="66413"/>
                    <a:pt x="49962" y="53235"/>
                    <a:pt x="62290" y="53235"/>
                  </a:cubicBezTo>
                  <a:cubicBezTo>
                    <a:pt x="67605" y="53235"/>
                    <a:pt x="69518" y="56848"/>
                    <a:pt x="69518" y="63650"/>
                  </a:cubicBezTo>
                  <a:cubicBezTo>
                    <a:pt x="69518" y="65988"/>
                    <a:pt x="69092" y="68964"/>
                    <a:pt x="68880" y="70027"/>
                  </a:cubicBezTo>
                  <a:lnTo>
                    <a:pt x="48474" y="151439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FA3E29EE-2E70-F14B-D334-8F894142D1B7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9435972" y="5317431"/>
              <a:ext cx="156446" cy="57179"/>
            </a:xfrm>
            <a:custGeom>
              <a:avLst/>
              <a:gdLst>
                <a:gd name="csX0" fmla="*/ 148595 w 156446"/>
                <a:gd name="csY0" fmla="*/ 10509 h 57179"/>
                <a:gd name="csX1" fmla="*/ 156672 w 156446"/>
                <a:gd name="csY1" fmla="*/ 5195 h 57179"/>
                <a:gd name="csX2" fmla="*/ 148807 w 156446"/>
                <a:gd name="csY2" fmla="*/ 94 h 57179"/>
                <a:gd name="csX3" fmla="*/ 8091 w 156446"/>
                <a:gd name="csY3" fmla="*/ 94 h 57179"/>
                <a:gd name="csX4" fmla="*/ 226 w 156446"/>
                <a:gd name="csY4" fmla="*/ 5195 h 57179"/>
                <a:gd name="csX5" fmla="*/ 8303 w 156446"/>
                <a:gd name="csY5" fmla="*/ 10509 h 57179"/>
                <a:gd name="csX6" fmla="*/ 148595 w 156446"/>
                <a:gd name="csY6" fmla="*/ 10509 h 57179"/>
                <a:gd name="csX7" fmla="*/ 148807 w 156446"/>
                <a:gd name="csY7" fmla="*/ 57273 h 57179"/>
                <a:gd name="csX8" fmla="*/ 156672 w 156446"/>
                <a:gd name="csY8" fmla="*/ 52172 h 57179"/>
                <a:gd name="csX9" fmla="*/ 148595 w 156446"/>
                <a:gd name="csY9" fmla="*/ 46858 h 57179"/>
                <a:gd name="csX10" fmla="*/ 8303 w 156446"/>
                <a:gd name="csY10" fmla="*/ 46858 h 57179"/>
                <a:gd name="csX11" fmla="*/ 226 w 156446"/>
                <a:gd name="csY11" fmla="*/ 52172 h 57179"/>
                <a:gd name="csX12" fmla="*/ 8091 w 156446"/>
                <a:gd name="csY12" fmla="*/ 57273 h 57179"/>
                <a:gd name="csX13" fmla="*/ 148807 w 156446"/>
                <a:gd name="csY13" fmla="*/ 57273 h 571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6446" h="57179">
                  <a:moveTo>
                    <a:pt x="148595" y="10509"/>
                  </a:moveTo>
                  <a:cubicBezTo>
                    <a:pt x="151783" y="10509"/>
                    <a:pt x="156672" y="10509"/>
                    <a:pt x="156672" y="5195"/>
                  </a:cubicBezTo>
                  <a:cubicBezTo>
                    <a:pt x="156672" y="94"/>
                    <a:pt x="151571" y="94"/>
                    <a:pt x="148807" y="94"/>
                  </a:cubicBezTo>
                  <a:lnTo>
                    <a:pt x="8091" y="94"/>
                  </a:lnTo>
                  <a:cubicBezTo>
                    <a:pt x="5327" y="94"/>
                    <a:pt x="226" y="94"/>
                    <a:pt x="226" y="5195"/>
                  </a:cubicBezTo>
                  <a:cubicBezTo>
                    <a:pt x="226" y="10509"/>
                    <a:pt x="5115" y="10509"/>
                    <a:pt x="8303" y="10509"/>
                  </a:cubicBezTo>
                  <a:lnTo>
                    <a:pt x="148595" y="10509"/>
                  </a:lnTo>
                  <a:close/>
                  <a:moveTo>
                    <a:pt x="148807" y="57273"/>
                  </a:moveTo>
                  <a:cubicBezTo>
                    <a:pt x="151571" y="57273"/>
                    <a:pt x="156672" y="57273"/>
                    <a:pt x="156672" y="52172"/>
                  </a:cubicBezTo>
                  <a:cubicBezTo>
                    <a:pt x="156672" y="46858"/>
                    <a:pt x="151783" y="46858"/>
                    <a:pt x="148595" y="46858"/>
                  </a:cubicBezTo>
                  <a:lnTo>
                    <a:pt x="8303" y="46858"/>
                  </a:lnTo>
                  <a:cubicBezTo>
                    <a:pt x="5115" y="46858"/>
                    <a:pt x="226" y="46858"/>
                    <a:pt x="226" y="52172"/>
                  </a:cubicBezTo>
                  <a:cubicBezTo>
                    <a:pt x="226" y="57273"/>
                    <a:pt x="5327" y="57273"/>
                    <a:pt x="8091" y="57273"/>
                  </a:cubicBezTo>
                  <a:lnTo>
                    <a:pt x="148807" y="57273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070A3DCF-9E0C-1302-D826-15D58231DF14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9630677" y="5258126"/>
              <a:ext cx="77372" cy="141141"/>
            </a:xfrm>
            <a:custGeom>
              <a:avLst/>
              <a:gdLst>
                <a:gd name="csX0" fmla="*/ 48271 w 77372"/>
                <a:gd name="csY0" fmla="*/ 6046 h 141141"/>
                <a:gd name="csX1" fmla="*/ 41894 w 77372"/>
                <a:gd name="csY1" fmla="*/ 94 h 141141"/>
                <a:gd name="csX2" fmla="*/ 232 w 77372"/>
                <a:gd name="csY2" fmla="*/ 13698 h 141141"/>
                <a:gd name="csX3" fmla="*/ 232 w 77372"/>
                <a:gd name="csY3" fmla="*/ 21350 h 141141"/>
                <a:gd name="csX4" fmla="*/ 31053 w 77372"/>
                <a:gd name="csY4" fmla="*/ 15398 h 141141"/>
                <a:gd name="csX5" fmla="*/ 31053 w 77372"/>
                <a:gd name="csY5" fmla="*/ 123805 h 141141"/>
                <a:gd name="csX6" fmla="*/ 9797 w 77372"/>
                <a:gd name="csY6" fmla="*/ 133583 h 141141"/>
                <a:gd name="csX7" fmla="*/ 1720 w 77372"/>
                <a:gd name="csY7" fmla="*/ 133583 h 141141"/>
                <a:gd name="csX8" fmla="*/ 1720 w 77372"/>
                <a:gd name="csY8" fmla="*/ 141236 h 141141"/>
                <a:gd name="csX9" fmla="*/ 39556 w 77372"/>
                <a:gd name="csY9" fmla="*/ 140385 h 141141"/>
                <a:gd name="csX10" fmla="*/ 77605 w 77372"/>
                <a:gd name="csY10" fmla="*/ 141236 h 141141"/>
                <a:gd name="csX11" fmla="*/ 77605 w 77372"/>
                <a:gd name="csY11" fmla="*/ 133583 h 141141"/>
                <a:gd name="csX12" fmla="*/ 69527 w 77372"/>
                <a:gd name="csY12" fmla="*/ 133583 h 141141"/>
                <a:gd name="csX13" fmla="*/ 48271 w 77372"/>
                <a:gd name="csY13" fmla="*/ 123805 h 141141"/>
                <a:gd name="csX14" fmla="*/ 48271 w 77372"/>
                <a:gd name="csY14" fmla="*/ 6046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72" h="141141">
                  <a:moveTo>
                    <a:pt x="48271" y="6046"/>
                  </a:moveTo>
                  <a:cubicBezTo>
                    <a:pt x="48271" y="306"/>
                    <a:pt x="47846" y="94"/>
                    <a:pt x="41894" y="94"/>
                  </a:cubicBezTo>
                  <a:cubicBezTo>
                    <a:pt x="28290" y="13485"/>
                    <a:pt x="8947" y="13698"/>
                    <a:pt x="232" y="13698"/>
                  </a:cubicBezTo>
                  <a:lnTo>
                    <a:pt x="232" y="21350"/>
                  </a:lnTo>
                  <a:cubicBezTo>
                    <a:pt x="5333" y="21350"/>
                    <a:pt x="19363" y="21350"/>
                    <a:pt x="31053" y="15398"/>
                  </a:cubicBezTo>
                  <a:lnTo>
                    <a:pt x="31053" y="123805"/>
                  </a:lnTo>
                  <a:cubicBezTo>
                    <a:pt x="31053" y="130820"/>
                    <a:pt x="31053" y="133583"/>
                    <a:pt x="9797" y="133583"/>
                  </a:cubicBezTo>
                  <a:lnTo>
                    <a:pt x="1720" y="133583"/>
                  </a:lnTo>
                  <a:lnTo>
                    <a:pt x="1720" y="141236"/>
                  </a:lnTo>
                  <a:cubicBezTo>
                    <a:pt x="5546" y="141023"/>
                    <a:pt x="31691" y="140385"/>
                    <a:pt x="39556" y="140385"/>
                  </a:cubicBezTo>
                  <a:cubicBezTo>
                    <a:pt x="46145" y="140385"/>
                    <a:pt x="72928" y="141023"/>
                    <a:pt x="77605" y="141236"/>
                  </a:cubicBezTo>
                  <a:lnTo>
                    <a:pt x="77605" y="133583"/>
                  </a:lnTo>
                  <a:lnTo>
                    <a:pt x="69527" y="133583"/>
                  </a:lnTo>
                  <a:cubicBezTo>
                    <a:pt x="48271" y="133583"/>
                    <a:pt x="48271" y="130820"/>
                    <a:pt x="48271" y="123805"/>
                  </a:cubicBezTo>
                  <a:lnTo>
                    <a:pt x="48271" y="6046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D0A5D29B-91AD-95AB-0784-9013AC8FB089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9834515" y="4782874"/>
              <a:ext cx="79255" cy="364089"/>
            </a:xfrm>
            <a:custGeom>
              <a:avLst/>
              <a:gdLst>
                <a:gd name="csX0" fmla="*/ 79493 w 79255"/>
                <a:gd name="csY0" fmla="*/ 361127 h 364089"/>
                <a:gd name="csX1" fmla="*/ 78279 w 79255"/>
                <a:gd name="csY1" fmla="*/ 358394 h 364089"/>
                <a:gd name="csX2" fmla="*/ 30908 w 79255"/>
                <a:gd name="csY2" fmla="*/ 269422 h 364089"/>
                <a:gd name="csX3" fmla="*/ 21190 w 79255"/>
                <a:gd name="csY3" fmla="*/ 182271 h 364089"/>
                <a:gd name="csX4" fmla="*/ 76760 w 79255"/>
                <a:gd name="csY4" fmla="*/ 7058 h 364089"/>
                <a:gd name="csX5" fmla="*/ 79493 w 79255"/>
                <a:gd name="csY5" fmla="*/ 3111 h 364089"/>
                <a:gd name="csX6" fmla="*/ 75849 w 79255"/>
                <a:gd name="csY6" fmla="*/ 74 h 364089"/>
                <a:gd name="csX7" fmla="*/ 50949 w 79255"/>
                <a:gd name="csY7" fmla="*/ 22849 h 364089"/>
                <a:gd name="csX8" fmla="*/ 238 w 79255"/>
                <a:gd name="csY8" fmla="*/ 181967 h 364089"/>
                <a:gd name="csX9" fmla="*/ 47609 w 79255"/>
                <a:gd name="csY9" fmla="*/ 337442 h 364089"/>
                <a:gd name="csX10" fmla="*/ 75849 w 79255"/>
                <a:gd name="csY10" fmla="*/ 364164 h 364089"/>
                <a:gd name="csX11" fmla="*/ 79493 w 79255"/>
                <a:gd name="csY11" fmla="*/ 361127 h 364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9255" h="364089">
                  <a:moveTo>
                    <a:pt x="79493" y="361127"/>
                  </a:moveTo>
                  <a:cubicBezTo>
                    <a:pt x="79493" y="359913"/>
                    <a:pt x="78886" y="359305"/>
                    <a:pt x="78279" y="358394"/>
                  </a:cubicBezTo>
                  <a:cubicBezTo>
                    <a:pt x="64310" y="343515"/>
                    <a:pt x="43661" y="318918"/>
                    <a:pt x="30908" y="269422"/>
                  </a:cubicBezTo>
                  <a:cubicBezTo>
                    <a:pt x="23923" y="241788"/>
                    <a:pt x="21190" y="210511"/>
                    <a:pt x="21190" y="182271"/>
                  </a:cubicBezTo>
                  <a:cubicBezTo>
                    <a:pt x="21190" y="102408"/>
                    <a:pt x="40321" y="46534"/>
                    <a:pt x="76760" y="7058"/>
                  </a:cubicBezTo>
                  <a:cubicBezTo>
                    <a:pt x="79493" y="4325"/>
                    <a:pt x="79493" y="3718"/>
                    <a:pt x="79493" y="3111"/>
                  </a:cubicBezTo>
                  <a:cubicBezTo>
                    <a:pt x="79493" y="74"/>
                    <a:pt x="77064" y="74"/>
                    <a:pt x="75849" y="74"/>
                  </a:cubicBezTo>
                  <a:cubicBezTo>
                    <a:pt x="71295" y="74"/>
                    <a:pt x="54897" y="18294"/>
                    <a:pt x="50949" y="22849"/>
                  </a:cubicBezTo>
                  <a:cubicBezTo>
                    <a:pt x="19976" y="59592"/>
                    <a:pt x="238" y="114251"/>
                    <a:pt x="238" y="181967"/>
                  </a:cubicBezTo>
                  <a:cubicBezTo>
                    <a:pt x="238" y="225087"/>
                    <a:pt x="7829" y="286123"/>
                    <a:pt x="47609" y="337442"/>
                  </a:cubicBezTo>
                  <a:cubicBezTo>
                    <a:pt x="50646" y="341086"/>
                    <a:pt x="70384" y="364164"/>
                    <a:pt x="75849" y="364164"/>
                  </a:cubicBezTo>
                  <a:cubicBezTo>
                    <a:pt x="77064" y="364164"/>
                    <a:pt x="79493" y="364164"/>
                    <a:pt x="79493" y="361127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9F0008C6-CE25-2946-82A5-49AD70889A1E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9939076" y="4834499"/>
              <a:ext cx="215835" cy="206489"/>
            </a:xfrm>
            <a:custGeom>
              <a:avLst/>
              <a:gdLst>
                <a:gd name="csX0" fmla="*/ 80713 w 215835"/>
                <a:gd name="csY0" fmla="*/ 107882 h 206489"/>
                <a:gd name="csX1" fmla="*/ 110168 w 215835"/>
                <a:gd name="csY1" fmla="*/ 107882 h 206489"/>
                <a:gd name="csX2" fmla="*/ 135372 w 215835"/>
                <a:gd name="csY2" fmla="*/ 121547 h 206489"/>
                <a:gd name="csX3" fmla="*/ 133246 w 215835"/>
                <a:gd name="csY3" fmla="*/ 136426 h 206489"/>
                <a:gd name="csX4" fmla="*/ 132335 w 215835"/>
                <a:gd name="csY4" fmla="*/ 139766 h 206489"/>
                <a:gd name="csX5" fmla="*/ 135979 w 215835"/>
                <a:gd name="csY5" fmla="*/ 143410 h 206489"/>
                <a:gd name="csX6" fmla="*/ 140534 w 215835"/>
                <a:gd name="csY6" fmla="*/ 137033 h 206489"/>
                <a:gd name="csX7" fmla="*/ 157235 w 215835"/>
                <a:gd name="csY7" fmla="*/ 71139 h 206489"/>
                <a:gd name="csX8" fmla="*/ 158146 w 215835"/>
                <a:gd name="csY8" fmla="*/ 66280 h 206489"/>
                <a:gd name="csX9" fmla="*/ 154502 w 215835"/>
                <a:gd name="csY9" fmla="*/ 62940 h 206489"/>
                <a:gd name="csX10" fmla="*/ 149947 w 215835"/>
                <a:gd name="csY10" fmla="*/ 69317 h 206489"/>
                <a:gd name="csX11" fmla="*/ 110775 w 215835"/>
                <a:gd name="csY11" fmla="*/ 98468 h 206489"/>
                <a:gd name="csX12" fmla="*/ 83142 w 215835"/>
                <a:gd name="csY12" fmla="*/ 98468 h 206489"/>
                <a:gd name="csX13" fmla="*/ 102576 w 215835"/>
                <a:gd name="csY13" fmla="*/ 21338 h 206489"/>
                <a:gd name="csX14" fmla="*/ 118974 w 215835"/>
                <a:gd name="csY14" fmla="*/ 9496 h 206489"/>
                <a:gd name="csX15" fmla="*/ 159057 w 215835"/>
                <a:gd name="csY15" fmla="*/ 9496 h 206489"/>
                <a:gd name="csX16" fmla="*/ 203392 w 215835"/>
                <a:gd name="csY16" fmla="*/ 42898 h 206489"/>
                <a:gd name="csX17" fmla="*/ 202481 w 215835"/>
                <a:gd name="csY17" fmla="*/ 59296 h 206489"/>
                <a:gd name="csX18" fmla="*/ 201873 w 215835"/>
                <a:gd name="csY18" fmla="*/ 64762 h 206489"/>
                <a:gd name="csX19" fmla="*/ 205517 w 215835"/>
                <a:gd name="csY19" fmla="*/ 68406 h 206489"/>
                <a:gd name="csX20" fmla="*/ 209769 w 215835"/>
                <a:gd name="csY20" fmla="*/ 60814 h 206489"/>
                <a:gd name="csX21" fmla="*/ 215842 w 215835"/>
                <a:gd name="csY21" fmla="*/ 8281 h 206489"/>
                <a:gd name="csX22" fmla="*/ 207643 w 215835"/>
                <a:gd name="csY22" fmla="*/ 82 h 206489"/>
                <a:gd name="csX23" fmla="*/ 58849 w 215835"/>
                <a:gd name="csY23" fmla="*/ 82 h 206489"/>
                <a:gd name="csX24" fmla="*/ 49739 w 215835"/>
                <a:gd name="csY24" fmla="*/ 6155 h 206489"/>
                <a:gd name="csX25" fmla="*/ 58242 w 215835"/>
                <a:gd name="csY25" fmla="*/ 9496 h 206489"/>
                <a:gd name="csX26" fmla="*/ 77980 w 215835"/>
                <a:gd name="csY26" fmla="*/ 14961 h 206489"/>
                <a:gd name="csX27" fmla="*/ 76461 w 215835"/>
                <a:gd name="csY27" fmla="*/ 22249 h 206489"/>
                <a:gd name="csX28" fmla="*/ 36378 w 215835"/>
                <a:gd name="csY28" fmla="*/ 182886 h 206489"/>
                <a:gd name="csX29" fmla="*/ 8745 w 215835"/>
                <a:gd name="csY29" fmla="*/ 197158 h 206489"/>
                <a:gd name="csX30" fmla="*/ 242 w 215835"/>
                <a:gd name="csY30" fmla="*/ 202928 h 206489"/>
                <a:gd name="csX31" fmla="*/ 4797 w 215835"/>
                <a:gd name="csY31" fmla="*/ 206572 h 206489"/>
                <a:gd name="csX32" fmla="*/ 44881 w 215835"/>
                <a:gd name="csY32" fmla="*/ 205661 h 206489"/>
                <a:gd name="csX33" fmla="*/ 90126 w 215835"/>
                <a:gd name="csY33" fmla="*/ 206572 h 206489"/>
                <a:gd name="csX34" fmla="*/ 96503 w 215835"/>
                <a:gd name="csY34" fmla="*/ 200802 h 206489"/>
                <a:gd name="csX35" fmla="*/ 94681 w 215835"/>
                <a:gd name="csY35" fmla="*/ 197462 h 206489"/>
                <a:gd name="csX36" fmla="*/ 86179 w 215835"/>
                <a:gd name="csY36" fmla="*/ 197158 h 206489"/>
                <a:gd name="csX37" fmla="*/ 70388 w 215835"/>
                <a:gd name="csY37" fmla="*/ 196551 h 206489"/>
                <a:gd name="csX38" fmla="*/ 60671 w 215835"/>
                <a:gd name="csY38" fmla="*/ 190478 h 206489"/>
                <a:gd name="csX39" fmla="*/ 61886 w 215835"/>
                <a:gd name="csY39" fmla="*/ 183493 h 206489"/>
                <a:gd name="csX40" fmla="*/ 80713 w 215835"/>
                <a:gd name="csY40" fmla="*/ 107882 h 2064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15835" h="206489">
                  <a:moveTo>
                    <a:pt x="80713" y="107882"/>
                  </a:moveTo>
                  <a:lnTo>
                    <a:pt x="110168" y="107882"/>
                  </a:lnTo>
                  <a:cubicBezTo>
                    <a:pt x="132942" y="107882"/>
                    <a:pt x="135372" y="112740"/>
                    <a:pt x="135372" y="121547"/>
                  </a:cubicBezTo>
                  <a:cubicBezTo>
                    <a:pt x="135372" y="123672"/>
                    <a:pt x="135372" y="127316"/>
                    <a:pt x="133246" y="136426"/>
                  </a:cubicBezTo>
                  <a:cubicBezTo>
                    <a:pt x="132639" y="137944"/>
                    <a:pt x="132335" y="139159"/>
                    <a:pt x="132335" y="139766"/>
                  </a:cubicBezTo>
                  <a:cubicBezTo>
                    <a:pt x="132335" y="142196"/>
                    <a:pt x="134157" y="143410"/>
                    <a:pt x="135979" y="143410"/>
                  </a:cubicBezTo>
                  <a:cubicBezTo>
                    <a:pt x="139016" y="143410"/>
                    <a:pt x="139016" y="142499"/>
                    <a:pt x="140534" y="137033"/>
                  </a:cubicBezTo>
                  <a:lnTo>
                    <a:pt x="157235" y="71139"/>
                  </a:lnTo>
                  <a:cubicBezTo>
                    <a:pt x="158146" y="67798"/>
                    <a:pt x="158146" y="67191"/>
                    <a:pt x="158146" y="66280"/>
                  </a:cubicBezTo>
                  <a:cubicBezTo>
                    <a:pt x="158146" y="65673"/>
                    <a:pt x="157539" y="62940"/>
                    <a:pt x="154502" y="62940"/>
                  </a:cubicBezTo>
                  <a:cubicBezTo>
                    <a:pt x="151466" y="62940"/>
                    <a:pt x="151162" y="64458"/>
                    <a:pt x="149947" y="69317"/>
                  </a:cubicBezTo>
                  <a:cubicBezTo>
                    <a:pt x="143570" y="93002"/>
                    <a:pt x="136586" y="98468"/>
                    <a:pt x="110775" y="98468"/>
                  </a:cubicBezTo>
                  <a:lnTo>
                    <a:pt x="83142" y="98468"/>
                  </a:lnTo>
                  <a:lnTo>
                    <a:pt x="102576" y="21338"/>
                  </a:lnTo>
                  <a:cubicBezTo>
                    <a:pt x="105309" y="10710"/>
                    <a:pt x="105613" y="9496"/>
                    <a:pt x="118974" y="9496"/>
                  </a:cubicBezTo>
                  <a:lnTo>
                    <a:pt x="159057" y="9496"/>
                  </a:lnTo>
                  <a:cubicBezTo>
                    <a:pt x="196408" y="9496"/>
                    <a:pt x="203392" y="19516"/>
                    <a:pt x="203392" y="42898"/>
                  </a:cubicBezTo>
                  <a:cubicBezTo>
                    <a:pt x="203392" y="49883"/>
                    <a:pt x="203392" y="51097"/>
                    <a:pt x="202481" y="59296"/>
                  </a:cubicBezTo>
                  <a:cubicBezTo>
                    <a:pt x="201873" y="63244"/>
                    <a:pt x="201873" y="63851"/>
                    <a:pt x="201873" y="64762"/>
                  </a:cubicBezTo>
                  <a:cubicBezTo>
                    <a:pt x="201873" y="66280"/>
                    <a:pt x="202784" y="68406"/>
                    <a:pt x="205517" y="68406"/>
                  </a:cubicBezTo>
                  <a:cubicBezTo>
                    <a:pt x="208858" y="68406"/>
                    <a:pt x="209161" y="66584"/>
                    <a:pt x="209769" y="60814"/>
                  </a:cubicBezTo>
                  <a:lnTo>
                    <a:pt x="215842" y="8281"/>
                  </a:lnTo>
                  <a:cubicBezTo>
                    <a:pt x="216753" y="82"/>
                    <a:pt x="215235" y="82"/>
                    <a:pt x="207643" y="82"/>
                  </a:cubicBezTo>
                  <a:lnTo>
                    <a:pt x="58849" y="82"/>
                  </a:lnTo>
                  <a:cubicBezTo>
                    <a:pt x="52776" y="82"/>
                    <a:pt x="49739" y="82"/>
                    <a:pt x="49739" y="6155"/>
                  </a:cubicBezTo>
                  <a:cubicBezTo>
                    <a:pt x="49739" y="9496"/>
                    <a:pt x="52472" y="9496"/>
                    <a:pt x="58242" y="9496"/>
                  </a:cubicBezTo>
                  <a:cubicBezTo>
                    <a:pt x="69477" y="9496"/>
                    <a:pt x="77980" y="9496"/>
                    <a:pt x="77980" y="14961"/>
                  </a:cubicBezTo>
                  <a:cubicBezTo>
                    <a:pt x="77980" y="16176"/>
                    <a:pt x="77980" y="16783"/>
                    <a:pt x="76461" y="22249"/>
                  </a:cubicBezTo>
                  <a:lnTo>
                    <a:pt x="36378" y="182886"/>
                  </a:lnTo>
                  <a:cubicBezTo>
                    <a:pt x="33341" y="194729"/>
                    <a:pt x="32734" y="197158"/>
                    <a:pt x="8745" y="197158"/>
                  </a:cubicBezTo>
                  <a:cubicBezTo>
                    <a:pt x="3583" y="197158"/>
                    <a:pt x="242" y="197158"/>
                    <a:pt x="242" y="202928"/>
                  </a:cubicBezTo>
                  <a:cubicBezTo>
                    <a:pt x="242" y="206572"/>
                    <a:pt x="3886" y="206572"/>
                    <a:pt x="4797" y="206572"/>
                  </a:cubicBezTo>
                  <a:cubicBezTo>
                    <a:pt x="13603" y="206572"/>
                    <a:pt x="36074" y="205661"/>
                    <a:pt x="44881" y="205661"/>
                  </a:cubicBezTo>
                  <a:cubicBezTo>
                    <a:pt x="54901" y="205661"/>
                    <a:pt x="80105" y="206572"/>
                    <a:pt x="90126" y="206572"/>
                  </a:cubicBezTo>
                  <a:cubicBezTo>
                    <a:pt x="92859" y="206572"/>
                    <a:pt x="96503" y="206572"/>
                    <a:pt x="96503" y="200802"/>
                  </a:cubicBezTo>
                  <a:cubicBezTo>
                    <a:pt x="96503" y="198373"/>
                    <a:pt x="94681" y="197766"/>
                    <a:pt x="94681" y="197462"/>
                  </a:cubicBezTo>
                  <a:cubicBezTo>
                    <a:pt x="93770" y="197158"/>
                    <a:pt x="93163" y="197158"/>
                    <a:pt x="86179" y="197158"/>
                  </a:cubicBezTo>
                  <a:cubicBezTo>
                    <a:pt x="79498" y="197158"/>
                    <a:pt x="77980" y="197158"/>
                    <a:pt x="70388" y="196551"/>
                  </a:cubicBezTo>
                  <a:cubicBezTo>
                    <a:pt x="61582" y="195640"/>
                    <a:pt x="60671" y="194425"/>
                    <a:pt x="60671" y="190478"/>
                  </a:cubicBezTo>
                  <a:cubicBezTo>
                    <a:pt x="60671" y="189870"/>
                    <a:pt x="60671" y="188048"/>
                    <a:pt x="61886" y="183493"/>
                  </a:cubicBezTo>
                  <a:lnTo>
                    <a:pt x="80713" y="107882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2573FCF4-AEC7-645C-684C-282B318FCCFE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0132799" y="4945608"/>
              <a:ext cx="64406" cy="143054"/>
            </a:xfrm>
            <a:custGeom>
              <a:avLst/>
              <a:gdLst>
                <a:gd name="csX0" fmla="*/ 59129 w 64406"/>
                <a:gd name="csY0" fmla="*/ 8161 h 143054"/>
                <a:gd name="csX1" fmla="*/ 50626 w 64406"/>
                <a:gd name="csY1" fmla="*/ 84 h 143054"/>
                <a:gd name="csX2" fmla="*/ 38723 w 64406"/>
                <a:gd name="csY2" fmla="*/ 11774 h 143054"/>
                <a:gd name="csX3" fmla="*/ 47225 w 64406"/>
                <a:gd name="csY3" fmla="*/ 19852 h 143054"/>
                <a:gd name="csX4" fmla="*/ 59129 w 64406"/>
                <a:gd name="csY4" fmla="*/ 8161 h 143054"/>
                <a:gd name="csX5" fmla="*/ 15766 w 64406"/>
                <a:gd name="csY5" fmla="*/ 116143 h 143054"/>
                <a:gd name="csX6" fmla="*/ 13853 w 64406"/>
                <a:gd name="csY6" fmla="*/ 125071 h 143054"/>
                <a:gd name="csX7" fmla="*/ 34046 w 64406"/>
                <a:gd name="csY7" fmla="*/ 143138 h 143054"/>
                <a:gd name="csX8" fmla="*/ 64655 w 64406"/>
                <a:gd name="csY8" fmla="*/ 110616 h 143054"/>
                <a:gd name="csX9" fmla="*/ 61254 w 64406"/>
                <a:gd name="csY9" fmla="*/ 107853 h 143054"/>
                <a:gd name="csX10" fmla="*/ 57216 w 64406"/>
                <a:gd name="csY10" fmla="*/ 111466 h 143054"/>
                <a:gd name="csX11" fmla="*/ 34684 w 64406"/>
                <a:gd name="csY11" fmla="*/ 137187 h 143054"/>
                <a:gd name="csX12" fmla="*/ 29370 w 64406"/>
                <a:gd name="csY12" fmla="*/ 129747 h 143054"/>
                <a:gd name="csX13" fmla="*/ 32771 w 64406"/>
                <a:gd name="csY13" fmla="*/ 116143 h 143054"/>
                <a:gd name="csX14" fmla="*/ 39573 w 64406"/>
                <a:gd name="csY14" fmla="*/ 99138 h 143054"/>
                <a:gd name="csX15" fmla="*/ 49988 w 64406"/>
                <a:gd name="csY15" fmla="*/ 72142 h 143054"/>
                <a:gd name="csX16" fmla="*/ 51264 w 64406"/>
                <a:gd name="csY16" fmla="*/ 65340 h 143054"/>
                <a:gd name="csX17" fmla="*/ 31070 w 64406"/>
                <a:gd name="csY17" fmla="*/ 47273 h 143054"/>
                <a:gd name="csX18" fmla="*/ 249 w 64406"/>
                <a:gd name="csY18" fmla="*/ 79795 h 143054"/>
                <a:gd name="csX19" fmla="*/ 3862 w 64406"/>
                <a:gd name="csY19" fmla="*/ 82558 h 143054"/>
                <a:gd name="csX20" fmla="*/ 7688 w 64406"/>
                <a:gd name="csY20" fmla="*/ 79157 h 143054"/>
                <a:gd name="csX21" fmla="*/ 30433 w 64406"/>
                <a:gd name="csY21" fmla="*/ 53224 h 143054"/>
                <a:gd name="csX22" fmla="*/ 35747 w 64406"/>
                <a:gd name="csY22" fmla="*/ 60664 h 143054"/>
                <a:gd name="csX23" fmla="*/ 29157 w 64406"/>
                <a:gd name="csY23" fmla="*/ 81920 h 143054"/>
                <a:gd name="csX24" fmla="*/ 15766 w 64406"/>
                <a:gd name="csY24" fmla="*/ 116143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406" h="143054">
                  <a:moveTo>
                    <a:pt x="59129" y="8161"/>
                  </a:moveTo>
                  <a:cubicBezTo>
                    <a:pt x="59129" y="4760"/>
                    <a:pt x="56578" y="84"/>
                    <a:pt x="50626" y="84"/>
                  </a:cubicBezTo>
                  <a:cubicBezTo>
                    <a:pt x="44887" y="84"/>
                    <a:pt x="38723" y="5610"/>
                    <a:pt x="38723" y="11774"/>
                  </a:cubicBezTo>
                  <a:cubicBezTo>
                    <a:pt x="38723" y="15388"/>
                    <a:pt x="41486" y="19852"/>
                    <a:pt x="47225" y="19852"/>
                  </a:cubicBezTo>
                  <a:cubicBezTo>
                    <a:pt x="53390" y="19852"/>
                    <a:pt x="59129" y="13900"/>
                    <a:pt x="59129" y="8161"/>
                  </a:cubicBezTo>
                  <a:close/>
                  <a:moveTo>
                    <a:pt x="15766" y="116143"/>
                  </a:moveTo>
                  <a:cubicBezTo>
                    <a:pt x="14916" y="118906"/>
                    <a:pt x="13853" y="121457"/>
                    <a:pt x="13853" y="125071"/>
                  </a:cubicBezTo>
                  <a:cubicBezTo>
                    <a:pt x="13853" y="135061"/>
                    <a:pt x="22355" y="143138"/>
                    <a:pt x="34046" y="143138"/>
                  </a:cubicBezTo>
                  <a:cubicBezTo>
                    <a:pt x="55303" y="143138"/>
                    <a:pt x="64655" y="113805"/>
                    <a:pt x="64655" y="110616"/>
                  </a:cubicBezTo>
                  <a:cubicBezTo>
                    <a:pt x="64655" y="107853"/>
                    <a:pt x="61892" y="107853"/>
                    <a:pt x="61254" y="107853"/>
                  </a:cubicBezTo>
                  <a:cubicBezTo>
                    <a:pt x="58278" y="107853"/>
                    <a:pt x="58066" y="109128"/>
                    <a:pt x="57216" y="111466"/>
                  </a:cubicBezTo>
                  <a:cubicBezTo>
                    <a:pt x="52327" y="128472"/>
                    <a:pt x="42974" y="137187"/>
                    <a:pt x="34684" y="137187"/>
                  </a:cubicBezTo>
                  <a:cubicBezTo>
                    <a:pt x="30433" y="137187"/>
                    <a:pt x="29370" y="134423"/>
                    <a:pt x="29370" y="129747"/>
                  </a:cubicBezTo>
                  <a:cubicBezTo>
                    <a:pt x="29370" y="124858"/>
                    <a:pt x="30858" y="120819"/>
                    <a:pt x="32771" y="116143"/>
                  </a:cubicBezTo>
                  <a:cubicBezTo>
                    <a:pt x="34897" y="110404"/>
                    <a:pt x="37235" y="104664"/>
                    <a:pt x="39573" y="99138"/>
                  </a:cubicBezTo>
                  <a:cubicBezTo>
                    <a:pt x="41486" y="94036"/>
                    <a:pt x="49138" y="74693"/>
                    <a:pt x="49988" y="72142"/>
                  </a:cubicBezTo>
                  <a:cubicBezTo>
                    <a:pt x="50626" y="70017"/>
                    <a:pt x="51264" y="67466"/>
                    <a:pt x="51264" y="65340"/>
                  </a:cubicBezTo>
                  <a:cubicBezTo>
                    <a:pt x="51264" y="55350"/>
                    <a:pt x="42761" y="47273"/>
                    <a:pt x="31070" y="47273"/>
                  </a:cubicBezTo>
                  <a:cubicBezTo>
                    <a:pt x="10027" y="47273"/>
                    <a:pt x="249" y="76181"/>
                    <a:pt x="249" y="79795"/>
                  </a:cubicBezTo>
                  <a:cubicBezTo>
                    <a:pt x="249" y="82558"/>
                    <a:pt x="3225" y="82558"/>
                    <a:pt x="3862" y="82558"/>
                  </a:cubicBezTo>
                  <a:cubicBezTo>
                    <a:pt x="6838" y="82558"/>
                    <a:pt x="7051" y="81495"/>
                    <a:pt x="7688" y="79157"/>
                  </a:cubicBezTo>
                  <a:cubicBezTo>
                    <a:pt x="13215" y="60877"/>
                    <a:pt x="22568" y="53224"/>
                    <a:pt x="30433" y="53224"/>
                  </a:cubicBezTo>
                  <a:cubicBezTo>
                    <a:pt x="33834" y="53224"/>
                    <a:pt x="35747" y="54925"/>
                    <a:pt x="35747" y="60664"/>
                  </a:cubicBezTo>
                  <a:cubicBezTo>
                    <a:pt x="35747" y="65553"/>
                    <a:pt x="34471" y="68741"/>
                    <a:pt x="29157" y="81920"/>
                  </a:cubicBezTo>
                  <a:lnTo>
                    <a:pt x="15766" y="116143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BA4D229C-D733-5ADA-19E4-5690CDFF6455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0232531" y="5062092"/>
              <a:ext cx="26995" cy="65469"/>
            </a:xfrm>
            <a:custGeom>
              <a:avLst/>
              <a:gdLst>
                <a:gd name="csX0" fmla="*/ 21295 w 26995"/>
                <a:gd name="csY0" fmla="*/ 21127 h 65469"/>
                <a:gd name="csX1" fmla="*/ 4715 w 26995"/>
                <a:gd name="csY1" fmla="*/ 60026 h 65469"/>
                <a:gd name="csX2" fmla="*/ 3227 w 26995"/>
                <a:gd name="csY2" fmla="*/ 62577 h 65469"/>
                <a:gd name="csX3" fmla="*/ 6203 w 26995"/>
                <a:gd name="csY3" fmla="*/ 65553 h 65469"/>
                <a:gd name="csX4" fmla="*/ 27247 w 26995"/>
                <a:gd name="csY4" fmla="*/ 23253 h 65469"/>
                <a:gd name="csX5" fmla="*/ 12368 w 26995"/>
                <a:gd name="csY5" fmla="*/ 84 h 65469"/>
                <a:gd name="csX6" fmla="*/ 252 w 26995"/>
                <a:gd name="csY6" fmla="*/ 12200 h 65469"/>
                <a:gd name="csX7" fmla="*/ 12580 w 26995"/>
                <a:gd name="csY7" fmla="*/ 24528 h 65469"/>
                <a:gd name="csX8" fmla="*/ 21295 w 26995"/>
                <a:gd name="csY8" fmla="*/ 21127 h 65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995" h="65469">
                  <a:moveTo>
                    <a:pt x="21295" y="21127"/>
                  </a:moveTo>
                  <a:cubicBezTo>
                    <a:pt x="21295" y="32818"/>
                    <a:pt x="19170" y="46422"/>
                    <a:pt x="4715" y="60026"/>
                  </a:cubicBezTo>
                  <a:cubicBezTo>
                    <a:pt x="3865" y="60877"/>
                    <a:pt x="3227" y="61514"/>
                    <a:pt x="3227" y="62577"/>
                  </a:cubicBezTo>
                  <a:cubicBezTo>
                    <a:pt x="3227" y="64065"/>
                    <a:pt x="4928" y="65553"/>
                    <a:pt x="6203" y="65553"/>
                  </a:cubicBezTo>
                  <a:cubicBezTo>
                    <a:pt x="9179" y="65553"/>
                    <a:pt x="27247" y="48548"/>
                    <a:pt x="27247" y="23253"/>
                  </a:cubicBezTo>
                  <a:cubicBezTo>
                    <a:pt x="27247" y="10074"/>
                    <a:pt x="22146" y="84"/>
                    <a:pt x="12368" y="84"/>
                  </a:cubicBezTo>
                  <a:cubicBezTo>
                    <a:pt x="5353" y="84"/>
                    <a:pt x="252" y="5610"/>
                    <a:pt x="252" y="12200"/>
                  </a:cubicBezTo>
                  <a:cubicBezTo>
                    <a:pt x="252" y="19002"/>
                    <a:pt x="5141" y="24528"/>
                    <a:pt x="12580" y="24528"/>
                  </a:cubicBezTo>
                  <a:cubicBezTo>
                    <a:pt x="17682" y="24528"/>
                    <a:pt x="21083" y="21127"/>
                    <a:pt x="21295" y="21127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49E07681-D8BF-7FBC-E66B-47F74374CA8B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0280844" y="4945608"/>
              <a:ext cx="93315" cy="184292"/>
            </a:xfrm>
            <a:custGeom>
              <a:avLst/>
              <a:gdLst>
                <a:gd name="csX0" fmla="*/ 93569 w 93315"/>
                <a:gd name="csY0" fmla="*/ 8161 h 184292"/>
                <a:gd name="csX1" fmla="*/ 85067 w 93315"/>
                <a:gd name="csY1" fmla="*/ 84 h 184292"/>
                <a:gd name="csX2" fmla="*/ 73163 w 93315"/>
                <a:gd name="csY2" fmla="*/ 11774 h 184292"/>
                <a:gd name="csX3" fmla="*/ 81666 w 93315"/>
                <a:gd name="csY3" fmla="*/ 19852 h 184292"/>
                <a:gd name="csX4" fmla="*/ 93569 w 93315"/>
                <a:gd name="csY4" fmla="*/ 8161 h 184292"/>
                <a:gd name="csX5" fmla="*/ 48506 w 93315"/>
                <a:gd name="csY5" fmla="*/ 151428 h 184292"/>
                <a:gd name="csX6" fmla="*/ 21085 w 93315"/>
                <a:gd name="csY6" fmla="*/ 178424 h 184292"/>
                <a:gd name="csX7" fmla="*/ 13433 w 93315"/>
                <a:gd name="csY7" fmla="*/ 177148 h 184292"/>
                <a:gd name="csX8" fmla="*/ 20660 w 93315"/>
                <a:gd name="csY8" fmla="*/ 166308 h 184292"/>
                <a:gd name="csX9" fmla="*/ 12370 w 93315"/>
                <a:gd name="csY9" fmla="*/ 158443 h 184292"/>
                <a:gd name="csX10" fmla="*/ 254 w 93315"/>
                <a:gd name="csY10" fmla="*/ 170984 h 184292"/>
                <a:gd name="csX11" fmla="*/ 21298 w 93315"/>
                <a:gd name="csY11" fmla="*/ 184376 h 184292"/>
                <a:gd name="csX12" fmla="*/ 65511 w 93315"/>
                <a:gd name="csY12" fmla="*/ 150791 h 184292"/>
                <a:gd name="csX13" fmla="*/ 84641 w 93315"/>
                <a:gd name="csY13" fmla="*/ 74693 h 184292"/>
                <a:gd name="csX14" fmla="*/ 85704 w 93315"/>
                <a:gd name="csY14" fmla="*/ 67253 h 184292"/>
                <a:gd name="csX15" fmla="*/ 62960 w 93315"/>
                <a:gd name="csY15" fmla="*/ 47273 h 184292"/>
                <a:gd name="csX16" fmla="*/ 25762 w 93315"/>
                <a:gd name="csY16" fmla="*/ 79795 h 184292"/>
                <a:gd name="csX17" fmla="*/ 29375 w 93315"/>
                <a:gd name="csY17" fmla="*/ 82558 h 184292"/>
                <a:gd name="csX18" fmla="*/ 33626 w 93315"/>
                <a:gd name="csY18" fmla="*/ 78732 h 184292"/>
                <a:gd name="csX19" fmla="*/ 62322 w 93315"/>
                <a:gd name="csY19" fmla="*/ 53224 h 184292"/>
                <a:gd name="csX20" fmla="*/ 69549 w 93315"/>
                <a:gd name="csY20" fmla="*/ 63640 h 184292"/>
                <a:gd name="csX21" fmla="*/ 68912 w 93315"/>
                <a:gd name="csY21" fmla="*/ 70017 h 184292"/>
                <a:gd name="csX22" fmla="*/ 48506 w 93315"/>
                <a:gd name="csY22" fmla="*/ 151428 h 184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93315" h="184292">
                  <a:moveTo>
                    <a:pt x="93569" y="8161"/>
                  </a:moveTo>
                  <a:cubicBezTo>
                    <a:pt x="93569" y="4547"/>
                    <a:pt x="90806" y="84"/>
                    <a:pt x="85067" y="84"/>
                  </a:cubicBezTo>
                  <a:cubicBezTo>
                    <a:pt x="78902" y="84"/>
                    <a:pt x="73163" y="6035"/>
                    <a:pt x="73163" y="11774"/>
                  </a:cubicBezTo>
                  <a:cubicBezTo>
                    <a:pt x="73163" y="15176"/>
                    <a:pt x="75714" y="19852"/>
                    <a:pt x="81666" y="19852"/>
                  </a:cubicBezTo>
                  <a:cubicBezTo>
                    <a:pt x="87405" y="19852"/>
                    <a:pt x="93569" y="14325"/>
                    <a:pt x="93569" y="8161"/>
                  </a:cubicBezTo>
                  <a:close/>
                  <a:moveTo>
                    <a:pt x="48506" y="151428"/>
                  </a:moveTo>
                  <a:cubicBezTo>
                    <a:pt x="44892" y="166095"/>
                    <a:pt x="33626" y="178424"/>
                    <a:pt x="21085" y="178424"/>
                  </a:cubicBezTo>
                  <a:cubicBezTo>
                    <a:pt x="18322" y="178424"/>
                    <a:pt x="15771" y="177999"/>
                    <a:pt x="13433" y="177148"/>
                  </a:cubicBezTo>
                  <a:cubicBezTo>
                    <a:pt x="18960" y="174598"/>
                    <a:pt x="20660" y="169496"/>
                    <a:pt x="20660" y="166308"/>
                  </a:cubicBezTo>
                  <a:cubicBezTo>
                    <a:pt x="20660" y="161206"/>
                    <a:pt x="16621" y="158443"/>
                    <a:pt x="12370" y="158443"/>
                  </a:cubicBezTo>
                  <a:cubicBezTo>
                    <a:pt x="5781" y="158443"/>
                    <a:pt x="254" y="164182"/>
                    <a:pt x="254" y="170984"/>
                  </a:cubicBezTo>
                  <a:cubicBezTo>
                    <a:pt x="254" y="179062"/>
                    <a:pt x="8544" y="184376"/>
                    <a:pt x="21298" y="184376"/>
                  </a:cubicBezTo>
                  <a:cubicBezTo>
                    <a:pt x="34051" y="184376"/>
                    <a:pt x="58921" y="176723"/>
                    <a:pt x="65511" y="150791"/>
                  </a:cubicBezTo>
                  <a:lnTo>
                    <a:pt x="84641" y="74693"/>
                  </a:lnTo>
                  <a:cubicBezTo>
                    <a:pt x="85279" y="72355"/>
                    <a:pt x="85704" y="70442"/>
                    <a:pt x="85704" y="67253"/>
                  </a:cubicBezTo>
                  <a:cubicBezTo>
                    <a:pt x="85704" y="55562"/>
                    <a:pt x="75714" y="47273"/>
                    <a:pt x="62960" y="47273"/>
                  </a:cubicBezTo>
                  <a:cubicBezTo>
                    <a:pt x="39366" y="47273"/>
                    <a:pt x="25762" y="76819"/>
                    <a:pt x="25762" y="79795"/>
                  </a:cubicBezTo>
                  <a:cubicBezTo>
                    <a:pt x="25762" y="82558"/>
                    <a:pt x="28737" y="82558"/>
                    <a:pt x="29375" y="82558"/>
                  </a:cubicBezTo>
                  <a:cubicBezTo>
                    <a:pt x="31926" y="82558"/>
                    <a:pt x="32138" y="81920"/>
                    <a:pt x="33626" y="78732"/>
                  </a:cubicBezTo>
                  <a:cubicBezTo>
                    <a:pt x="38940" y="66403"/>
                    <a:pt x="49994" y="53224"/>
                    <a:pt x="62322" y="53224"/>
                  </a:cubicBezTo>
                  <a:cubicBezTo>
                    <a:pt x="67636" y="53224"/>
                    <a:pt x="69549" y="56838"/>
                    <a:pt x="69549" y="63640"/>
                  </a:cubicBezTo>
                  <a:cubicBezTo>
                    <a:pt x="69549" y="65978"/>
                    <a:pt x="69124" y="68954"/>
                    <a:pt x="68912" y="70017"/>
                  </a:cubicBezTo>
                  <a:lnTo>
                    <a:pt x="48506" y="151428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B6E7167E-A19E-6F09-1417-A00BDE24ED66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0404343" y="5062092"/>
              <a:ext cx="26995" cy="65469"/>
            </a:xfrm>
            <a:custGeom>
              <a:avLst/>
              <a:gdLst>
                <a:gd name="csX0" fmla="*/ 21301 w 26995"/>
                <a:gd name="csY0" fmla="*/ 21127 h 65469"/>
                <a:gd name="csX1" fmla="*/ 4721 w 26995"/>
                <a:gd name="csY1" fmla="*/ 60026 h 65469"/>
                <a:gd name="csX2" fmla="*/ 3233 w 26995"/>
                <a:gd name="csY2" fmla="*/ 62577 h 65469"/>
                <a:gd name="csX3" fmla="*/ 6209 w 26995"/>
                <a:gd name="csY3" fmla="*/ 65553 h 65469"/>
                <a:gd name="csX4" fmla="*/ 27253 w 26995"/>
                <a:gd name="csY4" fmla="*/ 23253 h 65469"/>
                <a:gd name="csX5" fmla="*/ 12373 w 26995"/>
                <a:gd name="csY5" fmla="*/ 84 h 65469"/>
                <a:gd name="csX6" fmla="*/ 257 w 26995"/>
                <a:gd name="csY6" fmla="*/ 12200 h 65469"/>
                <a:gd name="csX7" fmla="*/ 12586 w 26995"/>
                <a:gd name="csY7" fmla="*/ 24528 h 65469"/>
                <a:gd name="csX8" fmla="*/ 21301 w 26995"/>
                <a:gd name="csY8" fmla="*/ 21127 h 65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995" h="65469">
                  <a:moveTo>
                    <a:pt x="21301" y="21127"/>
                  </a:moveTo>
                  <a:cubicBezTo>
                    <a:pt x="21301" y="32818"/>
                    <a:pt x="19175" y="46422"/>
                    <a:pt x="4721" y="60026"/>
                  </a:cubicBezTo>
                  <a:cubicBezTo>
                    <a:pt x="3871" y="60877"/>
                    <a:pt x="3233" y="61514"/>
                    <a:pt x="3233" y="62577"/>
                  </a:cubicBezTo>
                  <a:cubicBezTo>
                    <a:pt x="3233" y="64065"/>
                    <a:pt x="4934" y="65553"/>
                    <a:pt x="6209" y="65553"/>
                  </a:cubicBezTo>
                  <a:cubicBezTo>
                    <a:pt x="9185" y="65553"/>
                    <a:pt x="27253" y="48548"/>
                    <a:pt x="27253" y="23253"/>
                  </a:cubicBezTo>
                  <a:cubicBezTo>
                    <a:pt x="27253" y="10074"/>
                    <a:pt x="22151" y="84"/>
                    <a:pt x="12373" y="84"/>
                  </a:cubicBezTo>
                  <a:cubicBezTo>
                    <a:pt x="5359" y="84"/>
                    <a:pt x="257" y="5610"/>
                    <a:pt x="257" y="12200"/>
                  </a:cubicBezTo>
                  <a:cubicBezTo>
                    <a:pt x="257" y="19002"/>
                    <a:pt x="5146" y="24528"/>
                    <a:pt x="12586" y="24528"/>
                  </a:cubicBezTo>
                  <a:cubicBezTo>
                    <a:pt x="17687" y="24528"/>
                    <a:pt x="21088" y="21127"/>
                    <a:pt x="21301" y="21127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EC88DBE5-2DB0-C30A-4924-E87AF6BD3B5E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0464347" y="4991734"/>
              <a:ext cx="106068" cy="96928"/>
            </a:xfrm>
            <a:custGeom>
              <a:avLst/>
              <a:gdLst>
                <a:gd name="csX0" fmla="*/ 83372 w 106068"/>
                <a:gd name="csY0" fmla="*/ 37920 h 96928"/>
                <a:gd name="csX1" fmla="*/ 73594 w 106068"/>
                <a:gd name="csY1" fmla="*/ 10712 h 96928"/>
                <a:gd name="csX2" fmla="*/ 42134 w 106068"/>
                <a:gd name="csY2" fmla="*/ 84 h 96928"/>
                <a:gd name="csX3" fmla="*/ 7699 w 106068"/>
                <a:gd name="csY3" fmla="*/ 20702 h 96928"/>
                <a:gd name="csX4" fmla="*/ 17902 w 106068"/>
                <a:gd name="csY4" fmla="*/ 31118 h 96928"/>
                <a:gd name="csX5" fmla="*/ 27893 w 106068"/>
                <a:gd name="csY5" fmla="*/ 21127 h 96928"/>
                <a:gd name="csX6" fmla="*/ 20453 w 106068"/>
                <a:gd name="csY6" fmla="*/ 11349 h 96928"/>
                <a:gd name="csX7" fmla="*/ 41709 w 106068"/>
                <a:gd name="csY7" fmla="*/ 6035 h 96928"/>
                <a:gd name="csX8" fmla="*/ 66579 w 106068"/>
                <a:gd name="csY8" fmla="*/ 31755 h 96928"/>
                <a:gd name="csX9" fmla="*/ 66579 w 106068"/>
                <a:gd name="csY9" fmla="*/ 38345 h 96928"/>
                <a:gd name="csX10" fmla="*/ 25342 w 106068"/>
                <a:gd name="csY10" fmla="*/ 45147 h 96928"/>
                <a:gd name="csX11" fmla="*/ 260 w 106068"/>
                <a:gd name="csY11" fmla="*/ 73418 h 96928"/>
                <a:gd name="csX12" fmla="*/ 37458 w 106068"/>
                <a:gd name="csY12" fmla="*/ 97012 h 96928"/>
                <a:gd name="csX13" fmla="*/ 68917 w 106068"/>
                <a:gd name="csY13" fmla="*/ 79157 h 96928"/>
                <a:gd name="csX14" fmla="*/ 85285 w 106068"/>
                <a:gd name="csY14" fmla="*/ 95949 h 96928"/>
                <a:gd name="csX15" fmla="*/ 106328 w 106068"/>
                <a:gd name="csY15" fmla="*/ 75756 h 96928"/>
                <a:gd name="csX16" fmla="*/ 106328 w 106068"/>
                <a:gd name="csY16" fmla="*/ 64065 h 96928"/>
                <a:gd name="csX17" fmla="*/ 99101 w 106068"/>
                <a:gd name="csY17" fmla="*/ 64065 h 96928"/>
                <a:gd name="csX18" fmla="*/ 99101 w 106068"/>
                <a:gd name="csY18" fmla="*/ 75543 h 96928"/>
                <a:gd name="csX19" fmla="*/ 91237 w 106068"/>
                <a:gd name="csY19" fmla="*/ 87872 h 96928"/>
                <a:gd name="csX20" fmla="*/ 83372 w 106068"/>
                <a:gd name="csY20" fmla="*/ 75118 h 96928"/>
                <a:gd name="csX21" fmla="*/ 83372 w 106068"/>
                <a:gd name="csY21" fmla="*/ 37920 h 96928"/>
                <a:gd name="csX22" fmla="*/ 66579 w 106068"/>
                <a:gd name="csY22" fmla="*/ 64915 h 96928"/>
                <a:gd name="csX23" fmla="*/ 39159 w 106068"/>
                <a:gd name="csY23" fmla="*/ 91060 h 96928"/>
                <a:gd name="csX24" fmla="*/ 18115 w 106068"/>
                <a:gd name="csY24" fmla="*/ 73418 h 96928"/>
                <a:gd name="csX25" fmla="*/ 66579 w 106068"/>
                <a:gd name="csY25" fmla="*/ 43871 h 96928"/>
                <a:gd name="csX26" fmla="*/ 66579 w 106068"/>
                <a:gd name="csY26" fmla="*/ 64915 h 96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06068" h="96928">
                  <a:moveTo>
                    <a:pt x="83372" y="37920"/>
                  </a:moveTo>
                  <a:cubicBezTo>
                    <a:pt x="83372" y="26654"/>
                    <a:pt x="83372" y="18577"/>
                    <a:pt x="73594" y="10712"/>
                  </a:cubicBezTo>
                  <a:cubicBezTo>
                    <a:pt x="64879" y="3485"/>
                    <a:pt x="54676" y="84"/>
                    <a:pt x="42134" y="84"/>
                  </a:cubicBezTo>
                  <a:cubicBezTo>
                    <a:pt x="21941" y="84"/>
                    <a:pt x="7699" y="7736"/>
                    <a:pt x="7699" y="20702"/>
                  </a:cubicBezTo>
                  <a:cubicBezTo>
                    <a:pt x="7699" y="27504"/>
                    <a:pt x="12376" y="31118"/>
                    <a:pt x="17902" y="31118"/>
                  </a:cubicBezTo>
                  <a:cubicBezTo>
                    <a:pt x="23642" y="31118"/>
                    <a:pt x="27893" y="26866"/>
                    <a:pt x="27893" y="21127"/>
                  </a:cubicBezTo>
                  <a:cubicBezTo>
                    <a:pt x="27893" y="17514"/>
                    <a:pt x="26192" y="13050"/>
                    <a:pt x="20453" y="11349"/>
                  </a:cubicBezTo>
                  <a:cubicBezTo>
                    <a:pt x="28105" y="6035"/>
                    <a:pt x="40434" y="6035"/>
                    <a:pt x="41709" y="6035"/>
                  </a:cubicBezTo>
                  <a:cubicBezTo>
                    <a:pt x="53613" y="6035"/>
                    <a:pt x="66579" y="13900"/>
                    <a:pt x="66579" y="31755"/>
                  </a:cubicBezTo>
                  <a:lnTo>
                    <a:pt x="66579" y="38345"/>
                  </a:lnTo>
                  <a:cubicBezTo>
                    <a:pt x="54888" y="38770"/>
                    <a:pt x="40859" y="39408"/>
                    <a:pt x="25342" y="45147"/>
                  </a:cubicBezTo>
                  <a:cubicBezTo>
                    <a:pt x="6211" y="52161"/>
                    <a:pt x="260" y="63852"/>
                    <a:pt x="260" y="73418"/>
                  </a:cubicBezTo>
                  <a:cubicBezTo>
                    <a:pt x="260" y="91698"/>
                    <a:pt x="22366" y="97012"/>
                    <a:pt x="37458" y="97012"/>
                  </a:cubicBezTo>
                  <a:cubicBezTo>
                    <a:pt x="54463" y="97012"/>
                    <a:pt x="64454" y="87447"/>
                    <a:pt x="68917" y="79157"/>
                  </a:cubicBezTo>
                  <a:cubicBezTo>
                    <a:pt x="69768" y="87872"/>
                    <a:pt x="75507" y="95949"/>
                    <a:pt x="85285" y="95949"/>
                  </a:cubicBezTo>
                  <a:cubicBezTo>
                    <a:pt x="85710" y="95949"/>
                    <a:pt x="106328" y="95949"/>
                    <a:pt x="106328" y="75756"/>
                  </a:cubicBezTo>
                  <a:lnTo>
                    <a:pt x="106328" y="64065"/>
                  </a:lnTo>
                  <a:lnTo>
                    <a:pt x="99101" y="64065"/>
                  </a:lnTo>
                  <a:lnTo>
                    <a:pt x="99101" y="75543"/>
                  </a:lnTo>
                  <a:cubicBezTo>
                    <a:pt x="99101" y="77669"/>
                    <a:pt x="99101" y="87872"/>
                    <a:pt x="91237" y="87872"/>
                  </a:cubicBezTo>
                  <a:cubicBezTo>
                    <a:pt x="83372" y="87872"/>
                    <a:pt x="83372" y="77882"/>
                    <a:pt x="83372" y="75118"/>
                  </a:cubicBezTo>
                  <a:lnTo>
                    <a:pt x="83372" y="37920"/>
                  </a:lnTo>
                  <a:close/>
                  <a:moveTo>
                    <a:pt x="66579" y="64915"/>
                  </a:moveTo>
                  <a:cubicBezTo>
                    <a:pt x="66579" y="85321"/>
                    <a:pt x="48724" y="91060"/>
                    <a:pt x="39159" y="91060"/>
                  </a:cubicBezTo>
                  <a:cubicBezTo>
                    <a:pt x="28318" y="91060"/>
                    <a:pt x="18115" y="83833"/>
                    <a:pt x="18115" y="73418"/>
                  </a:cubicBezTo>
                  <a:cubicBezTo>
                    <a:pt x="18115" y="61727"/>
                    <a:pt x="28318" y="45359"/>
                    <a:pt x="66579" y="43871"/>
                  </a:cubicBezTo>
                  <a:lnTo>
                    <a:pt x="66579" y="64915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34B273DC-093D-CC0F-F2BE-8FA3EEDBD733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0585603" y="4939019"/>
              <a:ext cx="47826" cy="147518"/>
            </a:xfrm>
            <a:custGeom>
              <a:avLst/>
              <a:gdLst>
                <a:gd name="csX0" fmla="*/ 32148 w 47826"/>
                <a:gd name="csY0" fmla="*/ 84 h 147518"/>
                <a:gd name="csX1" fmla="*/ 264 w 47826"/>
                <a:gd name="csY1" fmla="*/ 2422 h 147518"/>
                <a:gd name="csX2" fmla="*/ 264 w 47826"/>
                <a:gd name="csY2" fmla="*/ 10074 h 147518"/>
                <a:gd name="csX3" fmla="*/ 16206 w 47826"/>
                <a:gd name="csY3" fmla="*/ 21978 h 147518"/>
                <a:gd name="csX4" fmla="*/ 16206 w 47826"/>
                <a:gd name="csY4" fmla="*/ 130810 h 147518"/>
                <a:gd name="csX5" fmla="*/ 264 w 47826"/>
                <a:gd name="csY5" fmla="*/ 139950 h 147518"/>
                <a:gd name="csX6" fmla="*/ 264 w 47826"/>
                <a:gd name="csY6" fmla="*/ 147602 h 147518"/>
                <a:gd name="csX7" fmla="*/ 24071 w 47826"/>
                <a:gd name="csY7" fmla="*/ 146752 h 147518"/>
                <a:gd name="csX8" fmla="*/ 48090 w 47826"/>
                <a:gd name="csY8" fmla="*/ 147602 h 147518"/>
                <a:gd name="csX9" fmla="*/ 48090 w 47826"/>
                <a:gd name="csY9" fmla="*/ 139950 h 147518"/>
                <a:gd name="csX10" fmla="*/ 32148 w 47826"/>
                <a:gd name="csY10" fmla="*/ 130810 h 147518"/>
                <a:gd name="csX11" fmla="*/ 32148 w 47826"/>
                <a:gd name="csY11" fmla="*/ 84 h 1475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826" h="147518">
                  <a:moveTo>
                    <a:pt x="32148" y="84"/>
                  </a:moveTo>
                  <a:lnTo>
                    <a:pt x="264" y="2422"/>
                  </a:lnTo>
                  <a:lnTo>
                    <a:pt x="264" y="10074"/>
                  </a:lnTo>
                  <a:cubicBezTo>
                    <a:pt x="14505" y="10074"/>
                    <a:pt x="16206" y="11562"/>
                    <a:pt x="16206" y="21978"/>
                  </a:cubicBezTo>
                  <a:lnTo>
                    <a:pt x="16206" y="130810"/>
                  </a:lnTo>
                  <a:cubicBezTo>
                    <a:pt x="16206" y="139950"/>
                    <a:pt x="14080" y="139950"/>
                    <a:pt x="264" y="139950"/>
                  </a:cubicBezTo>
                  <a:lnTo>
                    <a:pt x="264" y="147602"/>
                  </a:lnTo>
                  <a:cubicBezTo>
                    <a:pt x="689" y="147602"/>
                    <a:pt x="15568" y="146752"/>
                    <a:pt x="24071" y="146752"/>
                  </a:cubicBezTo>
                  <a:cubicBezTo>
                    <a:pt x="32148" y="146752"/>
                    <a:pt x="40013" y="146965"/>
                    <a:pt x="48090" y="147602"/>
                  </a:cubicBezTo>
                  <a:lnTo>
                    <a:pt x="48090" y="139950"/>
                  </a:lnTo>
                  <a:cubicBezTo>
                    <a:pt x="34274" y="139950"/>
                    <a:pt x="32148" y="139950"/>
                    <a:pt x="32148" y="130810"/>
                  </a:cubicBezTo>
                  <a:lnTo>
                    <a:pt x="32148" y="84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AD51CE20-3165-DD02-2975-114C6B5FBA19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0654349" y="4943270"/>
              <a:ext cx="46338" cy="143267"/>
            </a:xfrm>
            <a:custGeom>
              <a:avLst/>
              <a:gdLst>
                <a:gd name="csX0" fmla="*/ 33213 w 46338"/>
                <a:gd name="csY0" fmla="*/ 12200 h 143267"/>
                <a:gd name="csX1" fmla="*/ 20884 w 46338"/>
                <a:gd name="csY1" fmla="*/ 84 h 143267"/>
                <a:gd name="csX2" fmla="*/ 8768 w 46338"/>
                <a:gd name="csY2" fmla="*/ 12200 h 143267"/>
                <a:gd name="csX3" fmla="*/ 20884 w 46338"/>
                <a:gd name="csY3" fmla="*/ 24528 h 143267"/>
                <a:gd name="csX4" fmla="*/ 33213 w 46338"/>
                <a:gd name="csY4" fmla="*/ 12200 h 143267"/>
                <a:gd name="csX5" fmla="*/ 904 w 46338"/>
                <a:gd name="csY5" fmla="*/ 51949 h 143267"/>
                <a:gd name="csX6" fmla="*/ 904 w 46338"/>
                <a:gd name="csY6" fmla="*/ 59601 h 143267"/>
                <a:gd name="csX7" fmla="*/ 16208 w 46338"/>
                <a:gd name="csY7" fmla="*/ 71292 h 143267"/>
                <a:gd name="csX8" fmla="*/ 16208 w 46338"/>
                <a:gd name="csY8" fmla="*/ 126558 h 143267"/>
                <a:gd name="csX9" fmla="*/ 266 w 46338"/>
                <a:gd name="csY9" fmla="*/ 135699 h 143267"/>
                <a:gd name="csX10" fmla="*/ 266 w 46338"/>
                <a:gd name="csY10" fmla="*/ 143351 h 143267"/>
                <a:gd name="csX11" fmla="*/ 24073 w 46338"/>
                <a:gd name="csY11" fmla="*/ 142501 h 143267"/>
                <a:gd name="csX12" fmla="*/ 46605 w 46338"/>
                <a:gd name="csY12" fmla="*/ 143351 h 143267"/>
                <a:gd name="csX13" fmla="*/ 46605 w 46338"/>
                <a:gd name="csY13" fmla="*/ 135699 h 143267"/>
                <a:gd name="csX14" fmla="*/ 32150 w 46338"/>
                <a:gd name="csY14" fmla="*/ 126771 h 143267"/>
                <a:gd name="csX15" fmla="*/ 32150 w 46338"/>
                <a:gd name="csY15" fmla="*/ 49611 h 143267"/>
                <a:gd name="csX16" fmla="*/ 904 w 46338"/>
                <a:gd name="csY16" fmla="*/ 51949 h 1432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46338" h="143267">
                  <a:moveTo>
                    <a:pt x="33213" y="12200"/>
                  </a:moveTo>
                  <a:cubicBezTo>
                    <a:pt x="33213" y="6035"/>
                    <a:pt x="28112" y="84"/>
                    <a:pt x="20884" y="84"/>
                  </a:cubicBezTo>
                  <a:cubicBezTo>
                    <a:pt x="14508" y="84"/>
                    <a:pt x="8768" y="5185"/>
                    <a:pt x="8768" y="12200"/>
                  </a:cubicBezTo>
                  <a:cubicBezTo>
                    <a:pt x="8768" y="19852"/>
                    <a:pt x="14933" y="24528"/>
                    <a:pt x="20884" y="24528"/>
                  </a:cubicBezTo>
                  <a:cubicBezTo>
                    <a:pt x="27686" y="24528"/>
                    <a:pt x="33213" y="19214"/>
                    <a:pt x="33213" y="12200"/>
                  </a:cubicBezTo>
                  <a:close/>
                  <a:moveTo>
                    <a:pt x="904" y="51949"/>
                  </a:moveTo>
                  <a:lnTo>
                    <a:pt x="904" y="59601"/>
                  </a:lnTo>
                  <a:cubicBezTo>
                    <a:pt x="14295" y="59601"/>
                    <a:pt x="16208" y="60877"/>
                    <a:pt x="16208" y="71292"/>
                  </a:cubicBezTo>
                  <a:lnTo>
                    <a:pt x="16208" y="126558"/>
                  </a:lnTo>
                  <a:cubicBezTo>
                    <a:pt x="16208" y="135699"/>
                    <a:pt x="14082" y="135699"/>
                    <a:pt x="266" y="135699"/>
                  </a:cubicBezTo>
                  <a:lnTo>
                    <a:pt x="266" y="143351"/>
                  </a:lnTo>
                  <a:cubicBezTo>
                    <a:pt x="691" y="143351"/>
                    <a:pt x="15570" y="142501"/>
                    <a:pt x="24073" y="142501"/>
                  </a:cubicBezTo>
                  <a:cubicBezTo>
                    <a:pt x="31513" y="142501"/>
                    <a:pt x="39165" y="142713"/>
                    <a:pt x="46605" y="143351"/>
                  </a:cubicBezTo>
                  <a:lnTo>
                    <a:pt x="46605" y="135699"/>
                  </a:lnTo>
                  <a:cubicBezTo>
                    <a:pt x="34276" y="135699"/>
                    <a:pt x="32150" y="135699"/>
                    <a:pt x="32150" y="126771"/>
                  </a:cubicBezTo>
                  <a:lnTo>
                    <a:pt x="32150" y="49611"/>
                  </a:lnTo>
                  <a:lnTo>
                    <a:pt x="904" y="51949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ECF57DDC-2614-EE78-B3C2-19CA089D4FCC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0719481" y="4990671"/>
              <a:ext cx="107556" cy="139441"/>
            </a:xfrm>
            <a:custGeom>
              <a:avLst/>
              <a:gdLst>
                <a:gd name="csX0" fmla="*/ 22587 w 107556"/>
                <a:gd name="csY0" fmla="*/ 58113 h 139441"/>
                <a:gd name="csX1" fmla="*/ 45757 w 107556"/>
                <a:gd name="csY1" fmla="*/ 64703 h 139441"/>
                <a:gd name="csX2" fmla="*/ 83593 w 107556"/>
                <a:gd name="csY2" fmla="*/ 33456 h 139441"/>
                <a:gd name="csX3" fmla="*/ 74665 w 107556"/>
                <a:gd name="csY3" fmla="*/ 13050 h 139441"/>
                <a:gd name="csX4" fmla="*/ 96134 w 107556"/>
                <a:gd name="csY4" fmla="*/ 6035 h 139441"/>
                <a:gd name="csX5" fmla="*/ 94221 w 107556"/>
                <a:gd name="csY5" fmla="*/ 11137 h 139441"/>
                <a:gd name="csX6" fmla="*/ 101023 w 107556"/>
                <a:gd name="csY6" fmla="*/ 17939 h 139441"/>
                <a:gd name="csX7" fmla="*/ 107825 w 107556"/>
                <a:gd name="csY7" fmla="*/ 10924 h 139441"/>
                <a:gd name="csX8" fmla="*/ 95284 w 107556"/>
                <a:gd name="csY8" fmla="*/ 84 h 139441"/>
                <a:gd name="csX9" fmla="*/ 70626 w 107556"/>
                <a:gd name="csY9" fmla="*/ 9861 h 139441"/>
                <a:gd name="csX10" fmla="*/ 45969 w 107556"/>
                <a:gd name="csY10" fmla="*/ 2209 h 139441"/>
                <a:gd name="csX11" fmla="*/ 8133 w 107556"/>
                <a:gd name="csY11" fmla="*/ 33456 h 139441"/>
                <a:gd name="csX12" fmla="*/ 18336 w 107556"/>
                <a:gd name="csY12" fmla="*/ 54925 h 139441"/>
                <a:gd name="csX13" fmla="*/ 11959 w 107556"/>
                <a:gd name="csY13" fmla="*/ 72142 h 139441"/>
                <a:gd name="csX14" fmla="*/ 20887 w 107556"/>
                <a:gd name="csY14" fmla="*/ 91060 h 139441"/>
                <a:gd name="csX15" fmla="*/ 268 w 107556"/>
                <a:gd name="csY15" fmla="*/ 112317 h 139441"/>
                <a:gd name="csX16" fmla="*/ 52346 w 107556"/>
                <a:gd name="csY16" fmla="*/ 139525 h 139441"/>
                <a:gd name="csX17" fmla="*/ 104424 w 107556"/>
                <a:gd name="csY17" fmla="*/ 111892 h 139441"/>
                <a:gd name="csX18" fmla="*/ 90182 w 107556"/>
                <a:gd name="csY18" fmla="*/ 87659 h 139441"/>
                <a:gd name="csX19" fmla="*/ 44481 w 107556"/>
                <a:gd name="csY19" fmla="*/ 81070 h 139441"/>
                <a:gd name="csX20" fmla="*/ 30452 w 107556"/>
                <a:gd name="csY20" fmla="*/ 80857 h 139441"/>
                <a:gd name="csX21" fmla="*/ 19824 w 107556"/>
                <a:gd name="csY21" fmla="*/ 66828 h 139441"/>
                <a:gd name="csX22" fmla="*/ 22587 w 107556"/>
                <a:gd name="csY22" fmla="*/ 58113 h 139441"/>
                <a:gd name="csX23" fmla="*/ 45969 w 107556"/>
                <a:gd name="csY23" fmla="*/ 58326 h 139441"/>
                <a:gd name="csX24" fmla="*/ 25138 w 107556"/>
                <a:gd name="csY24" fmla="*/ 33456 h 139441"/>
                <a:gd name="csX25" fmla="*/ 29389 w 107556"/>
                <a:gd name="csY25" fmla="*/ 16026 h 139441"/>
                <a:gd name="csX26" fmla="*/ 45757 w 107556"/>
                <a:gd name="csY26" fmla="*/ 8586 h 139441"/>
                <a:gd name="csX27" fmla="*/ 66588 w 107556"/>
                <a:gd name="csY27" fmla="*/ 33456 h 139441"/>
                <a:gd name="csX28" fmla="*/ 62336 w 107556"/>
                <a:gd name="csY28" fmla="*/ 50886 h 139441"/>
                <a:gd name="csX29" fmla="*/ 45969 w 107556"/>
                <a:gd name="csY29" fmla="*/ 58326 h 139441"/>
                <a:gd name="csX30" fmla="*/ 45969 w 107556"/>
                <a:gd name="csY30" fmla="*/ 95312 h 139441"/>
                <a:gd name="csX31" fmla="*/ 91458 w 107556"/>
                <a:gd name="csY31" fmla="*/ 112104 h 139441"/>
                <a:gd name="csX32" fmla="*/ 52346 w 107556"/>
                <a:gd name="csY32" fmla="*/ 133148 h 139441"/>
                <a:gd name="csX33" fmla="*/ 13234 w 107556"/>
                <a:gd name="csY33" fmla="*/ 112104 h 139441"/>
                <a:gd name="csX34" fmla="*/ 33640 w 107556"/>
                <a:gd name="csY34" fmla="*/ 95312 h 139441"/>
                <a:gd name="csX35" fmla="*/ 45969 w 107556"/>
                <a:gd name="csY35" fmla="*/ 95312 h 139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07556" h="139441">
                  <a:moveTo>
                    <a:pt x="22587" y="58113"/>
                  </a:moveTo>
                  <a:cubicBezTo>
                    <a:pt x="25776" y="60026"/>
                    <a:pt x="33428" y="64703"/>
                    <a:pt x="45757" y="64703"/>
                  </a:cubicBezTo>
                  <a:cubicBezTo>
                    <a:pt x="67651" y="64703"/>
                    <a:pt x="83593" y="50036"/>
                    <a:pt x="83593" y="33456"/>
                  </a:cubicBezTo>
                  <a:cubicBezTo>
                    <a:pt x="83593" y="25166"/>
                    <a:pt x="79767" y="18576"/>
                    <a:pt x="74665" y="13050"/>
                  </a:cubicBezTo>
                  <a:cubicBezTo>
                    <a:pt x="84230" y="6248"/>
                    <a:pt x="92520" y="6035"/>
                    <a:pt x="96134" y="6035"/>
                  </a:cubicBezTo>
                  <a:cubicBezTo>
                    <a:pt x="95284" y="6886"/>
                    <a:pt x="94221" y="7736"/>
                    <a:pt x="94221" y="11137"/>
                  </a:cubicBezTo>
                  <a:cubicBezTo>
                    <a:pt x="94221" y="15388"/>
                    <a:pt x="97409" y="17939"/>
                    <a:pt x="101023" y="17939"/>
                  </a:cubicBezTo>
                  <a:cubicBezTo>
                    <a:pt x="103999" y="17939"/>
                    <a:pt x="107825" y="15813"/>
                    <a:pt x="107825" y="10924"/>
                  </a:cubicBezTo>
                  <a:cubicBezTo>
                    <a:pt x="107825" y="6035"/>
                    <a:pt x="103786" y="84"/>
                    <a:pt x="95284" y="84"/>
                  </a:cubicBezTo>
                  <a:cubicBezTo>
                    <a:pt x="92095" y="84"/>
                    <a:pt x="80617" y="721"/>
                    <a:pt x="70626" y="9861"/>
                  </a:cubicBezTo>
                  <a:cubicBezTo>
                    <a:pt x="64250" y="5185"/>
                    <a:pt x="55322" y="2209"/>
                    <a:pt x="45969" y="2209"/>
                  </a:cubicBezTo>
                  <a:cubicBezTo>
                    <a:pt x="24075" y="2209"/>
                    <a:pt x="8133" y="16876"/>
                    <a:pt x="8133" y="33456"/>
                  </a:cubicBezTo>
                  <a:cubicBezTo>
                    <a:pt x="8133" y="41746"/>
                    <a:pt x="12384" y="49398"/>
                    <a:pt x="18336" y="54925"/>
                  </a:cubicBezTo>
                  <a:cubicBezTo>
                    <a:pt x="16635" y="56838"/>
                    <a:pt x="11959" y="63852"/>
                    <a:pt x="11959" y="72142"/>
                  </a:cubicBezTo>
                  <a:cubicBezTo>
                    <a:pt x="11959" y="74906"/>
                    <a:pt x="12597" y="84896"/>
                    <a:pt x="20887" y="91060"/>
                  </a:cubicBezTo>
                  <a:cubicBezTo>
                    <a:pt x="11321" y="94249"/>
                    <a:pt x="268" y="101263"/>
                    <a:pt x="268" y="112317"/>
                  </a:cubicBezTo>
                  <a:cubicBezTo>
                    <a:pt x="268" y="127834"/>
                    <a:pt x="23650" y="139525"/>
                    <a:pt x="52346" y="139525"/>
                  </a:cubicBezTo>
                  <a:cubicBezTo>
                    <a:pt x="79341" y="139525"/>
                    <a:pt x="104424" y="128897"/>
                    <a:pt x="104424" y="111892"/>
                  </a:cubicBezTo>
                  <a:cubicBezTo>
                    <a:pt x="104424" y="105515"/>
                    <a:pt x="101873" y="94036"/>
                    <a:pt x="90182" y="87659"/>
                  </a:cubicBezTo>
                  <a:cubicBezTo>
                    <a:pt x="77641" y="81070"/>
                    <a:pt x="65100" y="81070"/>
                    <a:pt x="44481" y="81070"/>
                  </a:cubicBezTo>
                  <a:cubicBezTo>
                    <a:pt x="39805" y="81070"/>
                    <a:pt x="32153" y="81070"/>
                    <a:pt x="30452" y="80857"/>
                  </a:cubicBezTo>
                  <a:cubicBezTo>
                    <a:pt x="23650" y="79370"/>
                    <a:pt x="19824" y="72993"/>
                    <a:pt x="19824" y="66828"/>
                  </a:cubicBezTo>
                  <a:cubicBezTo>
                    <a:pt x="19824" y="61514"/>
                    <a:pt x="21312" y="59814"/>
                    <a:pt x="22587" y="58113"/>
                  </a:cubicBezTo>
                  <a:close/>
                  <a:moveTo>
                    <a:pt x="45969" y="58326"/>
                  </a:moveTo>
                  <a:cubicBezTo>
                    <a:pt x="25138" y="58326"/>
                    <a:pt x="25138" y="37920"/>
                    <a:pt x="25138" y="33456"/>
                  </a:cubicBezTo>
                  <a:cubicBezTo>
                    <a:pt x="25138" y="30055"/>
                    <a:pt x="25138" y="21552"/>
                    <a:pt x="29389" y="16026"/>
                  </a:cubicBezTo>
                  <a:cubicBezTo>
                    <a:pt x="32365" y="12412"/>
                    <a:pt x="38104" y="8586"/>
                    <a:pt x="45757" y="8586"/>
                  </a:cubicBezTo>
                  <a:cubicBezTo>
                    <a:pt x="66588" y="8586"/>
                    <a:pt x="66588" y="28992"/>
                    <a:pt x="66588" y="33456"/>
                  </a:cubicBezTo>
                  <a:cubicBezTo>
                    <a:pt x="66588" y="36857"/>
                    <a:pt x="66588" y="45359"/>
                    <a:pt x="62336" y="50886"/>
                  </a:cubicBezTo>
                  <a:cubicBezTo>
                    <a:pt x="59361" y="54500"/>
                    <a:pt x="53621" y="58326"/>
                    <a:pt x="45969" y="58326"/>
                  </a:cubicBezTo>
                  <a:close/>
                  <a:moveTo>
                    <a:pt x="45969" y="95312"/>
                  </a:moveTo>
                  <a:cubicBezTo>
                    <a:pt x="64887" y="95312"/>
                    <a:pt x="91458" y="95312"/>
                    <a:pt x="91458" y="112104"/>
                  </a:cubicBezTo>
                  <a:cubicBezTo>
                    <a:pt x="91458" y="123370"/>
                    <a:pt x="74665" y="133148"/>
                    <a:pt x="52346" y="133148"/>
                  </a:cubicBezTo>
                  <a:cubicBezTo>
                    <a:pt x="30027" y="133148"/>
                    <a:pt x="13234" y="123157"/>
                    <a:pt x="13234" y="112104"/>
                  </a:cubicBezTo>
                  <a:cubicBezTo>
                    <a:pt x="13234" y="104664"/>
                    <a:pt x="20036" y="95524"/>
                    <a:pt x="33640" y="95312"/>
                  </a:cubicBezTo>
                  <a:lnTo>
                    <a:pt x="45969" y="95312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76714922-3FAC-F1B2-BEF7-24A167BA35C3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0843713" y="4992797"/>
              <a:ext cx="113933" cy="93740"/>
            </a:xfrm>
            <a:custGeom>
              <a:avLst/>
              <a:gdLst>
                <a:gd name="csX0" fmla="*/ 98264 w 113933"/>
                <a:gd name="csY0" fmla="*/ 29417 h 93740"/>
                <a:gd name="csX1" fmla="*/ 66379 w 113933"/>
                <a:gd name="csY1" fmla="*/ 84 h 93740"/>
                <a:gd name="csX2" fmla="*/ 31731 w 113933"/>
                <a:gd name="csY2" fmla="*/ 20702 h 93740"/>
                <a:gd name="csX3" fmla="*/ 31519 w 113933"/>
                <a:gd name="csY3" fmla="*/ 20702 h 93740"/>
                <a:gd name="csX4" fmla="*/ 31519 w 113933"/>
                <a:gd name="csY4" fmla="*/ 84 h 93740"/>
                <a:gd name="csX5" fmla="*/ 272 w 113933"/>
                <a:gd name="csY5" fmla="*/ 2422 h 93740"/>
                <a:gd name="csX6" fmla="*/ 272 w 113933"/>
                <a:gd name="csY6" fmla="*/ 10074 h 93740"/>
                <a:gd name="csX7" fmla="*/ 16214 w 113933"/>
                <a:gd name="csY7" fmla="*/ 21978 h 93740"/>
                <a:gd name="csX8" fmla="*/ 16214 w 113933"/>
                <a:gd name="csY8" fmla="*/ 77031 h 93740"/>
                <a:gd name="csX9" fmla="*/ 272 w 113933"/>
                <a:gd name="csY9" fmla="*/ 86172 h 93740"/>
                <a:gd name="csX10" fmla="*/ 272 w 113933"/>
                <a:gd name="csY10" fmla="*/ 93824 h 93740"/>
                <a:gd name="csX11" fmla="*/ 24504 w 113933"/>
                <a:gd name="csY11" fmla="*/ 92974 h 93740"/>
                <a:gd name="csX12" fmla="*/ 48949 w 113933"/>
                <a:gd name="csY12" fmla="*/ 93824 h 93740"/>
                <a:gd name="csX13" fmla="*/ 48949 w 113933"/>
                <a:gd name="csY13" fmla="*/ 86172 h 93740"/>
                <a:gd name="csX14" fmla="*/ 33007 w 113933"/>
                <a:gd name="csY14" fmla="*/ 77031 h 93740"/>
                <a:gd name="csX15" fmla="*/ 33007 w 113933"/>
                <a:gd name="csY15" fmla="*/ 38770 h 93740"/>
                <a:gd name="csX16" fmla="*/ 64679 w 113933"/>
                <a:gd name="csY16" fmla="*/ 6035 h 93740"/>
                <a:gd name="csX17" fmla="*/ 81471 w 113933"/>
                <a:gd name="csY17" fmla="*/ 28567 h 93740"/>
                <a:gd name="csX18" fmla="*/ 81471 w 113933"/>
                <a:gd name="csY18" fmla="*/ 77031 h 93740"/>
                <a:gd name="csX19" fmla="*/ 65529 w 113933"/>
                <a:gd name="csY19" fmla="*/ 86172 h 93740"/>
                <a:gd name="csX20" fmla="*/ 65529 w 113933"/>
                <a:gd name="csY20" fmla="*/ 93824 h 93740"/>
                <a:gd name="csX21" fmla="*/ 89761 w 113933"/>
                <a:gd name="csY21" fmla="*/ 92974 h 93740"/>
                <a:gd name="csX22" fmla="*/ 114206 w 113933"/>
                <a:gd name="csY22" fmla="*/ 93824 h 93740"/>
                <a:gd name="csX23" fmla="*/ 114206 w 113933"/>
                <a:gd name="csY23" fmla="*/ 86172 h 93740"/>
                <a:gd name="csX24" fmla="*/ 98264 w 113933"/>
                <a:gd name="csY24" fmla="*/ 77031 h 93740"/>
                <a:gd name="csX25" fmla="*/ 98264 w 113933"/>
                <a:gd name="csY25" fmla="*/ 29417 h 93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13933" h="93740">
                  <a:moveTo>
                    <a:pt x="98264" y="29417"/>
                  </a:moveTo>
                  <a:cubicBezTo>
                    <a:pt x="98264" y="10924"/>
                    <a:pt x="89123" y="84"/>
                    <a:pt x="66379" y="84"/>
                  </a:cubicBezTo>
                  <a:cubicBezTo>
                    <a:pt x="48949" y="84"/>
                    <a:pt x="37683" y="9649"/>
                    <a:pt x="31731" y="20702"/>
                  </a:cubicBezTo>
                  <a:lnTo>
                    <a:pt x="31519" y="20702"/>
                  </a:lnTo>
                  <a:lnTo>
                    <a:pt x="31519" y="84"/>
                  </a:lnTo>
                  <a:lnTo>
                    <a:pt x="272" y="2422"/>
                  </a:lnTo>
                  <a:lnTo>
                    <a:pt x="272" y="10074"/>
                  </a:lnTo>
                  <a:cubicBezTo>
                    <a:pt x="14514" y="10074"/>
                    <a:pt x="16214" y="11562"/>
                    <a:pt x="16214" y="21978"/>
                  </a:cubicBezTo>
                  <a:lnTo>
                    <a:pt x="16214" y="77031"/>
                  </a:lnTo>
                  <a:cubicBezTo>
                    <a:pt x="16214" y="86172"/>
                    <a:pt x="14089" y="86172"/>
                    <a:pt x="272" y="86172"/>
                  </a:cubicBezTo>
                  <a:lnTo>
                    <a:pt x="272" y="93824"/>
                  </a:lnTo>
                  <a:cubicBezTo>
                    <a:pt x="697" y="93824"/>
                    <a:pt x="15577" y="92974"/>
                    <a:pt x="24504" y="92974"/>
                  </a:cubicBezTo>
                  <a:cubicBezTo>
                    <a:pt x="32369" y="92974"/>
                    <a:pt x="47036" y="93611"/>
                    <a:pt x="48949" y="93824"/>
                  </a:cubicBezTo>
                  <a:lnTo>
                    <a:pt x="48949" y="86172"/>
                  </a:lnTo>
                  <a:cubicBezTo>
                    <a:pt x="35132" y="86172"/>
                    <a:pt x="33007" y="86172"/>
                    <a:pt x="33007" y="77031"/>
                  </a:cubicBezTo>
                  <a:lnTo>
                    <a:pt x="33007" y="38770"/>
                  </a:lnTo>
                  <a:cubicBezTo>
                    <a:pt x="33007" y="16451"/>
                    <a:pt x="50649" y="6035"/>
                    <a:pt x="64679" y="6035"/>
                  </a:cubicBezTo>
                  <a:cubicBezTo>
                    <a:pt x="79558" y="6035"/>
                    <a:pt x="81471" y="17726"/>
                    <a:pt x="81471" y="28567"/>
                  </a:cubicBezTo>
                  <a:lnTo>
                    <a:pt x="81471" y="77031"/>
                  </a:lnTo>
                  <a:cubicBezTo>
                    <a:pt x="81471" y="86172"/>
                    <a:pt x="79345" y="86172"/>
                    <a:pt x="65529" y="86172"/>
                  </a:cubicBezTo>
                  <a:lnTo>
                    <a:pt x="65529" y="93824"/>
                  </a:lnTo>
                  <a:cubicBezTo>
                    <a:pt x="65954" y="93824"/>
                    <a:pt x="80833" y="92974"/>
                    <a:pt x="89761" y="92974"/>
                  </a:cubicBezTo>
                  <a:cubicBezTo>
                    <a:pt x="97626" y="92974"/>
                    <a:pt x="112293" y="93611"/>
                    <a:pt x="114206" y="93824"/>
                  </a:cubicBezTo>
                  <a:lnTo>
                    <a:pt x="114206" y="86172"/>
                  </a:lnTo>
                  <a:cubicBezTo>
                    <a:pt x="100389" y="86172"/>
                    <a:pt x="98264" y="86172"/>
                    <a:pt x="98264" y="77031"/>
                  </a:cubicBezTo>
                  <a:lnTo>
                    <a:pt x="98264" y="29417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48F1F003-8718-C3F4-D5AB-E3B5B087A7BD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1074216" y="4959000"/>
              <a:ext cx="185537" cy="12146"/>
            </a:xfrm>
            <a:custGeom>
              <a:avLst/>
              <a:gdLst>
                <a:gd name="csX0" fmla="*/ 175188 w 185537"/>
                <a:gd name="csY0" fmla="*/ 12229 h 12146"/>
                <a:gd name="csX1" fmla="*/ 185816 w 185537"/>
                <a:gd name="csY1" fmla="*/ 6155 h 12146"/>
                <a:gd name="csX2" fmla="*/ 175188 w 185537"/>
                <a:gd name="csY2" fmla="*/ 82 h 12146"/>
                <a:gd name="csX3" fmla="*/ 10907 w 185537"/>
                <a:gd name="csY3" fmla="*/ 82 h 12146"/>
                <a:gd name="csX4" fmla="*/ 279 w 185537"/>
                <a:gd name="csY4" fmla="*/ 6155 h 12146"/>
                <a:gd name="csX5" fmla="*/ 10907 w 185537"/>
                <a:gd name="csY5" fmla="*/ 12229 h 12146"/>
                <a:gd name="csX6" fmla="*/ 175188 w 185537"/>
                <a:gd name="csY6" fmla="*/ 12229 h 12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5537" h="12146">
                  <a:moveTo>
                    <a:pt x="175188" y="12229"/>
                  </a:moveTo>
                  <a:cubicBezTo>
                    <a:pt x="180350" y="12229"/>
                    <a:pt x="185816" y="12229"/>
                    <a:pt x="185816" y="6155"/>
                  </a:cubicBezTo>
                  <a:cubicBezTo>
                    <a:pt x="185816" y="82"/>
                    <a:pt x="180350" y="82"/>
                    <a:pt x="175188" y="82"/>
                  </a:cubicBezTo>
                  <a:lnTo>
                    <a:pt x="10907" y="82"/>
                  </a:lnTo>
                  <a:cubicBezTo>
                    <a:pt x="5745" y="82"/>
                    <a:pt x="279" y="82"/>
                    <a:pt x="279" y="6155"/>
                  </a:cubicBezTo>
                  <a:cubicBezTo>
                    <a:pt x="279" y="12229"/>
                    <a:pt x="5745" y="12229"/>
                    <a:pt x="10907" y="12229"/>
                  </a:cubicBezTo>
                  <a:lnTo>
                    <a:pt x="175188" y="12229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305BD47E-5338-F67D-FEC5-0A4C55D6398D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1369678" y="4833588"/>
              <a:ext cx="216510" cy="214081"/>
            </a:xfrm>
            <a:custGeom>
              <a:avLst/>
              <a:gdLst>
                <a:gd name="csX0" fmla="*/ 173983 w 216510"/>
                <a:gd name="csY0" fmla="*/ 34699 h 214081"/>
                <a:gd name="csX1" fmla="*/ 212852 w 216510"/>
                <a:gd name="csY1" fmla="*/ 9496 h 214081"/>
                <a:gd name="csX2" fmla="*/ 216800 w 216510"/>
                <a:gd name="csY2" fmla="*/ 3726 h 214081"/>
                <a:gd name="csX3" fmla="*/ 212852 w 216510"/>
                <a:gd name="csY3" fmla="*/ 82 h 214081"/>
                <a:gd name="csX4" fmla="*/ 187952 w 216510"/>
                <a:gd name="csY4" fmla="*/ 993 h 214081"/>
                <a:gd name="csX5" fmla="*/ 157889 w 216510"/>
                <a:gd name="csY5" fmla="*/ 82 h 214081"/>
                <a:gd name="csX6" fmla="*/ 152120 w 216510"/>
                <a:gd name="csY6" fmla="*/ 5852 h 214081"/>
                <a:gd name="csX7" fmla="*/ 156978 w 216510"/>
                <a:gd name="csY7" fmla="*/ 9496 h 214081"/>
                <a:gd name="csX8" fmla="*/ 170947 w 216510"/>
                <a:gd name="csY8" fmla="*/ 19516 h 214081"/>
                <a:gd name="csX9" fmla="*/ 166392 w 216510"/>
                <a:gd name="csY9" fmla="*/ 31055 h 214081"/>
                <a:gd name="csX10" fmla="*/ 73168 w 216510"/>
                <a:gd name="csY10" fmla="*/ 179242 h 214081"/>
                <a:gd name="csX11" fmla="*/ 52519 w 216510"/>
                <a:gd name="csY11" fmla="*/ 18605 h 214081"/>
                <a:gd name="csX12" fmla="*/ 73471 w 216510"/>
                <a:gd name="csY12" fmla="*/ 9496 h 214081"/>
                <a:gd name="csX13" fmla="*/ 81063 w 216510"/>
                <a:gd name="csY13" fmla="*/ 3422 h 214081"/>
                <a:gd name="csX14" fmla="*/ 76812 w 216510"/>
                <a:gd name="csY14" fmla="*/ 82 h 214081"/>
                <a:gd name="csX15" fmla="*/ 39158 w 216510"/>
                <a:gd name="csY15" fmla="*/ 993 h 214081"/>
                <a:gd name="csX16" fmla="*/ 22456 w 216510"/>
                <a:gd name="csY16" fmla="*/ 689 h 214081"/>
                <a:gd name="csX17" fmla="*/ 6059 w 216510"/>
                <a:gd name="csY17" fmla="*/ 82 h 214081"/>
                <a:gd name="csX18" fmla="*/ 289 w 216510"/>
                <a:gd name="csY18" fmla="*/ 5852 h 214081"/>
                <a:gd name="csX19" fmla="*/ 7881 w 216510"/>
                <a:gd name="csY19" fmla="*/ 9496 h 214081"/>
                <a:gd name="csX20" fmla="*/ 26100 w 216510"/>
                <a:gd name="csY20" fmla="*/ 19820 h 214081"/>
                <a:gd name="csX21" fmla="*/ 50090 w 216510"/>
                <a:gd name="csY21" fmla="*/ 207179 h 214081"/>
                <a:gd name="csX22" fmla="*/ 56163 w 216510"/>
                <a:gd name="csY22" fmla="*/ 214163 h 214081"/>
                <a:gd name="csX23" fmla="*/ 64665 w 216510"/>
                <a:gd name="csY23" fmla="*/ 208697 h 214081"/>
                <a:gd name="csX24" fmla="*/ 173983 w 216510"/>
                <a:gd name="csY24" fmla="*/ 34699 h 2140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216510" h="214081">
                  <a:moveTo>
                    <a:pt x="173983" y="34699"/>
                  </a:moveTo>
                  <a:cubicBezTo>
                    <a:pt x="188863" y="11014"/>
                    <a:pt x="201617" y="10103"/>
                    <a:pt x="212852" y="9496"/>
                  </a:cubicBezTo>
                  <a:cubicBezTo>
                    <a:pt x="216496" y="9192"/>
                    <a:pt x="216800" y="4030"/>
                    <a:pt x="216800" y="3726"/>
                  </a:cubicBezTo>
                  <a:cubicBezTo>
                    <a:pt x="216800" y="1297"/>
                    <a:pt x="215281" y="82"/>
                    <a:pt x="212852" y="82"/>
                  </a:cubicBezTo>
                  <a:cubicBezTo>
                    <a:pt x="204957" y="82"/>
                    <a:pt x="196151" y="993"/>
                    <a:pt x="187952" y="993"/>
                  </a:cubicBezTo>
                  <a:cubicBezTo>
                    <a:pt x="177931" y="993"/>
                    <a:pt x="167607" y="82"/>
                    <a:pt x="157889" y="82"/>
                  </a:cubicBezTo>
                  <a:cubicBezTo>
                    <a:pt x="156067" y="82"/>
                    <a:pt x="152120" y="82"/>
                    <a:pt x="152120" y="5852"/>
                  </a:cubicBezTo>
                  <a:cubicBezTo>
                    <a:pt x="152120" y="9192"/>
                    <a:pt x="154853" y="9496"/>
                    <a:pt x="156978" y="9496"/>
                  </a:cubicBezTo>
                  <a:cubicBezTo>
                    <a:pt x="165177" y="10103"/>
                    <a:pt x="170947" y="13139"/>
                    <a:pt x="170947" y="19516"/>
                  </a:cubicBezTo>
                  <a:cubicBezTo>
                    <a:pt x="170947" y="24071"/>
                    <a:pt x="166392" y="30752"/>
                    <a:pt x="166392" y="31055"/>
                  </a:cubicBezTo>
                  <a:lnTo>
                    <a:pt x="73168" y="179242"/>
                  </a:lnTo>
                  <a:lnTo>
                    <a:pt x="52519" y="18605"/>
                  </a:lnTo>
                  <a:cubicBezTo>
                    <a:pt x="52519" y="13443"/>
                    <a:pt x="59503" y="9496"/>
                    <a:pt x="73471" y="9496"/>
                  </a:cubicBezTo>
                  <a:cubicBezTo>
                    <a:pt x="77723" y="9496"/>
                    <a:pt x="81063" y="9496"/>
                    <a:pt x="81063" y="3422"/>
                  </a:cubicBezTo>
                  <a:cubicBezTo>
                    <a:pt x="81063" y="689"/>
                    <a:pt x="78634" y="82"/>
                    <a:pt x="76812" y="82"/>
                  </a:cubicBezTo>
                  <a:cubicBezTo>
                    <a:pt x="64665" y="82"/>
                    <a:pt x="51608" y="993"/>
                    <a:pt x="39158" y="993"/>
                  </a:cubicBezTo>
                  <a:cubicBezTo>
                    <a:pt x="33692" y="993"/>
                    <a:pt x="27922" y="689"/>
                    <a:pt x="22456" y="689"/>
                  </a:cubicBezTo>
                  <a:cubicBezTo>
                    <a:pt x="16991" y="689"/>
                    <a:pt x="11221" y="82"/>
                    <a:pt x="6059" y="82"/>
                  </a:cubicBezTo>
                  <a:cubicBezTo>
                    <a:pt x="3933" y="82"/>
                    <a:pt x="289" y="82"/>
                    <a:pt x="289" y="5852"/>
                  </a:cubicBezTo>
                  <a:cubicBezTo>
                    <a:pt x="289" y="9496"/>
                    <a:pt x="3022" y="9496"/>
                    <a:pt x="7881" y="9496"/>
                  </a:cubicBezTo>
                  <a:cubicBezTo>
                    <a:pt x="24886" y="9496"/>
                    <a:pt x="25189" y="12228"/>
                    <a:pt x="26100" y="19820"/>
                  </a:cubicBezTo>
                  <a:lnTo>
                    <a:pt x="50090" y="207179"/>
                  </a:lnTo>
                  <a:cubicBezTo>
                    <a:pt x="51001" y="213252"/>
                    <a:pt x="52215" y="214163"/>
                    <a:pt x="56163" y="214163"/>
                  </a:cubicBezTo>
                  <a:cubicBezTo>
                    <a:pt x="61021" y="214163"/>
                    <a:pt x="62236" y="212645"/>
                    <a:pt x="64665" y="208697"/>
                  </a:cubicBezTo>
                  <a:lnTo>
                    <a:pt x="173983" y="34699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E1549697-F521-5330-3A55-0520B7AD5D0C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1607492" y="4796786"/>
              <a:ext cx="53353" cy="110107"/>
            </a:xfrm>
            <a:custGeom>
              <a:avLst/>
              <a:gdLst>
                <a:gd name="csX0" fmla="*/ 51737 w 53353"/>
                <a:gd name="csY0" fmla="*/ 18571 h 110107"/>
                <a:gd name="csX1" fmla="*/ 53650 w 53353"/>
                <a:gd name="csY1" fmla="*/ 11769 h 110107"/>
                <a:gd name="csX2" fmla="*/ 41109 w 53353"/>
                <a:gd name="csY2" fmla="*/ 78 h 110107"/>
                <a:gd name="csX3" fmla="*/ 29418 w 53353"/>
                <a:gd name="csY3" fmla="*/ 10068 h 110107"/>
                <a:gd name="csX4" fmla="*/ 1360 w 53353"/>
                <a:gd name="csY4" fmla="*/ 102108 h 110107"/>
                <a:gd name="csX5" fmla="*/ 297 w 53353"/>
                <a:gd name="csY5" fmla="*/ 105509 h 110107"/>
                <a:gd name="csX6" fmla="*/ 8587 w 53353"/>
                <a:gd name="csY6" fmla="*/ 110186 h 110107"/>
                <a:gd name="csX7" fmla="*/ 11776 w 53353"/>
                <a:gd name="csY7" fmla="*/ 106572 h 110107"/>
                <a:gd name="csX8" fmla="*/ 51737 w 53353"/>
                <a:gd name="csY8" fmla="*/ 18571 h 110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3353" h="110107">
                  <a:moveTo>
                    <a:pt x="51737" y="18571"/>
                  </a:moveTo>
                  <a:cubicBezTo>
                    <a:pt x="53438" y="14957"/>
                    <a:pt x="53650" y="13257"/>
                    <a:pt x="53650" y="11769"/>
                  </a:cubicBezTo>
                  <a:cubicBezTo>
                    <a:pt x="53650" y="5179"/>
                    <a:pt x="47699" y="78"/>
                    <a:pt x="41109" y="78"/>
                  </a:cubicBezTo>
                  <a:cubicBezTo>
                    <a:pt x="33032" y="78"/>
                    <a:pt x="30481" y="6667"/>
                    <a:pt x="29418" y="10068"/>
                  </a:cubicBezTo>
                  <a:lnTo>
                    <a:pt x="1360" y="102108"/>
                  </a:lnTo>
                  <a:cubicBezTo>
                    <a:pt x="1147" y="102533"/>
                    <a:pt x="297" y="105297"/>
                    <a:pt x="297" y="105509"/>
                  </a:cubicBezTo>
                  <a:cubicBezTo>
                    <a:pt x="297" y="108060"/>
                    <a:pt x="6887" y="110186"/>
                    <a:pt x="8587" y="110186"/>
                  </a:cubicBezTo>
                  <a:cubicBezTo>
                    <a:pt x="10075" y="110186"/>
                    <a:pt x="10288" y="109760"/>
                    <a:pt x="11776" y="106572"/>
                  </a:cubicBezTo>
                  <a:lnTo>
                    <a:pt x="51737" y="18571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83A592EE-7941-2146-9395-A83214259997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1539799" y="4975129"/>
              <a:ext cx="64406" cy="143054"/>
            </a:xfrm>
            <a:custGeom>
              <a:avLst/>
              <a:gdLst>
                <a:gd name="csX0" fmla="*/ 59175 w 64406"/>
                <a:gd name="csY0" fmla="*/ 8162 h 143054"/>
                <a:gd name="csX1" fmla="*/ 50672 w 64406"/>
                <a:gd name="csY1" fmla="*/ 85 h 143054"/>
                <a:gd name="csX2" fmla="*/ 38769 w 64406"/>
                <a:gd name="csY2" fmla="*/ 11775 h 143054"/>
                <a:gd name="csX3" fmla="*/ 47271 w 64406"/>
                <a:gd name="csY3" fmla="*/ 19853 h 143054"/>
                <a:gd name="csX4" fmla="*/ 59175 w 64406"/>
                <a:gd name="csY4" fmla="*/ 8162 h 143054"/>
                <a:gd name="csX5" fmla="*/ 15812 w 64406"/>
                <a:gd name="csY5" fmla="*/ 116144 h 143054"/>
                <a:gd name="csX6" fmla="*/ 13899 w 64406"/>
                <a:gd name="csY6" fmla="*/ 125071 h 143054"/>
                <a:gd name="csX7" fmla="*/ 34092 w 64406"/>
                <a:gd name="csY7" fmla="*/ 143139 h 143054"/>
                <a:gd name="csX8" fmla="*/ 64701 w 64406"/>
                <a:gd name="csY8" fmla="*/ 110617 h 143054"/>
                <a:gd name="csX9" fmla="*/ 61300 w 64406"/>
                <a:gd name="csY9" fmla="*/ 107854 h 143054"/>
                <a:gd name="csX10" fmla="*/ 57262 w 64406"/>
                <a:gd name="csY10" fmla="*/ 111467 h 143054"/>
                <a:gd name="csX11" fmla="*/ 34730 w 64406"/>
                <a:gd name="csY11" fmla="*/ 137188 h 143054"/>
                <a:gd name="csX12" fmla="*/ 29416 w 64406"/>
                <a:gd name="csY12" fmla="*/ 129748 h 143054"/>
                <a:gd name="csX13" fmla="*/ 32817 w 64406"/>
                <a:gd name="csY13" fmla="*/ 116144 h 143054"/>
                <a:gd name="csX14" fmla="*/ 39619 w 64406"/>
                <a:gd name="csY14" fmla="*/ 99139 h 143054"/>
                <a:gd name="csX15" fmla="*/ 50035 w 64406"/>
                <a:gd name="csY15" fmla="*/ 72143 h 143054"/>
                <a:gd name="csX16" fmla="*/ 51310 w 64406"/>
                <a:gd name="csY16" fmla="*/ 65341 h 143054"/>
                <a:gd name="csX17" fmla="*/ 31117 w 64406"/>
                <a:gd name="csY17" fmla="*/ 47273 h 143054"/>
                <a:gd name="csX18" fmla="*/ 295 w 64406"/>
                <a:gd name="csY18" fmla="*/ 79796 h 143054"/>
                <a:gd name="csX19" fmla="*/ 3908 w 64406"/>
                <a:gd name="csY19" fmla="*/ 82559 h 143054"/>
                <a:gd name="csX20" fmla="*/ 7735 w 64406"/>
                <a:gd name="csY20" fmla="*/ 79158 h 143054"/>
                <a:gd name="csX21" fmla="*/ 30479 w 64406"/>
                <a:gd name="csY21" fmla="*/ 53225 h 143054"/>
                <a:gd name="csX22" fmla="*/ 35793 w 64406"/>
                <a:gd name="csY22" fmla="*/ 60665 h 143054"/>
                <a:gd name="csX23" fmla="*/ 29203 w 64406"/>
                <a:gd name="csY23" fmla="*/ 81921 h 143054"/>
                <a:gd name="csX24" fmla="*/ 15812 w 64406"/>
                <a:gd name="csY24" fmla="*/ 116144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406" h="143054">
                  <a:moveTo>
                    <a:pt x="59175" y="8162"/>
                  </a:moveTo>
                  <a:cubicBezTo>
                    <a:pt x="59175" y="4761"/>
                    <a:pt x="56624" y="85"/>
                    <a:pt x="50672" y="85"/>
                  </a:cubicBezTo>
                  <a:cubicBezTo>
                    <a:pt x="44933" y="85"/>
                    <a:pt x="38769" y="5611"/>
                    <a:pt x="38769" y="11775"/>
                  </a:cubicBezTo>
                  <a:cubicBezTo>
                    <a:pt x="38769" y="15389"/>
                    <a:pt x="41532" y="19853"/>
                    <a:pt x="47271" y="19853"/>
                  </a:cubicBezTo>
                  <a:cubicBezTo>
                    <a:pt x="53436" y="19853"/>
                    <a:pt x="59175" y="13901"/>
                    <a:pt x="59175" y="8162"/>
                  </a:cubicBezTo>
                  <a:close/>
                  <a:moveTo>
                    <a:pt x="15812" y="116144"/>
                  </a:moveTo>
                  <a:cubicBezTo>
                    <a:pt x="14962" y="118907"/>
                    <a:pt x="13899" y="121458"/>
                    <a:pt x="13899" y="125071"/>
                  </a:cubicBezTo>
                  <a:cubicBezTo>
                    <a:pt x="13899" y="135062"/>
                    <a:pt x="22401" y="143139"/>
                    <a:pt x="34092" y="143139"/>
                  </a:cubicBezTo>
                  <a:cubicBezTo>
                    <a:pt x="55349" y="143139"/>
                    <a:pt x="64701" y="113806"/>
                    <a:pt x="64701" y="110617"/>
                  </a:cubicBezTo>
                  <a:cubicBezTo>
                    <a:pt x="64701" y="107854"/>
                    <a:pt x="61938" y="107854"/>
                    <a:pt x="61300" y="107854"/>
                  </a:cubicBezTo>
                  <a:cubicBezTo>
                    <a:pt x="58325" y="107854"/>
                    <a:pt x="58112" y="109129"/>
                    <a:pt x="57262" y="111467"/>
                  </a:cubicBezTo>
                  <a:cubicBezTo>
                    <a:pt x="52373" y="128472"/>
                    <a:pt x="43020" y="137188"/>
                    <a:pt x="34730" y="137188"/>
                  </a:cubicBezTo>
                  <a:cubicBezTo>
                    <a:pt x="30479" y="137188"/>
                    <a:pt x="29416" y="134424"/>
                    <a:pt x="29416" y="129748"/>
                  </a:cubicBezTo>
                  <a:cubicBezTo>
                    <a:pt x="29416" y="124859"/>
                    <a:pt x="30904" y="120820"/>
                    <a:pt x="32817" y="116144"/>
                  </a:cubicBezTo>
                  <a:cubicBezTo>
                    <a:pt x="34943" y="110405"/>
                    <a:pt x="37281" y="104665"/>
                    <a:pt x="39619" y="99139"/>
                  </a:cubicBezTo>
                  <a:cubicBezTo>
                    <a:pt x="41532" y="94037"/>
                    <a:pt x="49184" y="74694"/>
                    <a:pt x="50035" y="72143"/>
                  </a:cubicBezTo>
                  <a:cubicBezTo>
                    <a:pt x="50672" y="70018"/>
                    <a:pt x="51310" y="67467"/>
                    <a:pt x="51310" y="65341"/>
                  </a:cubicBezTo>
                  <a:cubicBezTo>
                    <a:pt x="51310" y="55351"/>
                    <a:pt x="42808" y="47273"/>
                    <a:pt x="31117" y="47273"/>
                  </a:cubicBezTo>
                  <a:cubicBezTo>
                    <a:pt x="10073" y="47273"/>
                    <a:pt x="295" y="76182"/>
                    <a:pt x="295" y="79796"/>
                  </a:cubicBezTo>
                  <a:cubicBezTo>
                    <a:pt x="295" y="82559"/>
                    <a:pt x="3271" y="82559"/>
                    <a:pt x="3908" y="82559"/>
                  </a:cubicBezTo>
                  <a:cubicBezTo>
                    <a:pt x="6884" y="82559"/>
                    <a:pt x="7097" y="81496"/>
                    <a:pt x="7735" y="79158"/>
                  </a:cubicBezTo>
                  <a:cubicBezTo>
                    <a:pt x="13261" y="60877"/>
                    <a:pt x="22614" y="53225"/>
                    <a:pt x="30479" y="53225"/>
                  </a:cubicBezTo>
                  <a:cubicBezTo>
                    <a:pt x="33880" y="53225"/>
                    <a:pt x="35793" y="54926"/>
                    <a:pt x="35793" y="60665"/>
                  </a:cubicBezTo>
                  <a:cubicBezTo>
                    <a:pt x="35793" y="65554"/>
                    <a:pt x="34518" y="68742"/>
                    <a:pt x="29203" y="81921"/>
                  </a:cubicBezTo>
                  <a:lnTo>
                    <a:pt x="15812" y="116144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649CA8CF-E32F-006C-B835-212B355C5743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1639530" y="5091614"/>
              <a:ext cx="26995" cy="65469"/>
            </a:xfrm>
            <a:custGeom>
              <a:avLst/>
              <a:gdLst>
                <a:gd name="csX0" fmla="*/ 21341 w 26995"/>
                <a:gd name="csY0" fmla="*/ 21128 h 65469"/>
                <a:gd name="csX1" fmla="*/ 4762 w 26995"/>
                <a:gd name="csY1" fmla="*/ 60027 h 65469"/>
                <a:gd name="csX2" fmla="*/ 3274 w 26995"/>
                <a:gd name="csY2" fmla="*/ 62578 h 65469"/>
                <a:gd name="csX3" fmla="*/ 6250 w 26995"/>
                <a:gd name="csY3" fmla="*/ 65554 h 65469"/>
                <a:gd name="csX4" fmla="*/ 27293 w 26995"/>
                <a:gd name="csY4" fmla="*/ 23254 h 65469"/>
                <a:gd name="csX5" fmla="*/ 12414 w 26995"/>
                <a:gd name="csY5" fmla="*/ 85 h 65469"/>
                <a:gd name="csX6" fmla="*/ 298 w 26995"/>
                <a:gd name="csY6" fmla="*/ 12201 h 65469"/>
                <a:gd name="csX7" fmla="*/ 12626 w 26995"/>
                <a:gd name="csY7" fmla="*/ 24529 h 65469"/>
                <a:gd name="csX8" fmla="*/ 21341 w 26995"/>
                <a:gd name="csY8" fmla="*/ 21128 h 65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995" h="65469">
                  <a:moveTo>
                    <a:pt x="21341" y="21128"/>
                  </a:moveTo>
                  <a:cubicBezTo>
                    <a:pt x="21341" y="32819"/>
                    <a:pt x="19216" y="46423"/>
                    <a:pt x="4762" y="60027"/>
                  </a:cubicBezTo>
                  <a:cubicBezTo>
                    <a:pt x="3911" y="60878"/>
                    <a:pt x="3274" y="61515"/>
                    <a:pt x="3274" y="62578"/>
                  </a:cubicBezTo>
                  <a:cubicBezTo>
                    <a:pt x="3274" y="64066"/>
                    <a:pt x="4974" y="65554"/>
                    <a:pt x="6250" y="65554"/>
                  </a:cubicBezTo>
                  <a:cubicBezTo>
                    <a:pt x="9225" y="65554"/>
                    <a:pt x="27293" y="48549"/>
                    <a:pt x="27293" y="23254"/>
                  </a:cubicBezTo>
                  <a:cubicBezTo>
                    <a:pt x="27293" y="10075"/>
                    <a:pt x="22192" y="85"/>
                    <a:pt x="12414" y="85"/>
                  </a:cubicBezTo>
                  <a:cubicBezTo>
                    <a:pt x="5399" y="85"/>
                    <a:pt x="298" y="5611"/>
                    <a:pt x="298" y="12201"/>
                  </a:cubicBezTo>
                  <a:cubicBezTo>
                    <a:pt x="298" y="19003"/>
                    <a:pt x="5187" y="24529"/>
                    <a:pt x="12626" y="24529"/>
                  </a:cubicBezTo>
                  <a:cubicBezTo>
                    <a:pt x="17728" y="24529"/>
                    <a:pt x="21129" y="21128"/>
                    <a:pt x="21341" y="21128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CDB901B7-7D4D-A41C-BC8E-DFAF8628E824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1687843" y="4975129"/>
              <a:ext cx="93315" cy="184292"/>
            </a:xfrm>
            <a:custGeom>
              <a:avLst/>
              <a:gdLst>
                <a:gd name="csX0" fmla="*/ 93615 w 93315"/>
                <a:gd name="csY0" fmla="*/ 8162 h 184292"/>
                <a:gd name="csX1" fmla="*/ 85113 w 93315"/>
                <a:gd name="csY1" fmla="*/ 85 h 184292"/>
                <a:gd name="csX2" fmla="*/ 73209 w 93315"/>
                <a:gd name="csY2" fmla="*/ 11775 h 184292"/>
                <a:gd name="csX3" fmla="*/ 81712 w 93315"/>
                <a:gd name="csY3" fmla="*/ 19853 h 184292"/>
                <a:gd name="csX4" fmla="*/ 93615 w 93315"/>
                <a:gd name="csY4" fmla="*/ 8162 h 184292"/>
                <a:gd name="csX5" fmla="*/ 48552 w 93315"/>
                <a:gd name="csY5" fmla="*/ 151429 h 184292"/>
                <a:gd name="csX6" fmla="*/ 21131 w 93315"/>
                <a:gd name="csY6" fmla="*/ 178425 h 184292"/>
                <a:gd name="csX7" fmla="*/ 13479 w 93315"/>
                <a:gd name="csY7" fmla="*/ 177149 h 184292"/>
                <a:gd name="csX8" fmla="*/ 20706 w 93315"/>
                <a:gd name="csY8" fmla="*/ 166309 h 184292"/>
                <a:gd name="csX9" fmla="*/ 12416 w 93315"/>
                <a:gd name="csY9" fmla="*/ 158444 h 184292"/>
                <a:gd name="csX10" fmla="*/ 300 w 93315"/>
                <a:gd name="csY10" fmla="*/ 170985 h 184292"/>
                <a:gd name="csX11" fmla="*/ 21344 w 93315"/>
                <a:gd name="csY11" fmla="*/ 184377 h 184292"/>
                <a:gd name="csX12" fmla="*/ 65557 w 93315"/>
                <a:gd name="csY12" fmla="*/ 150792 h 184292"/>
                <a:gd name="csX13" fmla="*/ 84688 w 93315"/>
                <a:gd name="csY13" fmla="*/ 74694 h 184292"/>
                <a:gd name="csX14" fmla="*/ 85750 w 93315"/>
                <a:gd name="csY14" fmla="*/ 67254 h 184292"/>
                <a:gd name="csX15" fmla="*/ 63006 w 93315"/>
                <a:gd name="csY15" fmla="*/ 47273 h 184292"/>
                <a:gd name="csX16" fmla="*/ 25808 w 93315"/>
                <a:gd name="csY16" fmla="*/ 79796 h 184292"/>
                <a:gd name="csX17" fmla="*/ 29421 w 93315"/>
                <a:gd name="csY17" fmla="*/ 82559 h 184292"/>
                <a:gd name="csX18" fmla="*/ 33672 w 93315"/>
                <a:gd name="csY18" fmla="*/ 78733 h 184292"/>
                <a:gd name="csX19" fmla="*/ 62369 w 93315"/>
                <a:gd name="csY19" fmla="*/ 53225 h 184292"/>
                <a:gd name="csX20" fmla="*/ 69596 w 93315"/>
                <a:gd name="csY20" fmla="*/ 63641 h 184292"/>
                <a:gd name="csX21" fmla="*/ 68958 w 93315"/>
                <a:gd name="csY21" fmla="*/ 70018 h 184292"/>
                <a:gd name="csX22" fmla="*/ 48552 w 93315"/>
                <a:gd name="csY22" fmla="*/ 151429 h 184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93315" h="184292">
                  <a:moveTo>
                    <a:pt x="93615" y="8162"/>
                  </a:moveTo>
                  <a:cubicBezTo>
                    <a:pt x="93615" y="4548"/>
                    <a:pt x="90852" y="85"/>
                    <a:pt x="85113" y="85"/>
                  </a:cubicBezTo>
                  <a:cubicBezTo>
                    <a:pt x="78948" y="85"/>
                    <a:pt x="73209" y="6036"/>
                    <a:pt x="73209" y="11775"/>
                  </a:cubicBezTo>
                  <a:cubicBezTo>
                    <a:pt x="73209" y="15176"/>
                    <a:pt x="75760" y="19853"/>
                    <a:pt x="81712" y="19853"/>
                  </a:cubicBezTo>
                  <a:cubicBezTo>
                    <a:pt x="87451" y="19853"/>
                    <a:pt x="93615" y="14326"/>
                    <a:pt x="93615" y="8162"/>
                  </a:cubicBezTo>
                  <a:close/>
                  <a:moveTo>
                    <a:pt x="48552" y="151429"/>
                  </a:moveTo>
                  <a:cubicBezTo>
                    <a:pt x="44938" y="166096"/>
                    <a:pt x="33672" y="178425"/>
                    <a:pt x="21131" y="178425"/>
                  </a:cubicBezTo>
                  <a:cubicBezTo>
                    <a:pt x="18368" y="178425"/>
                    <a:pt x="15817" y="178000"/>
                    <a:pt x="13479" y="177149"/>
                  </a:cubicBezTo>
                  <a:cubicBezTo>
                    <a:pt x="19006" y="174599"/>
                    <a:pt x="20706" y="169497"/>
                    <a:pt x="20706" y="166309"/>
                  </a:cubicBezTo>
                  <a:cubicBezTo>
                    <a:pt x="20706" y="161207"/>
                    <a:pt x="16667" y="158444"/>
                    <a:pt x="12416" y="158444"/>
                  </a:cubicBezTo>
                  <a:cubicBezTo>
                    <a:pt x="5827" y="158444"/>
                    <a:pt x="300" y="164183"/>
                    <a:pt x="300" y="170985"/>
                  </a:cubicBezTo>
                  <a:cubicBezTo>
                    <a:pt x="300" y="179062"/>
                    <a:pt x="8590" y="184377"/>
                    <a:pt x="21344" y="184377"/>
                  </a:cubicBezTo>
                  <a:cubicBezTo>
                    <a:pt x="34098" y="184377"/>
                    <a:pt x="58967" y="176724"/>
                    <a:pt x="65557" y="150792"/>
                  </a:cubicBezTo>
                  <a:lnTo>
                    <a:pt x="84688" y="74694"/>
                  </a:lnTo>
                  <a:cubicBezTo>
                    <a:pt x="85325" y="72356"/>
                    <a:pt x="85750" y="70443"/>
                    <a:pt x="85750" y="67254"/>
                  </a:cubicBezTo>
                  <a:cubicBezTo>
                    <a:pt x="85750" y="55563"/>
                    <a:pt x="75760" y="47273"/>
                    <a:pt x="63006" y="47273"/>
                  </a:cubicBezTo>
                  <a:cubicBezTo>
                    <a:pt x="39412" y="47273"/>
                    <a:pt x="25808" y="76820"/>
                    <a:pt x="25808" y="79796"/>
                  </a:cubicBezTo>
                  <a:cubicBezTo>
                    <a:pt x="25808" y="82559"/>
                    <a:pt x="28784" y="82559"/>
                    <a:pt x="29421" y="82559"/>
                  </a:cubicBezTo>
                  <a:cubicBezTo>
                    <a:pt x="31972" y="82559"/>
                    <a:pt x="32185" y="81921"/>
                    <a:pt x="33672" y="78733"/>
                  </a:cubicBezTo>
                  <a:cubicBezTo>
                    <a:pt x="38987" y="66404"/>
                    <a:pt x="50040" y="53225"/>
                    <a:pt x="62369" y="53225"/>
                  </a:cubicBezTo>
                  <a:cubicBezTo>
                    <a:pt x="67683" y="53225"/>
                    <a:pt x="69596" y="56839"/>
                    <a:pt x="69596" y="63641"/>
                  </a:cubicBezTo>
                  <a:cubicBezTo>
                    <a:pt x="69596" y="65979"/>
                    <a:pt x="69171" y="68955"/>
                    <a:pt x="68958" y="70018"/>
                  </a:cubicBezTo>
                  <a:lnTo>
                    <a:pt x="48552" y="151429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BCE36077-7E66-AC14-4D2A-87D8DE8054BD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1811343" y="5091614"/>
              <a:ext cx="26995" cy="65469"/>
            </a:xfrm>
            <a:custGeom>
              <a:avLst/>
              <a:gdLst>
                <a:gd name="csX0" fmla="*/ 21347 w 26995"/>
                <a:gd name="csY0" fmla="*/ 21128 h 65469"/>
                <a:gd name="csX1" fmla="*/ 4767 w 26995"/>
                <a:gd name="csY1" fmla="*/ 60027 h 65469"/>
                <a:gd name="csX2" fmla="*/ 3279 w 26995"/>
                <a:gd name="csY2" fmla="*/ 62578 h 65469"/>
                <a:gd name="csX3" fmla="*/ 6255 w 26995"/>
                <a:gd name="csY3" fmla="*/ 65554 h 65469"/>
                <a:gd name="csX4" fmla="*/ 27299 w 26995"/>
                <a:gd name="csY4" fmla="*/ 23254 h 65469"/>
                <a:gd name="csX5" fmla="*/ 12419 w 26995"/>
                <a:gd name="csY5" fmla="*/ 85 h 65469"/>
                <a:gd name="csX6" fmla="*/ 303 w 26995"/>
                <a:gd name="csY6" fmla="*/ 12201 h 65469"/>
                <a:gd name="csX7" fmla="*/ 12632 w 26995"/>
                <a:gd name="csY7" fmla="*/ 24529 h 65469"/>
                <a:gd name="csX8" fmla="*/ 21347 w 26995"/>
                <a:gd name="csY8" fmla="*/ 21128 h 65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995" h="65469">
                  <a:moveTo>
                    <a:pt x="21347" y="21128"/>
                  </a:moveTo>
                  <a:cubicBezTo>
                    <a:pt x="21347" y="32819"/>
                    <a:pt x="19221" y="46423"/>
                    <a:pt x="4767" y="60027"/>
                  </a:cubicBezTo>
                  <a:cubicBezTo>
                    <a:pt x="3917" y="60878"/>
                    <a:pt x="3279" y="61515"/>
                    <a:pt x="3279" y="62578"/>
                  </a:cubicBezTo>
                  <a:cubicBezTo>
                    <a:pt x="3279" y="64066"/>
                    <a:pt x="4980" y="65554"/>
                    <a:pt x="6255" y="65554"/>
                  </a:cubicBezTo>
                  <a:cubicBezTo>
                    <a:pt x="9231" y="65554"/>
                    <a:pt x="27299" y="48549"/>
                    <a:pt x="27299" y="23254"/>
                  </a:cubicBezTo>
                  <a:cubicBezTo>
                    <a:pt x="27299" y="10075"/>
                    <a:pt x="22197" y="85"/>
                    <a:pt x="12419" y="85"/>
                  </a:cubicBezTo>
                  <a:cubicBezTo>
                    <a:pt x="5405" y="85"/>
                    <a:pt x="303" y="5611"/>
                    <a:pt x="303" y="12201"/>
                  </a:cubicBezTo>
                  <a:cubicBezTo>
                    <a:pt x="303" y="19003"/>
                    <a:pt x="5192" y="24529"/>
                    <a:pt x="12632" y="24529"/>
                  </a:cubicBezTo>
                  <a:cubicBezTo>
                    <a:pt x="17734" y="24529"/>
                    <a:pt x="21135" y="21128"/>
                    <a:pt x="21347" y="21128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29FE832B-123E-7754-261F-7A365BD91198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1874535" y="4966627"/>
              <a:ext cx="159847" cy="153682"/>
            </a:xfrm>
            <a:custGeom>
              <a:avLst/>
              <a:gdLst>
                <a:gd name="csX0" fmla="*/ 143786 w 159847"/>
                <a:gd name="csY0" fmla="*/ 107854 h 153682"/>
                <a:gd name="csX1" fmla="*/ 160153 w 159847"/>
                <a:gd name="csY1" fmla="*/ 98501 h 153682"/>
                <a:gd name="csX2" fmla="*/ 160153 w 159847"/>
                <a:gd name="csY2" fmla="*/ 90849 h 153682"/>
                <a:gd name="csX3" fmla="*/ 132732 w 159847"/>
                <a:gd name="csY3" fmla="*/ 91699 h 153682"/>
                <a:gd name="csX4" fmla="*/ 94259 w 159847"/>
                <a:gd name="csY4" fmla="*/ 90849 h 153682"/>
                <a:gd name="csX5" fmla="*/ 94259 w 159847"/>
                <a:gd name="csY5" fmla="*/ 98501 h 153682"/>
                <a:gd name="csX6" fmla="*/ 102336 w 159847"/>
                <a:gd name="csY6" fmla="*/ 98501 h 153682"/>
                <a:gd name="csX7" fmla="*/ 123592 w 159847"/>
                <a:gd name="csY7" fmla="*/ 108279 h 153682"/>
                <a:gd name="csX8" fmla="*/ 123592 w 159847"/>
                <a:gd name="csY8" fmla="*/ 121883 h 153682"/>
                <a:gd name="csX9" fmla="*/ 111476 w 159847"/>
                <a:gd name="csY9" fmla="*/ 140801 h 153682"/>
                <a:gd name="csX10" fmla="*/ 86394 w 159847"/>
                <a:gd name="csY10" fmla="*/ 146115 h 153682"/>
                <a:gd name="csX11" fmla="*/ 23050 w 159847"/>
                <a:gd name="csY11" fmla="*/ 76820 h 153682"/>
                <a:gd name="csX12" fmla="*/ 84481 w 159847"/>
                <a:gd name="csY12" fmla="*/ 7737 h 153682"/>
                <a:gd name="csX13" fmla="*/ 136133 w 159847"/>
                <a:gd name="csY13" fmla="*/ 58327 h 153682"/>
                <a:gd name="csX14" fmla="*/ 139960 w 159847"/>
                <a:gd name="csY14" fmla="*/ 60877 h 153682"/>
                <a:gd name="csX15" fmla="*/ 143786 w 159847"/>
                <a:gd name="csY15" fmla="*/ 55351 h 153682"/>
                <a:gd name="csX16" fmla="*/ 143786 w 159847"/>
                <a:gd name="csY16" fmla="*/ 5611 h 153682"/>
                <a:gd name="csX17" fmla="*/ 140810 w 159847"/>
                <a:gd name="csY17" fmla="*/ 85 h 153682"/>
                <a:gd name="csX18" fmla="*/ 137196 w 159847"/>
                <a:gd name="csY18" fmla="*/ 2635 h 153682"/>
                <a:gd name="csX19" fmla="*/ 125930 w 159847"/>
                <a:gd name="csY19" fmla="*/ 18790 h 153682"/>
                <a:gd name="csX20" fmla="*/ 81717 w 159847"/>
                <a:gd name="csY20" fmla="*/ 85 h 153682"/>
                <a:gd name="csX21" fmla="*/ 306 w 159847"/>
                <a:gd name="csY21" fmla="*/ 76820 h 153682"/>
                <a:gd name="csX22" fmla="*/ 82355 w 159847"/>
                <a:gd name="csY22" fmla="*/ 153767 h 153682"/>
                <a:gd name="csX23" fmla="*/ 127631 w 159847"/>
                <a:gd name="csY23" fmla="*/ 136762 h 153682"/>
                <a:gd name="csX24" fmla="*/ 141235 w 159847"/>
                <a:gd name="csY24" fmla="*/ 149516 h 153682"/>
                <a:gd name="csX25" fmla="*/ 143786 w 159847"/>
                <a:gd name="csY25" fmla="*/ 143990 h 153682"/>
                <a:gd name="csX26" fmla="*/ 143786 w 159847"/>
                <a:gd name="csY26" fmla="*/ 107854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59847" h="153682">
                  <a:moveTo>
                    <a:pt x="143786" y="107854"/>
                  </a:moveTo>
                  <a:cubicBezTo>
                    <a:pt x="143786" y="98501"/>
                    <a:pt x="145911" y="98501"/>
                    <a:pt x="160153" y="98501"/>
                  </a:cubicBezTo>
                  <a:lnTo>
                    <a:pt x="160153" y="90849"/>
                  </a:lnTo>
                  <a:cubicBezTo>
                    <a:pt x="158665" y="90849"/>
                    <a:pt x="143148" y="91699"/>
                    <a:pt x="132732" y="91699"/>
                  </a:cubicBezTo>
                  <a:cubicBezTo>
                    <a:pt x="121467" y="91699"/>
                    <a:pt x="105312" y="91699"/>
                    <a:pt x="94259" y="90849"/>
                  </a:cubicBezTo>
                  <a:lnTo>
                    <a:pt x="94259" y="98501"/>
                  </a:lnTo>
                  <a:lnTo>
                    <a:pt x="102336" y="98501"/>
                  </a:lnTo>
                  <a:cubicBezTo>
                    <a:pt x="123592" y="98501"/>
                    <a:pt x="123592" y="101264"/>
                    <a:pt x="123592" y="108279"/>
                  </a:cubicBezTo>
                  <a:lnTo>
                    <a:pt x="123592" y="121883"/>
                  </a:lnTo>
                  <a:cubicBezTo>
                    <a:pt x="123592" y="126559"/>
                    <a:pt x="123592" y="134849"/>
                    <a:pt x="111476" y="140801"/>
                  </a:cubicBezTo>
                  <a:cubicBezTo>
                    <a:pt x="101061" y="146115"/>
                    <a:pt x="89157" y="146115"/>
                    <a:pt x="86394" y="146115"/>
                  </a:cubicBezTo>
                  <a:cubicBezTo>
                    <a:pt x="62374" y="146115"/>
                    <a:pt x="23050" y="132299"/>
                    <a:pt x="23050" y="76820"/>
                  </a:cubicBezTo>
                  <a:cubicBezTo>
                    <a:pt x="23050" y="20278"/>
                    <a:pt x="63437" y="7737"/>
                    <a:pt x="84481" y="7737"/>
                  </a:cubicBezTo>
                  <a:cubicBezTo>
                    <a:pt x="105099" y="7737"/>
                    <a:pt x="130607" y="21553"/>
                    <a:pt x="136133" y="58327"/>
                  </a:cubicBezTo>
                  <a:cubicBezTo>
                    <a:pt x="136559" y="60877"/>
                    <a:pt x="138472" y="60877"/>
                    <a:pt x="139960" y="60877"/>
                  </a:cubicBezTo>
                  <a:cubicBezTo>
                    <a:pt x="143786" y="60877"/>
                    <a:pt x="143786" y="59602"/>
                    <a:pt x="143786" y="55351"/>
                  </a:cubicBezTo>
                  <a:lnTo>
                    <a:pt x="143786" y="5611"/>
                  </a:lnTo>
                  <a:cubicBezTo>
                    <a:pt x="143786" y="1998"/>
                    <a:pt x="143786" y="85"/>
                    <a:pt x="140810" y="85"/>
                  </a:cubicBezTo>
                  <a:cubicBezTo>
                    <a:pt x="139960" y="85"/>
                    <a:pt x="138897" y="85"/>
                    <a:pt x="137196" y="2635"/>
                  </a:cubicBezTo>
                  <a:lnTo>
                    <a:pt x="125930" y="18790"/>
                  </a:lnTo>
                  <a:cubicBezTo>
                    <a:pt x="115515" y="8162"/>
                    <a:pt x="100423" y="85"/>
                    <a:pt x="81717" y="85"/>
                  </a:cubicBezTo>
                  <a:cubicBezTo>
                    <a:pt x="37504" y="85"/>
                    <a:pt x="306" y="34307"/>
                    <a:pt x="306" y="76820"/>
                  </a:cubicBezTo>
                  <a:cubicBezTo>
                    <a:pt x="306" y="118907"/>
                    <a:pt x="36441" y="153767"/>
                    <a:pt x="82355" y="153767"/>
                  </a:cubicBezTo>
                  <a:cubicBezTo>
                    <a:pt x="94046" y="153767"/>
                    <a:pt x="117640" y="151642"/>
                    <a:pt x="127631" y="136762"/>
                  </a:cubicBezTo>
                  <a:cubicBezTo>
                    <a:pt x="131245" y="142289"/>
                    <a:pt x="139109" y="149516"/>
                    <a:pt x="141235" y="149516"/>
                  </a:cubicBezTo>
                  <a:cubicBezTo>
                    <a:pt x="143786" y="149516"/>
                    <a:pt x="143786" y="147178"/>
                    <a:pt x="143786" y="143990"/>
                  </a:cubicBezTo>
                  <a:lnTo>
                    <a:pt x="143786" y="107854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FC9EAEB7-837E-A057-42FF-16ABC403E845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2076090" y="4782874"/>
              <a:ext cx="79255" cy="364089"/>
            </a:xfrm>
            <a:custGeom>
              <a:avLst/>
              <a:gdLst>
                <a:gd name="csX0" fmla="*/ 79568 w 79255"/>
                <a:gd name="csY0" fmla="*/ 182271 h 364089"/>
                <a:gd name="csX1" fmla="*/ 32197 w 79255"/>
                <a:gd name="csY1" fmla="*/ 26796 h 364089"/>
                <a:gd name="csX2" fmla="*/ 3956 w 79255"/>
                <a:gd name="csY2" fmla="*/ 74 h 364089"/>
                <a:gd name="csX3" fmla="*/ 312 w 79255"/>
                <a:gd name="csY3" fmla="*/ 3111 h 364089"/>
                <a:gd name="csX4" fmla="*/ 2134 w 79255"/>
                <a:gd name="csY4" fmla="*/ 6147 h 364089"/>
                <a:gd name="csX5" fmla="*/ 48898 w 79255"/>
                <a:gd name="csY5" fmla="*/ 94816 h 364089"/>
                <a:gd name="csX6" fmla="*/ 58615 w 79255"/>
                <a:gd name="csY6" fmla="*/ 181967 h 364089"/>
                <a:gd name="csX7" fmla="*/ 47987 w 79255"/>
                <a:gd name="csY7" fmla="*/ 273369 h 364089"/>
                <a:gd name="csX8" fmla="*/ 3045 w 79255"/>
                <a:gd name="csY8" fmla="*/ 357180 h 364089"/>
                <a:gd name="csX9" fmla="*/ 312 w 79255"/>
                <a:gd name="csY9" fmla="*/ 361127 h 364089"/>
                <a:gd name="csX10" fmla="*/ 3956 w 79255"/>
                <a:gd name="csY10" fmla="*/ 364164 h 364089"/>
                <a:gd name="csX11" fmla="*/ 28857 w 79255"/>
                <a:gd name="csY11" fmla="*/ 341389 h 364089"/>
                <a:gd name="csX12" fmla="*/ 79568 w 79255"/>
                <a:gd name="csY12" fmla="*/ 182271 h 364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9255" h="364089">
                  <a:moveTo>
                    <a:pt x="79568" y="182271"/>
                  </a:moveTo>
                  <a:cubicBezTo>
                    <a:pt x="79568" y="139151"/>
                    <a:pt x="71976" y="78115"/>
                    <a:pt x="32197" y="26796"/>
                  </a:cubicBezTo>
                  <a:cubicBezTo>
                    <a:pt x="29160" y="23152"/>
                    <a:pt x="9422" y="74"/>
                    <a:pt x="3956" y="74"/>
                  </a:cubicBezTo>
                  <a:cubicBezTo>
                    <a:pt x="2438" y="74"/>
                    <a:pt x="312" y="681"/>
                    <a:pt x="312" y="3111"/>
                  </a:cubicBezTo>
                  <a:cubicBezTo>
                    <a:pt x="312" y="4325"/>
                    <a:pt x="920" y="5236"/>
                    <a:pt x="2134" y="6147"/>
                  </a:cubicBezTo>
                  <a:cubicBezTo>
                    <a:pt x="16710" y="21938"/>
                    <a:pt x="36448" y="46534"/>
                    <a:pt x="48898" y="94816"/>
                  </a:cubicBezTo>
                  <a:cubicBezTo>
                    <a:pt x="55882" y="122449"/>
                    <a:pt x="58615" y="153727"/>
                    <a:pt x="58615" y="181967"/>
                  </a:cubicBezTo>
                  <a:cubicBezTo>
                    <a:pt x="58615" y="212637"/>
                    <a:pt x="55882" y="243610"/>
                    <a:pt x="47987" y="273369"/>
                  </a:cubicBezTo>
                  <a:cubicBezTo>
                    <a:pt x="36448" y="315882"/>
                    <a:pt x="18532" y="340175"/>
                    <a:pt x="3045" y="357180"/>
                  </a:cubicBezTo>
                  <a:cubicBezTo>
                    <a:pt x="312" y="359913"/>
                    <a:pt x="312" y="360520"/>
                    <a:pt x="312" y="361127"/>
                  </a:cubicBezTo>
                  <a:cubicBezTo>
                    <a:pt x="312" y="363557"/>
                    <a:pt x="2438" y="364164"/>
                    <a:pt x="3956" y="364164"/>
                  </a:cubicBezTo>
                  <a:cubicBezTo>
                    <a:pt x="8511" y="364164"/>
                    <a:pt x="25213" y="345641"/>
                    <a:pt x="28857" y="341389"/>
                  </a:cubicBezTo>
                  <a:cubicBezTo>
                    <a:pt x="59830" y="304646"/>
                    <a:pt x="79568" y="249987"/>
                    <a:pt x="79568" y="182271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DE21CE47-ACB7-F705-14CD-AF9E9A4E6897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2215298" y="4716804"/>
              <a:ext cx="93952" cy="141141"/>
            </a:xfrm>
            <a:custGeom>
              <a:avLst/>
              <a:gdLst>
                <a:gd name="csX0" fmla="*/ 94270 w 93952"/>
                <a:gd name="csY0" fmla="*/ 102531 h 141141"/>
                <a:gd name="csX1" fmla="*/ 87043 w 93952"/>
                <a:gd name="csY1" fmla="*/ 102531 h 141141"/>
                <a:gd name="csX2" fmla="*/ 81516 w 93952"/>
                <a:gd name="csY2" fmla="*/ 121875 h 141141"/>
                <a:gd name="csX3" fmla="*/ 60472 w 93952"/>
                <a:gd name="csY3" fmla="*/ 123150 h 141141"/>
                <a:gd name="csX4" fmla="*/ 21361 w 93952"/>
                <a:gd name="csY4" fmla="*/ 123150 h 141141"/>
                <a:gd name="csX5" fmla="*/ 63873 w 93952"/>
                <a:gd name="csY5" fmla="*/ 87439 h 141141"/>
                <a:gd name="csX6" fmla="*/ 94270 w 93952"/>
                <a:gd name="csY6" fmla="*/ 41526 h 141141"/>
                <a:gd name="csX7" fmla="*/ 44530 w 93952"/>
                <a:gd name="csY7" fmla="*/ 76 h 141141"/>
                <a:gd name="csX8" fmla="*/ 317 w 93952"/>
                <a:gd name="csY8" fmla="*/ 38125 h 141141"/>
                <a:gd name="csX9" fmla="*/ 11583 w 93952"/>
                <a:gd name="csY9" fmla="*/ 50028 h 141141"/>
                <a:gd name="csX10" fmla="*/ 22849 w 93952"/>
                <a:gd name="csY10" fmla="*/ 38762 h 141141"/>
                <a:gd name="csX11" fmla="*/ 10307 w 93952"/>
                <a:gd name="csY11" fmla="*/ 27497 h 141141"/>
                <a:gd name="csX12" fmla="*/ 41342 w 93952"/>
                <a:gd name="csY12" fmla="*/ 7728 h 141141"/>
                <a:gd name="csX13" fmla="*/ 73651 w 93952"/>
                <a:gd name="csY13" fmla="*/ 41526 h 141141"/>
                <a:gd name="csX14" fmla="*/ 53670 w 93952"/>
                <a:gd name="csY14" fmla="*/ 82338 h 141141"/>
                <a:gd name="csX15" fmla="*/ 2443 w 93952"/>
                <a:gd name="csY15" fmla="*/ 132928 h 141141"/>
                <a:gd name="csX16" fmla="*/ 317 w 93952"/>
                <a:gd name="csY16" fmla="*/ 141218 h 141141"/>
                <a:gd name="csX17" fmla="*/ 87893 w 93952"/>
                <a:gd name="csY17" fmla="*/ 141218 h 141141"/>
                <a:gd name="csX18" fmla="*/ 94270 w 93952"/>
                <a:gd name="csY18" fmla="*/ 102531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3952" h="141141">
                  <a:moveTo>
                    <a:pt x="94270" y="102531"/>
                  </a:moveTo>
                  <a:lnTo>
                    <a:pt x="87043" y="102531"/>
                  </a:lnTo>
                  <a:cubicBezTo>
                    <a:pt x="86405" y="107208"/>
                    <a:pt x="84279" y="119749"/>
                    <a:pt x="81516" y="121875"/>
                  </a:cubicBezTo>
                  <a:cubicBezTo>
                    <a:pt x="79816" y="123150"/>
                    <a:pt x="63448" y="123150"/>
                    <a:pt x="60472" y="123150"/>
                  </a:cubicBezTo>
                  <a:lnTo>
                    <a:pt x="21361" y="123150"/>
                  </a:lnTo>
                  <a:cubicBezTo>
                    <a:pt x="43680" y="103382"/>
                    <a:pt x="51120" y="97430"/>
                    <a:pt x="63873" y="87439"/>
                  </a:cubicBezTo>
                  <a:cubicBezTo>
                    <a:pt x="79603" y="74898"/>
                    <a:pt x="94270" y="61719"/>
                    <a:pt x="94270" y="41526"/>
                  </a:cubicBezTo>
                  <a:cubicBezTo>
                    <a:pt x="94270" y="15806"/>
                    <a:pt x="71738" y="76"/>
                    <a:pt x="44530" y="76"/>
                  </a:cubicBezTo>
                  <a:cubicBezTo>
                    <a:pt x="18172" y="76"/>
                    <a:pt x="317" y="18569"/>
                    <a:pt x="317" y="38125"/>
                  </a:cubicBezTo>
                  <a:cubicBezTo>
                    <a:pt x="317" y="48966"/>
                    <a:pt x="9457" y="50028"/>
                    <a:pt x="11583" y="50028"/>
                  </a:cubicBezTo>
                  <a:cubicBezTo>
                    <a:pt x="16684" y="50028"/>
                    <a:pt x="22849" y="46415"/>
                    <a:pt x="22849" y="38762"/>
                  </a:cubicBezTo>
                  <a:cubicBezTo>
                    <a:pt x="22849" y="34936"/>
                    <a:pt x="21361" y="27497"/>
                    <a:pt x="10307" y="27497"/>
                  </a:cubicBezTo>
                  <a:cubicBezTo>
                    <a:pt x="16897" y="12405"/>
                    <a:pt x="31351" y="7728"/>
                    <a:pt x="41342" y="7728"/>
                  </a:cubicBezTo>
                  <a:cubicBezTo>
                    <a:pt x="62598" y="7728"/>
                    <a:pt x="73651" y="24308"/>
                    <a:pt x="73651" y="41526"/>
                  </a:cubicBezTo>
                  <a:cubicBezTo>
                    <a:pt x="73651" y="60019"/>
                    <a:pt x="60472" y="74686"/>
                    <a:pt x="53670" y="82338"/>
                  </a:cubicBezTo>
                  <a:lnTo>
                    <a:pt x="2443" y="132928"/>
                  </a:lnTo>
                  <a:cubicBezTo>
                    <a:pt x="317" y="134841"/>
                    <a:pt x="317" y="135266"/>
                    <a:pt x="317" y="141218"/>
                  </a:cubicBezTo>
                  <a:lnTo>
                    <a:pt x="87893" y="141218"/>
                  </a:lnTo>
                  <a:lnTo>
                    <a:pt x="94270" y="102531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269" name="Rectangle 268">
            <a:extLst>
              <a:ext uri="{FF2B5EF4-FFF2-40B4-BE49-F238E27FC236}">
                <a16:creationId xmlns:a16="http://schemas.microsoft.com/office/drawing/2014/main" id="{CCE24F58-38BB-2624-7B6F-3C94747CAF05}"/>
              </a:ext>
            </a:extLst>
          </p:cNvPr>
          <p:cNvSpPr/>
          <p:nvPr/>
        </p:nvSpPr>
        <p:spPr>
          <a:xfrm>
            <a:off x="1487451" y="4845801"/>
            <a:ext cx="1067434" cy="491411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75E53ED8-3114-D540-5648-ED5FBD267F60}"/>
              </a:ext>
            </a:extLst>
          </p:cNvPr>
          <p:cNvSpPr txBox="1"/>
          <p:nvPr/>
        </p:nvSpPr>
        <p:spPr>
          <a:xfrm>
            <a:off x="953093" y="5415607"/>
            <a:ext cx="23791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solidFill>
                  <a:srgbClr val="339933"/>
                </a:solidFill>
                <a:latin typeface="Calibri" panose="020F0502020204030204"/>
              </a:rPr>
              <a:t>Contranstive Loss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4B9475CD-A60D-FE9B-1EF5-B349BD31A58A}"/>
              </a:ext>
            </a:extLst>
          </p:cNvPr>
          <p:cNvSpPr/>
          <p:nvPr/>
        </p:nvSpPr>
        <p:spPr>
          <a:xfrm>
            <a:off x="2883738" y="4840912"/>
            <a:ext cx="2914191" cy="491411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71724793-76E9-4369-0D10-A2524C254EE2}"/>
              </a:ext>
            </a:extLst>
          </p:cNvPr>
          <p:cNvSpPr txBox="1"/>
          <p:nvPr/>
        </p:nvSpPr>
        <p:spPr>
          <a:xfrm>
            <a:off x="3526921" y="5409914"/>
            <a:ext cx="2076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solidFill>
                  <a:srgbClr val="730000"/>
                </a:solidFill>
                <a:latin typeface="Calibri" panose="020F0502020204030204"/>
              </a:rPr>
              <a:t>Box Regression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8A9177A1-04CD-EB4B-0936-D0F2C8CEB8AD}"/>
              </a:ext>
            </a:extLst>
          </p:cNvPr>
          <p:cNvSpPr/>
          <p:nvPr/>
        </p:nvSpPr>
        <p:spPr>
          <a:xfrm>
            <a:off x="6106742" y="4840911"/>
            <a:ext cx="1501426" cy="491411"/>
          </a:xfrm>
          <a:prstGeom prst="rect">
            <a:avLst/>
          </a:prstGeom>
          <a:noFill/>
          <a:ln>
            <a:solidFill>
              <a:srgbClr val="D35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D35000"/>
              </a:solidFill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2998F0B6-BF49-9889-BF51-0929302FA2AD}"/>
              </a:ext>
            </a:extLst>
          </p:cNvPr>
          <p:cNvSpPr txBox="1"/>
          <p:nvPr/>
        </p:nvSpPr>
        <p:spPr>
          <a:xfrm>
            <a:off x="6100116" y="5407493"/>
            <a:ext cx="1508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25000"/>
                </a:solidFill>
                <a:latin typeface="Calibri" panose="020F0502020204030204"/>
              </a:rPr>
              <a:t>Alignment</a:t>
            </a:r>
            <a:endParaRPr lang="en-CN" dirty="0"/>
          </a:p>
        </p:txBody>
      </p:sp>
      <p:grpSp>
        <p:nvGrpSpPr>
          <p:cNvPr id="275" name="Group 274" descr="\documentclass{article}&#10;\usepackage{amsmath}&#10;\usepackage{amssymb, amsfonts}&#10;\usepackage{amsmath}&#10;\usepackage[bold]{hhtensor}&#10;&#10;\usepackage{color}&#10;\usepackage{pifont}&#10;\pagestyle{empty}&#10;&#10;\DeclareMathOperator*{\softmax}{softmax}&#10;\DeclareMathOperator*{\resize}{Resize}&#10;\DeclareMathOperator*{\concat}{Concat}&#10;\DeclareMathOperator*{\argmin}{argmin}&#10;&#10;\begin{document}&#10;&#10;&#10;\begin{equation*}&#10;\mathcal{L} = \lambda_{\text{cls}}\mathcal{L}_{\text{cls}} + \lambda_{\text{L1}}\mathcal{L}_{\text{L1}} + \lambda_{\text{GIoU}}\mathcal{L}_{\text{GIoU}} + \lambda_{\text{align}}\mathcal{L}_{\text{align}}&#10;\end{equation*}&#10;&#10;&#10;\end{document}&#10;" title="IguanaTex Vector Display">
            <a:extLst>
              <a:ext uri="{FF2B5EF4-FFF2-40B4-BE49-F238E27FC236}">
                <a16:creationId xmlns:a16="http://schemas.microsoft.com/office/drawing/2014/main" id="{5CB1F6F0-0DD4-526C-8058-71ACAE5790E7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931449" y="4960117"/>
            <a:ext cx="6629630" cy="272885"/>
            <a:chOff x="25452304" y="25326640"/>
            <a:chExt cx="6629630" cy="272885"/>
          </a:xfrm>
        </p:grpSpPr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4BE6A5C2-2405-BDA4-0B2A-42C572ADA633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5452304" y="25326640"/>
              <a:ext cx="189484" cy="198685"/>
            </a:xfrm>
            <a:custGeom>
              <a:avLst/>
              <a:gdLst>
                <a:gd name="csX0" fmla="*/ 45370 w 189484"/>
                <a:gd name="csY0" fmla="*/ 167331 h 198685"/>
                <a:gd name="csX1" fmla="*/ 70877 w 189484"/>
                <a:gd name="csY1" fmla="*/ 112399 h 198685"/>
                <a:gd name="csX2" fmla="*/ 111872 w 189484"/>
                <a:gd name="csY2" fmla="*/ 23031 h 198685"/>
                <a:gd name="csX3" fmla="*/ 127662 w 189484"/>
                <a:gd name="csY3" fmla="*/ 17019 h 198685"/>
                <a:gd name="csX4" fmla="*/ 149222 w 189484"/>
                <a:gd name="csY4" fmla="*/ 39703 h 198685"/>
                <a:gd name="csX5" fmla="*/ 147704 w 189484"/>
                <a:gd name="csY5" fmla="*/ 49814 h 198685"/>
                <a:gd name="csX6" fmla="*/ 149829 w 189484"/>
                <a:gd name="csY6" fmla="*/ 51728 h 198685"/>
                <a:gd name="csX7" fmla="*/ 170478 w 189484"/>
                <a:gd name="csY7" fmla="*/ 43802 h 198685"/>
                <a:gd name="csX8" fmla="*/ 178677 w 189484"/>
                <a:gd name="csY8" fmla="*/ 26038 h 198685"/>
                <a:gd name="csX9" fmla="*/ 153170 w 189484"/>
                <a:gd name="csY9" fmla="*/ 75 h 198685"/>
                <a:gd name="csX10" fmla="*/ 86971 w 189484"/>
                <a:gd name="csY10" fmla="*/ 29317 h 198685"/>
                <a:gd name="csX11" fmla="*/ 42637 w 189484"/>
                <a:gd name="csY11" fmla="*/ 121418 h 198685"/>
                <a:gd name="csX12" fmla="*/ 25632 w 189484"/>
                <a:gd name="csY12" fmla="*/ 165145 h 198685"/>
                <a:gd name="csX13" fmla="*/ 11360 w 189484"/>
                <a:gd name="csY13" fmla="*/ 184002 h 198685"/>
                <a:gd name="csX14" fmla="*/ 124 w 189484"/>
                <a:gd name="csY14" fmla="*/ 197121 h 198685"/>
                <a:gd name="csX15" fmla="*/ 2857 w 189484"/>
                <a:gd name="csY15" fmla="*/ 198760 h 198685"/>
                <a:gd name="csX16" fmla="*/ 18344 w 189484"/>
                <a:gd name="csY16" fmla="*/ 193021 h 198685"/>
                <a:gd name="csX17" fmla="*/ 31098 w 189484"/>
                <a:gd name="csY17" fmla="*/ 183182 h 198685"/>
                <a:gd name="csX18" fmla="*/ 76040 w 189484"/>
                <a:gd name="csY18" fmla="*/ 190835 h 198685"/>
                <a:gd name="csX19" fmla="*/ 122500 w 189484"/>
                <a:gd name="csY19" fmla="*/ 198760 h 198685"/>
                <a:gd name="csX20" fmla="*/ 181714 w 189484"/>
                <a:gd name="csY20" fmla="*/ 170064 h 198685"/>
                <a:gd name="csX21" fmla="*/ 189609 w 189484"/>
                <a:gd name="csY21" fmla="*/ 155033 h 198685"/>
                <a:gd name="csX22" fmla="*/ 187483 w 189484"/>
                <a:gd name="csY22" fmla="*/ 153120 h 198685"/>
                <a:gd name="csX23" fmla="*/ 170175 w 189484"/>
                <a:gd name="csY23" fmla="*/ 159406 h 198685"/>
                <a:gd name="csX24" fmla="*/ 159546 w 189484"/>
                <a:gd name="csY24" fmla="*/ 170338 h 198685"/>
                <a:gd name="csX25" fmla="*/ 154992 w 189484"/>
                <a:gd name="csY25" fmla="*/ 178536 h 198685"/>
                <a:gd name="csX26" fmla="*/ 147704 w 189484"/>
                <a:gd name="csY26" fmla="*/ 181816 h 198685"/>
                <a:gd name="csX27" fmla="*/ 97903 w 189484"/>
                <a:gd name="csY27" fmla="*/ 172797 h 198685"/>
                <a:gd name="csX28" fmla="*/ 57516 w 189484"/>
                <a:gd name="csY28" fmla="*/ 166238 h 198685"/>
                <a:gd name="csX29" fmla="*/ 45370 w 189484"/>
                <a:gd name="csY29" fmla="*/ 167331 h 19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89484" h="198685">
                  <a:moveTo>
                    <a:pt x="45370" y="167331"/>
                  </a:moveTo>
                  <a:cubicBezTo>
                    <a:pt x="61768" y="144375"/>
                    <a:pt x="66930" y="126884"/>
                    <a:pt x="70877" y="112399"/>
                  </a:cubicBezTo>
                  <a:cubicBezTo>
                    <a:pt x="81506" y="74684"/>
                    <a:pt x="93045" y="41889"/>
                    <a:pt x="111872" y="23031"/>
                  </a:cubicBezTo>
                  <a:cubicBezTo>
                    <a:pt x="115516" y="19479"/>
                    <a:pt x="117945" y="17019"/>
                    <a:pt x="127662" y="17019"/>
                  </a:cubicBezTo>
                  <a:cubicBezTo>
                    <a:pt x="148615" y="17019"/>
                    <a:pt x="149222" y="35876"/>
                    <a:pt x="149222" y="39703"/>
                  </a:cubicBezTo>
                  <a:cubicBezTo>
                    <a:pt x="149222" y="44622"/>
                    <a:pt x="147704" y="48448"/>
                    <a:pt x="147704" y="49814"/>
                  </a:cubicBezTo>
                  <a:cubicBezTo>
                    <a:pt x="147704" y="51728"/>
                    <a:pt x="149526" y="51728"/>
                    <a:pt x="149829" y="51728"/>
                  </a:cubicBezTo>
                  <a:cubicBezTo>
                    <a:pt x="154688" y="51728"/>
                    <a:pt x="162887" y="48721"/>
                    <a:pt x="170478" y="43802"/>
                  </a:cubicBezTo>
                  <a:cubicBezTo>
                    <a:pt x="175944" y="39976"/>
                    <a:pt x="178677" y="37243"/>
                    <a:pt x="178677" y="26038"/>
                  </a:cubicBezTo>
                  <a:cubicBezTo>
                    <a:pt x="178677" y="11280"/>
                    <a:pt x="170175" y="75"/>
                    <a:pt x="153170" y="75"/>
                  </a:cubicBezTo>
                  <a:cubicBezTo>
                    <a:pt x="143452" y="75"/>
                    <a:pt x="116730" y="2261"/>
                    <a:pt x="86971" y="29317"/>
                  </a:cubicBezTo>
                  <a:cubicBezTo>
                    <a:pt x="62679" y="51728"/>
                    <a:pt x="48406" y="100921"/>
                    <a:pt x="42637" y="121418"/>
                  </a:cubicBezTo>
                  <a:cubicBezTo>
                    <a:pt x="37171" y="140275"/>
                    <a:pt x="34742" y="148747"/>
                    <a:pt x="25632" y="165145"/>
                  </a:cubicBezTo>
                  <a:cubicBezTo>
                    <a:pt x="23506" y="168425"/>
                    <a:pt x="15611" y="180450"/>
                    <a:pt x="11360" y="184002"/>
                  </a:cubicBezTo>
                  <a:cubicBezTo>
                    <a:pt x="3161" y="190835"/>
                    <a:pt x="124" y="195754"/>
                    <a:pt x="124" y="197121"/>
                  </a:cubicBezTo>
                  <a:cubicBezTo>
                    <a:pt x="124" y="197667"/>
                    <a:pt x="732" y="198760"/>
                    <a:pt x="2857" y="198760"/>
                  </a:cubicBezTo>
                  <a:cubicBezTo>
                    <a:pt x="4072" y="198760"/>
                    <a:pt x="10449" y="197667"/>
                    <a:pt x="18344" y="193021"/>
                  </a:cubicBezTo>
                  <a:cubicBezTo>
                    <a:pt x="23506" y="190288"/>
                    <a:pt x="24114" y="189742"/>
                    <a:pt x="31098" y="183182"/>
                  </a:cubicBezTo>
                  <a:cubicBezTo>
                    <a:pt x="46281" y="183456"/>
                    <a:pt x="56909" y="185915"/>
                    <a:pt x="76040" y="190835"/>
                  </a:cubicBezTo>
                  <a:cubicBezTo>
                    <a:pt x="91526" y="194661"/>
                    <a:pt x="107013" y="198760"/>
                    <a:pt x="122500" y="198760"/>
                  </a:cubicBezTo>
                  <a:cubicBezTo>
                    <a:pt x="147096" y="198760"/>
                    <a:pt x="171997" y="182089"/>
                    <a:pt x="181714" y="170064"/>
                  </a:cubicBezTo>
                  <a:cubicBezTo>
                    <a:pt x="187787" y="162685"/>
                    <a:pt x="189609" y="155853"/>
                    <a:pt x="189609" y="155033"/>
                  </a:cubicBezTo>
                  <a:cubicBezTo>
                    <a:pt x="189609" y="153120"/>
                    <a:pt x="187787" y="153120"/>
                    <a:pt x="187483" y="153120"/>
                  </a:cubicBezTo>
                  <a:cubicBezTo>
                    <a:pt x="182625" y="153120"/>
                    <a:pt x="175337" y="156126"/>
                    <a:pt x="170175" y="159406"/>
                  </a:cubicBezTo>
                  <a:cubicBezTo>
                    <a:pt x="161976" y="164052"/>
                    <a:pt x="161368" y="165692"/>
                    <a:pt x="159546" y="170338"/>
                  </a:cubicBezTo>
                  <a:cubicBezTo>
                    <a:pt x="158028" y="174710"/>
                    <a:pt x="156206" y="176897"/>
                    <a:pt x="154992" y="178536"/>
                  </a:cubicBezTo>
                  <a:cubicBezTo>
                    <a:pt x="152562" y="181816"/>
                    <a:pt x="152259" y="181816"/>
                    <a:pt x="147704" y="181816"/>
                  </a:cubicBezTo>
                  <a:cubicBezTo>
                    <a:pt x="133128" y="181816"/>
                    <a:pt x="117945" y="177717"/>
                    <a:pt x="97903" y="172797"/>
                  </a:cubicBezTo>
                  <a:cubicBezTo>
                    <a:pt x="89401" y="170611"/>
                    <a:pt x="72699" y="166238"/>
                    <a:pt x="57516" y="166238"/>
                  </a:cubicBezTo>
                  <a:cubicBezTo>
                    <a:pt x="53569" y="166238"/>
                    <a:pt x="49317" y="166511"/>
                    <a:pt x="45370" y="167331"/>
                  </a:cubicBez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5B28543F-D5E0-8DA0-1B8B-E3FF63D1963F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25753687" y="25419014"/>
              <a:ext cx="201934" cy="63951"/>
            </a:xfrm>
            <a:custGeom>
              <a:avLst/>
              <a:gdLst>
                <a:gd name="csX0" fmla="*/ 191744 w 201934"/>
                <a:gd name="csY0" fmla="*/ 11007 h 63951"/>
                <a:gd name="csX1" fmla="*/ 202069 w 201934"/>
                <a:gd name="csY1" fmla="*/ 5541 h 63951"/>
                <a:gd name="csX2" fmla="*/ 192048 w 201934"/>
                <a:gd name="csY2" fmla="*/ 75 h 63951"/>
                <a:gd name="csX3" fmla="*/ 10155 w 201934"/>
                <a:gd name="csY3" fmla="*/ 75 h 63951"/>
                <a:gd name="csX4" fmla="*/ 134 w 201934"/>
                <a:gd name="csY4" fmla="*/ 5541 h 63951"/>
                <a:gd name="csX5" fmla="*/ 10458 w 201934"/>
                <a:gd name="csY5" fmla="*/ 11007 h 63951"/>
                <a:gd name="csX6" fmla="*/ 191744 w 201934"/>
                <a:gd name="csY6" fmla="*/ 11007 h 63951"/>
                <a:gd name="csX7" fmla="*/ 192048 w 201934"/>
                <a:gd name="csY7" fmla="*/ 64026 h 63951"/>
                <a:gd name="csX8" fmla="*/ 202069 w 201934"/>
                <a:gd name="csY8" fmla="*/ 58560 h 63951"/>
                <a:gd name="csX9" fmla="*/ 191744 w 201934"/>
                <a:gd name="csY9" fmla="*/ 53094 h 63951"/>
                <a:gd name="csX10" fmla="*/ 10458 w 201934"/>
                <a:gd name="csY10" fmla="*/ 53094 h 63951"/>
                <a:gd name="csX11" fmla="*/ 134 w 201934"/>
                <a:gd name="csY11" fmla="*/ 58560 h 63951"/>
                <a:gd name="csX12" fmla="*/ 10155 w 201934"/>
                <a:gd name="csY12" fmla="*/ 64026 h 63951"/>
                <a:gd name="csX13" fmla="*/ 192048 w 201934"/>
                <a:gd name="csY13" fmla="*/ 64026 h 639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934" h="63951">
                  <a:moveTo>
                    <a:pt x="191744" y="11007"/>
                  </a:moveTo>
                  <a:cubicBezTo>
                    <a:pt x="196299" y="11007"/>
                    <a:pt x="202069" y="11007"/>
                    <a:pt x="202069" y="5541"/>
                  </a:cubicBezTo>
                  <a:cubicBezTo>
                    <a:pt x="202069" y="75"/>
                    <a:pt x="196299" y="75"/>
                    <a:pt x="192048" y="75"/>
                  </a:cubicBezTo>
                  <a:lnTo>
                    <a:pt x="10155" y="75"/>
                  </a:lnTo>
                  <a:cubicBezTo>
                    <a:pt x="5904" y="75"/>
                    <a:pt x="134" y="75"/>
                    <a:pt x="134" y="5541"/>
                  </a:cubicBezTo>
                  <a:cubicBezTo>
                    <a:pt x="134" y="11007"/>
                    <a:pt x="5904" y="11007"/>
                    <a:pt x="10458" y="11007"/>
                  </a:cubicBezTo>
                  <a:lnTo>
                    <a:pt x="191744" y="11007"/>
                  </a:lnTo>
                  <a:close/>
                  <a:moveTo>
                    <a:pt x="192048" y="64026"/>
                  </a:moveTo>
                  <a:cubicBezTo>
                    <a:pt x="196299" y="64026"/>
                    <a:pt x="202069" y="64026"/>
                    <a:pt x="202069" y="58560"/>
                  </a:cubicBezTo>
                  <a:cubicBezTo>
                    <a:pt x="202069" y="53094"/>
                    <a:pt x="196299" y="53094"/>
                    <a:pt x="191744" y="53094"/>
                  </a:cubicBezTo>
                  <a:lnTo>
                    <a:pt x="10458" y="53094"/>
                  </a:lnTo>
                  <a:cubicBezTo>
                    <a:pt x="5904" y="53094"/>
                    <a:pt x="134" y="53094"/>
                    <a:pt x="134" y="58560"/>
                  </a:cubicBezTo>
                  <a:cubicBezTo>
                    <a:pt x="134" y="64026"/>
                    <a:pt x="5904" y="64026"/>
                    <a:pt x="10155" y="64026"/>
                  </a:cubicBezTo>
                  <a:lnTo>
                    <a:pt x="192048" y="64026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D7EA7D19-3323-5315-284D-AA51E18B490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26073306" y="25329646"/>
              <a:ext cx="150312" cy="193219"/>
            </a:xfrm>
            <a:custGeom>
              <a:avLst/>
              <a:gdLst>
                <a:gd name="csX0" fmla="*/ 92458 w 150312"/>
                <a:gd name="csY0" fmla="*/ 109939 h 193219"/>
                <a:gd name="csX1" fmla="*/ 124342 w 150312"/>
                <a:gd name="csY1" fmla="*/ 186735 h 193219"/>
                <a:gd name="csX2" fmla="*/ 140436 w 150312"/>
                <a:gd name="csY2" fmla="*/ 192748 h 193219"/>
                <a:gd name="csX3" fmla="*/ 147117 w 150312"/>
                <a:gd name="csY3" fmla="*/ 192748 h 193219"/>
                <a:gd name="csX4" fmla="*/ 150457 w 150312"/>
                <a:gd name="csY4" fmla="*/ 190015 h 193219"/>
                <a:gd name="csX5" fmla="*/ 148939 w 150312"/>
                <a:gd name="csY5" fmla="*/ 187555 h 193219"/>
                <a:gd name="csX6" fmla="*/ 141954 w 150312"/>
                <a:gd name="csY6" fmla="*/ 174984 h 193219"/>
                <a:gd name="csX7" fmla="*/ 80007 w 150312"/>
                <a:gd name="csY7" fmla="*/ 19479 h 193219"/>
                <a:gd name="csX8" fmla="*/ 42961 w 150312"/>
                <a:gd name="csY8" fmla="*/ 75 h 193219"/>
                <a:gd name="csX9" fmla="*/ 37495 w 150312"/>
                <a:gd name="csY9" fmla="*/ 3081 h 193219"/>
                <a:gd name="csX10" fmla="*/ 40228 w 150312"/>
                <a:gd name="csY10" fmla="*/ 5814 h 193219"/>
                <a:gd name="csX11" fmla="*/ 59966 w 150312"/>
                <a:gd name="csY11" fmla="*/ 27678 h 193219"/>
                <a:gd name="csX12" fmla="*/ 89421 w 150312"/>
                <a:gd name="csY12" fmla="*/ 102014 h 193219"/>
                <a:gd name="csX13" fmla="*/ 5610 w 150312"/>
                <a:gd name="csY13" fmla="*/ 176897 h 193219"/>
                <a:gd name="csX14" fmla="*/ 144 w 150312"/>
                <a:gd name="csY14" fmla="*/ 185369 h 193219"/>
                <a:gd name="csX15" fmla="*/ 9254 w 150312"/>
                <a:gd name="csY15" fmla="*/ 193294 h 193219"/>
                <a:gd name="csX16" fmla="*/ 19275 w 150312"/>
                <a:gd name="csY16" fmla="*/ 187555 h 193219"/>
                <a:gd name="csX17" fmla="*/ 92458 w 150312"/>
                <a:gd name="csY17" fmla="*/ 109939 h 193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50312" h="193219">
                  <a:moveTo>
                    <a:pt x="92458" y="109939"/>
                  </a:moveTo>
                  <a:cubicBezTo>
                    <a:pt x="104908" y="138635"/>
                    <a:pt x="119483" y="180450"/>
                    <a:pt x="124342" y="186735"/>
                  </a:cubicBezTo>
                  <a:cubicBezTo>
                    <a:pt x="129201" y="192748"/>
                    <a:pt x="132237" y="192748"/>
                    <a:pt x="140436" y="192748"/>
                  </a:cubicBezTo>
                  <a:lnTo>
                    <a:pt x="147117" y="192748"/>
                  </a:lnTo>
                  <a:cubicBezTo>
                    <a:pt x="150153" y="192474"/>
                    <a:pt x="150457" y="190835"/>
                    <a:pt x="150457" y="190015"/>
                  </a:cubicBezTo>
                  <a:cubicBezTo>
                    <a:pt x="150457" y="189195"/>
                    <a:pt x="149849" y="188648"/>
                    <a:pt x="148939" y="187555"/>
                  </a:cubicBezTo>
                  <a:cubicBezTo>
                    <a:pt x="145902" y="184549"/>
                    <a:pt x="144080" y="180450"/>
                    <a:pt x="141954" y="174984"/>
                  </a:cubicBezTo>
                  <a:lnTo>
                    <a:pt x="80007" y="19479"/>
                  </a:lnTo>
                  <a:cubicBezTo>
                    <a:pt x="73631" y="3628"/>
                    <a:pt x="57233" y="75"/>
                    <a:pt x="42961" y="75"/>
                  </a:cubicBezTo>
                  <a:cubicBezTo>
                    <a:pt x="41442" y="75"/>
                    <a:pt x="37495" y="75"/>
                    <a:pt x="37495" y="3081"/>
                  </a:cubicBezTo>
                  <a:cubicBezTo>
                    <a:pt x="37495" y="5267"/>
                    <a:pt x="39924" y="5814"/>
                    <a:pt x="40228" y="5814"/>
                  </a:cubicBezTo>
                  <a:cubicBezTo>
                    <a:pt x="50249" y="7454"/>
                    <a:pt x="52374" y="9093"/>
                    <a:pt x="59966" y="27678"/>
                  </a:cubicBezTo>
                  <a:lnTo>
                    <a:pt x="89421" y="102014"/>
                  </a:lnTo>
                  <a:lnTo>
                    <a:pt x="5610" y="176897"/>
                  </a:lnTo>
                  <a:cubicBezTo>
                    <a:pt x="1966" y="180176"/>
                    <a:pt x="144" y="181816"/>
                    <a:pt x="144" y="185369"/>
                  </a:cubicBezTo>
                  <a:cubicBezTo>
                    <a:pt x="144" y="190015"/>
                    <a:pt x="4396" y="193294"/>
                    <a:pt x="9254" y="193294"/>
                  </a:cubicBezTo>
                  <a:cubicBezTo>
                    <a:pt x="14113" y="193294"/>
                    <a:pt x="16846" y="190288"/>
                    <a:pt x="19275" y="187555"/>
                  </a:cubicBezTo>
                  <a:lnTo>
                    <a:pt x="92458" y="109939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A06DD25B-AAF8-1A94-AA0C-0A465DCC51B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26244126" y="25474984"/>
              <a:ext cx="89701" cy="87235"/>
            </a:xfrm>
            <a:custGeom>
              <a:avLst/>
              <a:gdLst>
                <a:gd name="csX0" fmla="*/ 73059 w 89701"/>
                <a:gd name="csY0" fmla="*/ 9068 h 87235"/>
                <a:gd name="csX1" fmla="*/ 67108 w 89701"/>
                <a:gd name="csY1" fmla="*/ 17485 h 87235"/>
                <a:gd name="csX2" fmla="*/ 77098 w 89701"/>
                <a:gd name="csY2" fmla="*/ 26477 h 87235"/>
                <a:gd name="csX3" fmla="*/ 87301 w 89701"/>
                <a:gd name="csY3" fmla="*/ 17102 h 87235"/>
                <a:gd name="csX4" fmla="*/ 51803 w 89701"/>
                <a:gd name="csY4" fmla="*/ 76 h 87235"/>
                <a:gd name="csX5" fmla="*/ 150 w 89701"/>
                <a:gd name="csY5" fmla="*/ 44077 h 87235"/>
                <a:gd name="csX6" fmla="*/ 50740 w 89701"/>
                <a:gd name="csY6" fmla="*/ 87312 h 87235"/>
                <a:gd name="csX7" fmla="*/ 89852 w 89701"/>
                <a:gd name="csY7" fmla="*/ 62442 h 87235"/>
                <a:gd name="csX8" fmla="*/ 86238 w 89701"/>
                <a:gd name="csY8" fmla="*/ 60146 h 87235"/>
                <a:gd name="csX9" fmla="*/ 82200 w 89701"/>
                <a:gd name="csY9" fmla="*/ 63399 h 87235"/>
                <a:gd name="csX10" fmla="*/ 53291 w 89701"/>
                <a:gd name="csY10" fmla="*/ 81190 h 87235"/>
                <a:gd name="csX11" fmla="*/ 19494 w 89701"/>
                <a:gd name="csY11" fmla="*/ 43885 h 87235"/>
                <a:gd name="csX12" fmla="*/ 52441 w 89701"/>
                <a:gd name="csY12" fmla="*/ 6198 h 87235"/>
                <a:gd name="csX13" fmla="*/ 73059 w 89701"/>
                <a:gd name="csY13" fmla="*/ 9068 h 87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9701" h="87235">
                  <a:moveTo>
                    <a:pt x="73059" y="9068"/>
                  </a:moveTo>
                  <a:cubicBezTo>
                    <a:pt x="69233" y="10598"/>
                    <a:pt x="67108" y="13659"/>
                    <a:pt x="67108" y="17485"/>
                  </a:cubicBezTo>
                  <a:cubicBezTo>
                    <a:pt x="67108" y="22650"/>
                    <a:pt x="71146" y="26477"/>
                    <a:pt x="77098" y="26477"/>
                  </a:cubicBezTo>
                  <a:cubicBezTo>
                    <a:pt x="82837" y="26477"/>
                    <a:pt x="87301" y="23224"/>
                    <a:pt x="87301" y="17102"/>
                  </a:cubicBezTo>
                  <a:cubicBezTo>
                    <a:pt x="87301" y="76"/>
                    <a:pt x="57755" y="76"/>
                    <a:pt x="51803" y="76"/>
                  </a:cubicBezTo>
                  <a:cubicBezTo>
                    <a:pt x="19919" y="76"/>
                    <a:pt x="150" y="22076"/>
                    <a:pt x="150" y="44077"/>
                  </a:cubicBezTo>
                  <a:cubicBezTo>
                    <a:pt x="150" y="68181"/>
                    <a:pt x="22895" y="87312"/>
                    <a:pt x="50740" y="87312"/>
                  </a:cubicBezTo>
                  <a:cubicBezTo>
                    <a:pt x="82412" y="87312"/>
                    <a:pt x="89852" y="64738"/>
                    <a:pt x="89852" y="62442"/>
                  </a:cubicBezTo>
                  <a:cubicBezTo>
                    <a:pt x="89852" y="60146"/>
                    <a:pt x="87089" y="60146"/>
                    <a:pt x="86238" y="60146"/>
                  </a:cubicBezTo>
                  <a:cubicBezTo>
                    <a:pt x="83475" y="60146"/>
                    <a:pt x="83262" y="60720"/>
                    <a:pt x="82200" y="63399"/>
                  </a:cubicBezTo>
                  <a:cubicBezTo>
                    <a:pt x="77523" y="75260"/>
                    <a:pt x="66257" y="81190"/>
                    <a:pt x="53291" y="81190"/>
                  </a:cubicBezTo>
                  <a:cubicBezTo>
                    <a:pt x="38624" y="81190"/>
                    <a:pt x="19494" y="71434"/>
                    <a:pt x="19494" y="43885"/>
                  </a:cubicBezTo>
                  <a:cubicBezTo>
                    <a:pt x="19494" y="19589"/>
                    <a:pt x="32672" y="6198"/>
                    <a:pt x="52441" y="6198"/>
                  </a:cubicBezTo>
                  <a:cubicBezTo>
                    <a:pt x="55204" y="6198"/>
                    <a:pt x="65407" y="6198"/>
                    <a:pt x="73059" y="9068"/>
                  </a:cubicBez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4A58A498-C719-1DD9-ACC8-21CDEB0BFC9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26354221" y="25427540"/>
              <a:ext cx="47826" cy="132766"/>
            </a:xfrm>
            <a:custGeom>
              <a:avLst/>
              <a:gdLst>
                <a:gd name="csX0" fmla="*/ 32038 w 47826"/>
                <a:gd name="csY0" fmla="*/ 76 h 132766"/>
                <a:gd name="csX1" fmla="*/ 154 w 47826"/>
                <a:gd name="csY1" fmla="*/ 2181 h 132766"/>
                <a:gd name="csX2" fmla="*/ 154 w 47826"/>
                <a:gd name="csY2" fmla="*/ 9068 h 132766"/>
                <a:gd name="csX3" fmla="*/ 16096 w 47826"/>
                <a:gd name="csY3" fmla="*/ 19781 h 132766"/>
                <a:gd name="csX4" fmla="*/ 16096 w 47826"/>
                <a:gd name="csY4" fmla="*/ 117730 h 132766"/>
                <a:gd name="csX5" fmla="*/ 154 w 47826"/>
                <a:gd name="csY5" fmla="*/ 125956 h 132766"/>
                <a:gd name="csX6" fmla="*/ 154 w 47826"/>
                <a:gd name="csY6" fmla="*/ 132843 h 132766"/>
                <a:gd name="csX7" fmla="*/ 23961 w 47826"/>
                <a:gd name="csY7" fmla="*/ 132078 h 132766"/>
                <a:gd name="csX8" fmla="*/ 47980 w 47826"/>
                <a:gd name="csY8" fmla="*/ 132843 h 132766"/>
                <a:gd name="csX9" fmla="*/ 47980 w 47826"/>
                <a:gd name="csY9" fmla="*/ 125956 h 132766"/>
                <a:gd name="csX10" fmla="*/ 32038 w 47826"/>
                <a:gd name="csY10" fmla="*/ 117730 h 132766"/>
                <a:gd name="csX11" fmla="*/ 32038 w 47826"/>
                <a:gd name="csY11" fmla="*/ 76 h 1327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826" h="132766">
                  <a:moveTo>
                    <a:pt x="32038" y="76"/>
                  </a:moveTo>
                  <a:lnTo>
                    <a:pt x="154" y="2181"/>
                  </a:lnTo>
                  <a:lnTo>
                    <a:pt x="154" y="9068"/>
                  </a:lnTo>
                  <a:cubicBezTo>
                    <a:pt x="14396" y="9068"/>
                    <a:pt x="16096" y="10407"/>
                    <a:pt x="16096" y="19781"/>
                  </a:cubicBezTo>
                  <a:lnTo>
                    <a:pt x="16096" y="117730"/>
                  </a:lnTo>
                  <a:cubicBezTo>
                    <a:pt x="16096" y="125956"/>
                    <a:pt x="13970" y="125956"/>
                    <a:pt x="154" y="125956"/>
                  </a:cubicBezTo>
                  <a:lnTo>
                    <a:pt x="154" y="132843"/>
                  </a:lnTo>
                  <a:cubicBezTo>
                    <a:pt x="579" y="132843"/>
                    <a:pt x="15458" y="132078"/>
                    <a:pt x="23961" y="132078"/>
                  </a:cubicBezTo>
                  <a:cubicBezTo>
                    <a:pt x="32038" y="132078"/>
                    <a:pt x="39903" y="132269"/>
                    <a:pt x="47980" y="132843"/>
                  </a:cubicBezTo>
                  <a:lnTo>
                    <a:pt x="47980" y="125956"/>
                  </a:lnTo>
                  <a:cubicBezTo>
                    <a:pt x="34164" y="125956"/>
                    <a:pt x="32038" y="125956"/>
                    <a:pt x="32038" y="117730"/>
                  </a:cubicBezTo>
                  <a:lnTo>
                    <a:pt x="32038" y="76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96FD45ED-21C5-CE7D-6953-A154FB1165F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26420629" y="25474984"/>
              <a:ext cx="76947" cy="87235"/>
            </a:xfrm>
            <a:custGeom>
              <a:avLst/>
              <a:gdLst>
                <a:gd name="csX0" fmla="*/ 71152 w 76947"/>
                <a:gd name="csY0" fmla="*/ 5050 h 87235"/>
                <a:gd name="csX1" fmla="*/ 68176 w 76947"/>
                <a:gd name="csY1" fmla="*/ 76 h 87235"/>
                <a:gd name="csX2" fmla="*/ 63925 w 76947"/>
                <a:gd name="csY2" fmla="*/ 2372 h 87235"/>
                <a:gd name="csX3" fmla="*/ 60099 w 76947"/>
                <a:gd name="csY3" fmla="*/ 5242 h 87235"/>
                <a:gd name="csX4" fmla="*/ 37780 w 76947"/>
                <a:gd name="csY4" fmla="*/ 76 h 87235"/>
                <a:gd name="csX5" fmla="*/ 156 w 76947"/>
                <a:gd name="csY5" fmla="*/ 23990 h 87235"/>
                <a:gd name="csX6" fmla="*/ 8233 w 76947"/>
                <a:gd name="csY6" fmla="*/ 38911 h 87235"/>
                <a:gd name="csX7" fmla="*/ 37567 w 76947"/>
                <a:gd name="csY7" fmla="*/ 48477 h 87235"/>
                <a:gd name="csX8" fmla="*/ 65413 w 76947"/>
                <a:gd name="csY8" fmla="*/ 65694 h 87235"/>
                <a:gd name="csX9" fmla="*/ 39268 w 76947"/>
                <a:gd name="csY9" fmla="*/ 81955 h 87235"/>
                <a:gd name="csX10" fmla="*/ 7596 w 76947"/>
                <a:gd name="csY10" fmla="*/ 56894 h 87235"/>
                <a:gd name="csX11" fmla="*/ 3770 w 76947"/>
                <a:gd name="csY11" fmla="*/ 53642 h 87235"/>
                <a:gd name="csX12" fmla="*/ 156 w 76947"/>
                <a:gd name="csY12" fmla="*/ 58807 h 87235"/>
                <a:gd name="csX13" fmla="*/ 156 w 76947"/>
                <a:gd name="csY13" fmla="*/ 82338 h 87235"/>
                <a:gd name="csX14" fmla="*/ 3132 w 76947"/>
                <a:gd name="csY14" fmla="*/ 87312 h 87235"/>
                <a:gd name="csX15" fmla="*/ 13335 w 76947"/>
                <a:gd name="csY15" fmla="*/ 79086 h 87235"/>
                <a:gd name="csX16" fmla="*/ 39268 w 76947"/>
                <a:gd name="csY16" fmla="*/ 87312 h 87235"/>
                <a:gd name="csX17" fmla="*/ 77104 w 76947"/>
                <a:gd name="csY17" fmla="*/ 60338 h 87235"/>
                <a:gd name="csX18" fmla="*/ 67964 w 76947"/>
                <a:gd name="csY18" fmla="*/ 42738 h 87235"/>
                <a:gd name="csX19" fmla="*/ 42669 w 76947"/>
                <a:gd name="csY19" fmla="*/ 33364 h 87235"/>
                <a:gd name="csX20" fmla="*/ 11847 w 76947"/>
                <a:gd name="csY20" fmla="*/ 18250 h 87235"/>
                <a:gd name="csX21" fmla="*/ 37780 w 76947"/>
                <a:gd name="csY21" fmla="*/ 4668 h 87235"/>
                <a:gd name="csX22" fmla="*/ 63925 w 76947"/>
                <a:gd name="csY22" fmla="*/ 25711 h 87235"/>
                <a:gd name="csX23" fmla="*/ 67539 w 76947"/>
                <a:gd name="csY23" fmla="*/ 27816 h 87235"/>
                <a:gd name="csX24" fmla="*/ 71152 w 76947"/>
                <a:gd name="csY24" fmla="*/ 22842 h 87235"/>
                <a:gd name="csX25" fmla="*/ 71152 w 76947"/>
                <a:gd name="csY25" fmla="*/ 5050 h 87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76947" h="87235">
                  <a:moveTo>
                    <a:pt x="71152" y="5050"/>
                  </a:moveTo>
                  <a:cubicBezTo>
                    <a:pt x="71152" y="1798"/>
                    <a:pt x="71152" y="76"/>
                    <a:pt x="68176" y="76"/>
                  </a:cubicBezTo>
                  <a:cubicBezTo>
                    <a:pt x="67113" y="76"/>
                    <a:pt x="66688" y="76"/>
                    <a:pt x="63925" y="2372"/>
                  </a:cubicBezTo>
                  <a:cubicBezTo>
                    <a:pt x="63500" y="2563"/>
                    <a:pt x="61374" y="4285"/>
                    <a:pt x="60099" y="5242"/>
                  </a:cubicBezTo>
                  <a:cubicBezTo>
                    <a:pt x="53722" y="1224"/>
                    <a:pt x="45645" y="76"/>
                    <a:pt x="37780" y="76"/>
                  </a:cubicBezTo>
                  <a:cubicBezTo>
                    <a:pt x="7383" y="76"/>
                    <a:pt x="156" y="14424"/>
                    <a:pt x="156" y="23990"/>
                  </a:cubicBezTo>
                  <a:cubicBezTo>
                    <a:pt x="156" y="30111"/>
                    <a:pt x="3132" y="35085"/>
                    <a:pt x="8233" y="38911"/>
                  </a:cubicBezTo>
                  <a:cubicBezTo>
                    <a:pt x="16311" y="45225"/>
                    <a:pt x="24388" y="46564"/>
                    <a:pt x="37567" y="48477"/>
                  </a:cubicBezTo>
                  <a:cubicBezTo>
                    <a:pt x="48195" y="50199"/>
                    <a:pt x="65413" y="52877"/>
                    <a:pt x="65413" y="65694"/>
                  </a:cubicBezTo>
                  <a:cubicBezTo>
                    <a:pt x="65413" y="73155"/>
                    <a:pt x="59674" y="81955"/>
                    <a:pt x="39268" y="81955"/>
                  </a:cubicBezTo>
                  <a:cubicBezTo>
                    <a:pt x="18862" y="81955"/>
                    <a:pt x="11422" y="69903"/>
                    <a:pt x="7596" y="56894"/>
                  </a:cubicBezTo>
                  <a:cubicBezTo>
                    <a:pt x="6958" y="54407"/>
                    <a:pt x="6746" y="53642"/>
                    <a:pt x="3770" y="53642"/>
                  </a:cubicBezTo>
                  <a:cubicBezTo>
                    <a:pt x="156" y="53642"/>
                    <a:pt x="156" y="54981"/>
                    <a:pt x="156" y="58807"/>
                  </a:cubicBezTo>
                  <a:lnTo>
                    <a:pt x="156" y="82338"/>
                  </a:lnTo>
                  <a:cubicBezTo>
                    <a:pt x="156" y="85590"/>
                    <a:pt x="156" y="87312"/>
                    <a:pt x="3132" y="87312"/>
                  </a:cubicBezTo>
                  <a:cubicBezTo>
                    <a:pt x="5045" y="87312"/>
                    <a:pt x="9084" y="83295"/>
                    <a:pt x="13335" y="79086"/>
                  </a:cubicBezTo>
                  <a:cubicBezTo>
                    <a:pt x="22688" y="86929"/>
                    <a:pt x="34166" y="87312"/>
                    <a:pt x="39268" y="87312"/>
                  </a:cubicBezTo>
                  <a:cubicBezTo>
                    <a:pt x="66901" y="87312"/>
                    <a:pt x="77104" y="73921"/>
                    <a:pt x="77104" y="60338"/>
                  </a:cubicBezTo>
                  <a:cubicBezTo>
                    <a:pt x="77104" y="53068"/>
                    <a:pt x="73490" y="47329"/>
                    <a:pt x="67964" y="42738"/>
                  </a:cubicBezTo>
                  <a:cubicBezTo>
                    <a:pt x="59886" y="36042"/>
                    <a:pt x="50108" y="34511"/>
                    <a:pt x="42669" y="33364"/>
                  </a:cubicBezTo>
                  <a:cubicBezTo>
                    <a:pt x="25664" y="30685"/>
                    <a:pt x="11847" y="28390"/>
                    <a:pt x="11847" y="18250"/>
                  </a:cubicBezTo>
                  <a:cubicBezTo>
                    <a:pt x="11847" y="12129"/>
                    <a:pt x="17586" y="4668"/>
                    <a:pt x="37780" y="4668"/>
                  </a:cubicBezTo>
                  <a:cubicBezTo>
                    <a:pt x="62437" y="4668"/>
                    <a:pt x="63500" y="20163"/>
                    <a:pt x="63925" y="25711"/>
                  </a:cubicBezTo>
                  <a:cubicBezTo>
                    <a:pt x="64138" y="27816"/>
                    <a:pt x="66688" y="27816"/>
                    <a:pt x="67539" y="27816"/>
                  </a:cubicBezTo>
                  <a:cubicBezTo>
                    <a:pt x="71152" y="27816"/>
                    <a:pt x="71152" y="26477"/>
                    <a:pt x="71152" y="22842"/>
                  </a:cubicBezTo>
                  <a:lnTo>
                    <a:pt x="71152" y="5050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72ECF744-A20D-E4F9-6E5A-2C7A416AD43C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26531862" y="25326640"/>
              <a:ext cx="189484" cy="198685"/>
            </a:xfrm>
            <a:custGeom>
              <a:avLst/>
              <a:gdLst>
                <a:gd name="csX0" fmla="*/ 45405 w 189484"/>
                <a:gd name="csY0" fmla="*/ 167331 h 198685"/>
                <a:gd name="csX1" fmla="*/ 70913 w 189484"/>
                <a:gd name="csY1" fmla="*/ 112399 h 198685"/>
                <a:gd name="csX2" fmla="*/ 111907 w 189484"/>
                <a:gd name="csY2" fmla="*/ 23031 h 198685"/>
                <a:gd name="csX3" fmla="*/ 127697 w 189484"/>
                <a:gd name="csY3" fmla="*/ 17019 h 198685"/>
                <a:gd name="csX4" fmla="*/ 149257 w 189484"/>
                <a:gd name="csY4" fmla="*/ 39703 h 198685"/>
                <a:gd name="csX5" fmla="*/ 147739 w 189484"/>
                <a:gd name="csY5" fmla="*/ 49814 h 198685"/>
                <a:gd name="csX6" fmla="*/ 149865 w 189484"/>
                <a:gd name="csY6" fmla="*/ 51728 h 198685"/>
                <a:gd name="csX7" fmla="*/ 170514 w 189484"/>
                <a:gd name="csY7" fmla="*/ 43802 h 198685"/>
                <a:gd name="csX8" fmla="*/ 178713 w 189484"/>
                <a:gd name="csY8" fmla="*/ 26038 h 198685"/>
                <a:gd name="csX9" fmla="*/ 153205 w 189484"/>
                <a:gd name="csY9" fmla="*/ 75 h 198685"/>
                <a:gd name="csX10" fmla="*/ 87007 w 189484"/>
                <a:gd name="csY10" fmla="*/ 29317 h 198685"/>
                <a:gd name="csX11" fmla="*/ 42672 w 189484"/>
                <a:gd name="csY11" fmla="*/ 121418 h 198685"/>
                <a:gd name="csX12" fmla="*/ 25667 w 189484"/>
                <a:gd name="csY12" fmla="*/ 165145 h 198685"/>
                <a:gd name="csX13" fmla="*/ 11395 w 189484"/>
                <a:gd name="csY13" fmla="*/ 184002 h 198685"/>
                <a:gd name="csX14" fmla="*/ 160 w 189484"/>
                <a:gd name="csY14" fmla="*/ 197121 h 198685"/>
                <a:gd name="csX15" fmla="*/ 2893 w 189484"/>
                <a:gd name="csY15" fmla="*/ 198760 h 198685"/>
                <a:gd name="csX16" fmla="*/ 18379 w 189484"/>
                <a:gd name="csY16" fmla="*/ 193021 h 198685"/>
                <a:gd name="csX17" fmla="*/ 31133 w 189484"/>
                <a:gd name="csY17" fmla="*/ 183182 h 198685"/>
                <a:gd name="csX18" fmla="*/ 76075 w 189484"/>
                <a:gd name="csY18" fmla="*/ 190835 h 198685"/>
                <a:gd name="csX19" fmla="*/ 122535 w 189484"/>
                <a:gd name="csY19" fmla="*/ 198760 h 198685"/>
                <a:gd name="csX20" fmla="*/ 181749 w 189484"/>
                <a:gd name="csY20" fmla="*/ 170064 h 198685"/>
                <a:gd name="csX21" fmla="*/ 189644 w 189484"/>
                <a:gd name="csY21" fmla="*/ 155033 h 198685"/>
                <a:gd name="csX22" fmla="*/ 187519 w 189484"/>
                <a:gd name="csY22" fmla="*/ 153120 h 198685"/>
                <a:gd name="csX23" fmla="*/ 170210 w 189484"/>
                <a:gd name="csY23" fmla="*/ 159406 h 198685"/>
                <a:gd name="csX24" fmla="*/ 159582 w 189484"/>
                <a:gd name="csY24" fmla="*/ 170338 h 198685"/>
                <a:gd name="csX25" fmla="*/ 155027 w 189484"/>
                <a:gd name="csY25" fmla="*/ 178536 h 198685"/>
                <a:gd name="csX26" fmla="*/ 147739 w 189484"/>
                <a:gd name="csY26" fmla="*/ 181816 h 198685"/>
                <a:gd name="csX27" fmla="*/ 97939 w 189484"/>
                <a:gd name="csY27" fmla="*/ 172797 h 198685"/>
                <a:gd name="csX28" fmla="*/ 57552 w 189484"/>
                <a:gd name="csY28" fmla="*/ 166238 h 198685"/>
                <a:gd name="csX29" fmla="*/ 45405 w 189484"/>
                <a:gd name="csY29" fmla="*/ 167331 h 19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89484" h="198685">
                  <a:moveTo>
                    <a:pt x="45405" y="167331"/>
                  </a:moveTo>
                  <a:cubicBezTo>
                    <a:pt x="61803" y="144375"/>
                    <a:pt x="66965" y="126884"/>
                    <a:pt x="70913" y="112399"/>
                  </a:cubicBezTo>
                  <a:cubicBezTo>
                    <a:pt x="81541" y="74684"/>
                    <a:pt x="93080" y="41889"/>
                    <a:pt x="111907" y="23031"/>
                  </a:cubicBezTo>
                  <a:cubicBezTo>
                    <a:pt x="115551" y="19479"/>
                    <a:pt x="117980" y="17019"/>
                    <a:pt x="127697" y="17019"/>
                  </a:cubicBezTo>
                  <a:cubicBezTo>
                    <a:pt x="148650" y="17019"/>
                    <a:pt x="149257" y="35876"/>
                    <a:pt x="149257" y="39703"/>
                  </a:cubicBezTo>
                  <a:cubicBezTo>
                    <a:pt x="149257" y="44622"/>
                    <a:pt x="147739" y="48448"/>
                    <a:pt x="147739" y="49814"/>
                  </a:cubicBezTo>
                  <a:cubicBezTo>
                    <a:pt x="147739" y="51728"/>
                    <a:pt x="149561" y="51728"/>
                    <a:pt x="149865" y="51728"/>
                  </a:cubicBezTo>
                  <a:cubicBezTo>
                    <a:pt x="154723" y="51728"/>
                    <a:pt x="162922" y="48721"/>
                    <a:pt x="170514" y="43802"/>
                  </a:cubicBezTo>
                  <a:cubicBezTo>
                    <a:pt x="175980" y="39976"/>
                    <a:pt x="178713" y="37243"/>
                    <a:pt x="178713" y="26038"/>
                  </a:cubicBezTo>
                  <a:cubicBezTo>
                    <a:pt x="178713" y="11280"/>
                    <a:pt x="170210" y="75"/>
                    <a:pt x="153205" y="75"/>
                  </a:cubicBezTo>
                  <a:cubicBezTo>
                    <a:pt x="143488" y="75"/>
                    <a:pt x="116766" y="2261"/>
                    <a:pt x="87007" y="29317"/>
                  </a:cubicBezTo>
                  <a:cubicBezTo>
                    <a:pt x="62714" y="51728"/>
                    <a:pt x="48442" y="100921"/>
                    <a:pt x="42672" y="121418"/>
                  </a:cubicBezTo>
                  <a:cubicBezTo>
                    <a:pt x="37206" y="140275"/>
                    <a:pt x="34777" y="148747"/>
                    <a:pt x="25667" y="165145"/>
                  </a:cubicBezTo>
                  <a:cubicBezTo>
                    <a:pt x="23542" y="168425"/>
                    <a:pt x="15646" y="180450"/>
                    <a:pt x="11395" y="184002"/>
                  </a:cubicBezTo>
                  <a:cubicBezTo>
                    <a:pt x="3196" y="190835"/>
                    <a:pt x="160" y="195754"/>
                    <a:pt x="160" y="197121"/>
                  </a:cubicBezTo>
                  <a:cubicBezTo>
                    <a:pt x="160" y="197667"/>
                    <a:pt x="767" y="198760"/>
                    <a:pt x="2893" y="198760"/>
                  </a:cubicBezTo>
                  <a:cubicBezTo>
                    <a:pt x="4107" y="198760"/>
                    <a:pt x="10484" y="197667"/>
                    <a:pt x="18379" y="193021"/>
                  </a:cubicBezTo>
                  <a:cubicBezTo>
                    <a:pt x="23542" y="190288"/>
                    <a:pt x="24149" y="189742"/>
                    <a:pt x="31133" y="183182"/>
                  </a:cubicBezTo>
                  <a:cubicBezTo>
                    <a:pt x="46316" y="183456"/>
                    <a:pt x="56944" y="185915"/>
                    <a:pt x="76075" y="190835"/>
                  </a:cubicBezTo>
                  <a:cubicBezTo>
                    <a:pt x="91562" y="194661"/>
                    <a:pt x="107049" y="198760"/>
                    <a:pt x="122535" y="198760"/>
                  </a:cubicBezTo>
                  <a:cubicBezTo>
                    <a:pt x="147132" y="198760"/>
                    <a:pt x="172032" y="182089"/>
                    <a:pt x="181749" y="170064"/>
                  </a:cubicBezTo>
                  <a:cubicBezTo>
                    <a:pt x="187822" y="162685"/>
                    <a:pt x="189644" y="155853"/>
                    <a:pt x="189644" y="155033"/>
                  </a:cubicBezTo>
                  <a:cubicBezTo>
                    <a:pt x="189644" y="153120"/>
                    <a:pt x="187822" y="153120"/>
                    <a:pt x="187519" y="153120"/>
                  </a:cubicBezTo>
                  <a:cubicBezTo>
                    <a:pt x="182660" y="153120"/>
                    <a:pt x="175372" y="156126"/>
                    <a:pt x="170210" y="159406"/>
                  </a:cubicBezTo>
                  <a:cubicBezTo>
                    <a:pt x="162011" y="164052"/>
                    <a:pt x="161404" y="165692"/>
                    <a:pt x="159582" y="170338"/>
                  </a:cubicBezTo>
                  <a:cubicBezTo>
                    <a:pt x="158064" y="174710"/>
                    <a:pt x="156242" y="176897"/>
                    <a:pt x="155027" y="178536"/>
                  </a:cubicBezTo>
                  <a:cubicBezTo>
                    <a:pt x="152598" y="181816"/>
                    <a:pt x="152294" y="181816"/>
                    <a:pt x="147739" y="181816"/>
                  </a:cubicBezTo>
                  <a:cubicBezTo>
                    <a:pt x="133163" y="181816"/>
                    <a:pt x="117980" y="177717"/>
                    <a:pt x="97939" y="172797"/>
                  </a:cubicBezTo>
                  <a:cubicBezTo>
                    <a:pt x="89436" y="170611"/>
                    <a:pt x="72735" y="166238"/>
                    <a:pt x="57552" y="166238"/>
                  </a:cubicBezTo>
                  <a:cubicBezTo>
                    <a:pt x="53604" y="166238"/>
                    <a:pt x="49353" y="166511"/>
                    <a:pt x="45405" y="167331"/>
                  </a:cubicBez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5E665909-D983-16BA-BA11-0358E201E613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26741669" y="25474984"/>
              <a:ext cx="89701" cy="87235"/>
            </a:xfrm>
            <a:custGeom>
              <a:avLst/>
              <a:gdLst>
                <a:gd name="csX0" fmla="*/ 73076 w 89701"/>
                <a:gd name="csY0" fmla="*/ 9068 h 87235"/>
                <a:gd name="csX1" fmla="*/ 67124 w 89701"/>
                <a:gd name="csY1" fmla="*/ 17485 h 87235"/>
                <a:gd name="csX2" fmla="*/ 77114 w 89701"/>
                <a:gd name="csY2" fmla="*/ 26477 h 87235"/>
                <a:gd name="csX3" fmla="*/ 87317 w 89701"/>
                <a:gd name="csY3" fmla="*/ 17102 h 87235"/>
                <a:gd name="csX4" fmla="*/ 51819 w 89701"/>
                <a:gd name="csY4" fmla="*/ 76 h 87235"/>
                <a:gd name="csX5" fmla="*/ 167 w 89701"/>
                <a:gd name="csY5" fmla="*/ 44077 h 87235"/>
                <a:gd name="csX6" fmla="*/ 50757 w 89701"/>
                <a:gd name="csY6" fmla="*/ 87312 h 87235"/>
                <a:gd name="csX7" fmla="*/ 89868 w 89701"/>
                <a:gd name="csY7" fmla="*/ 62442 h 87235"/>
                <a:gd name="csX8" fmla="*/ 86255 w 89701"/>
                <a:gd name="csY8" fmla="*/ 60146 h 87235"/>
                <a:gd name="csX9" fmla="*/ 82216 w 89701"/>
                <a:gd name="csY9" fmla="*/ 63399 h 87235"/>
                <a:gd name="csX10" fmla="*/ 53307 w 89701"/>
                <a:gd name="csY10" fmla="*/ 81190 h 87235"/>
                <a:gd name="csX11" fmla="*/ 19510 w 89701"/>
                <a:gd name="csY11" fmla="*/ 43885 h 87235"/>
                <a:gd name="csX12" fmla="*/ 52457 w 89701"/>
                <a:gd name="csY12" fmla="*/ 6198 h 87235"/>
                <a:gd name="csX13" fmla="*/ 73076 w 89701"/>
                <a:gd name="csY13" fmla="*/ 9068 h 87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9701" h="87235">
                  <a:moveTo>
                    <a:pt x="73076" y="9068"/>
                  </a:moveTo>
                  <a:cubicBezTo>
                    <a:pt x="69250" y="10598"/>
                    <a:pt x="67124" y="13659"/>
                    <a:pt x="67124" y="17485"/>
                  </a:cubicBezTo>
                  <a:cubicBezTo>
                    <a:pt x="67124" y="22650"/>
                    <a:pt x="71163" y="26477"/>
                    <a:pt x="77114" y="26477"/>
                  </a:cubicBezTo>
                  <a:cubicBezTo>
                    <a:pt x="82854" y="26477"/>
                    <a:pt x="87317" y="23224"/>
                    <a:pt x="87317" y="17102"/>
                  </a:cubicBezTo>
                  <a:cubicBezTo>
                    <a:pt x="87317" y="76"/>
                    <a:pt x="57771" y="76"/>
                    <a:pt x="51819" y="76"/>
                  </a:cubicBezTo>
                  <a:cubicBezTo>
                    <a:pt x="19935" y="76"/>
                    <a:pt x="167" y="22076"/>
                    <a:pt x="167" y="44077"/>
                  </a:cubicBezTo>
                  <a:cubicBezTo>
                    <a:pt x="167" y="68181"/>
                    <a:pt x="22911" y="87312"/>
                    <a:pt x="50757" y="87312"/>
                  </a:cubicBezTo>
                  <a:cubicBezTo>
                    <a:pt x="82428" y="87312"/>
                    <a:pt x="89868" y="64738"/>
                    <a:pt x="89868" y="62442"/>
                  </a:cubicBezTo>
                  <a:cubicBezTo>
                    <a:pt x="89868" y="60146"/>
                    <a:pt x="87105" y="60146"/>
                    <a:pt x="86255" y="60146"/>
                  </a:cubicBezTo>
                  <a:cubicBezTo>
                    <a:pt x="83491" y="60146"/>
                    <a:pt x="83279" y="60720"/>
                    <a:pt x="82216" y="63399"/>
                  </a:cubicBezTo>
                  <a:cubicBezTo>
                    <a:pt x="77540" y="75260"/>
                    <a:pt x="66274" y="81190"/>
                    <a:pt x="53307" y="81190"/>
                  </a:cubicBezTo>
                  <a:cubicBezTo>
                    <a:pt x="38641" y="81190"/>
                    <a:pt x="19510" y="71434"/>
                    <a:pt x="19510" y="43885"/>
                  </a:cubicBezTo>
                  <a:cubicBezTo>
                    <a:pt x="19510" y="19589"/>
                    <a:pt x="32689" y="6198"/>
                    <a:pt x="52457" y="6198"/>
                  </a:cubicBezTo>
                  <a:cubicBezTo>
                    <a:pt x="55220" y="6198"/>
                    <a:pt x="65423" y="6198"/>
                    <a:pt x="73076" y="9068"/>
                  </a:cubicBez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661F1215-6FBE-703F-90F5-8DAE75BA95A4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6851764" y="25427540"/>
              <a:ext cx="47826" cy="132766"/>
            </a:xfrm>
            <a:custGeom>
              <a:avLst/>
              <a:gdLst>
                <a:gd name="csX0" fmla="*/ 32055 w 47826"/>
                <a:gd name="csY0" fmla="*/ 76 h 132766"/>
                <a:gd name="csX1" fmla="*/ 170 w 47826"/>
                <a:gd name="csY1" fmla="*/ 2181 h 132766"/>
                <a:gd name="csX2" fmla="*/ 170 w 47826"/>
                <a:gd name="csY2" fmla="*/ 9068 h 132766"/>
                <a:gd name="csX3" fmla="*/ 16112 w 47826"/>
                <a:gd name="csY3" fmla="*/ 19781 h 132766"/>
                <a:gd name="csX4" fmla="*/ 16112 w 47826"/>
                <a:gd name="csY4" fmla="*/ 117730 h 132766"/>
                <a:gd name="csX5" fmla="*/ 170 w 47826"/>
                <a:gd name="csY5" fmla="*/ 125956 h 132766"/>
                <a:gd name="csX6" fmla="*/ 170 w 47826"/>
                <a:gd name="csY6" fmla="*/ 132843 h 132766"/>
                <a:gd name="csX7" fmla="*/ 23977 w 47826"/>
                <a:gd name="csY7" fmla="*/ 132078 h 132766"/>
                <a:gd name="csX8" fmla="*/ 47997 w 47826"/>
                <a:gd name="csY8" fmla="*/ 132843 h 132766"/>
                <a:gd name="csX9" fmla="*/ 47997 w 47826"/>
                <a:gd name="csY9" fmla="*/ 125956 h 132766"/>
                <a:gd name="csX10" fmla="*/ 32055 w 47826"/>
                <a:gd name="csY10" fmla="*/ 117730 h 132766"/>
                <a:gd name="csX11" fmla="*/ 32055 w 47826"/>
                <a:gd name="csY11" fmla="*/ 76 h 1327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826" h="132766">
                  <a:moveTo>
                    <a:pt x="32055" y="76"/>
                  </a:moveTo>
                  <a:lnTo>
                    <a:pt x="170" y="2181"/>
                  </a:lnTo>
                  <a:lnTo>
                    <a:pt x="170" y="9068"/>
                  </a:lnTo>
                  <a:cubicBezTo>
                    <a:pt x="14412" y="9068"/>
                    <a:pt x="16112" y="10407"/>
                    <a:pt x="16112" y="19781"/>
                  </a:cubicBezTo>
                  <a:lnTo>
                    <a:pt x="16112" y="117730"/>
                  </a:lnTo>
                  <a:cubicBezTo>
                    <a:pt x="16112" y="125956"/>
                    <a:pt x="13987" y="125956"/>
                    <a:pt x="170" y="125956"/>
                  </a:cubicBezTo>
                  <a:lnTo>
                    <a:pt x="170" y="132843"/>
                  </a:lnTo>
                  <a:cubicBezTo>
                    <a:pt x="595" y="132843"/>
                    <a:pt x="15475" y="132078"/>
                    <a:pt x="23977" y="132078"/>
                  </a:cubicBezTo>
                  <a:cubicBezTo>
                    <a:pt x="32055" y="132078"/>
                    <a:pt x="39919" y="132269"/>
                    <a:pt x="47997" y="132843"/>
                  </a:cubicBezTo>
                  <a:lnTo>
                    <a:pt x="47997" y="125956"/>
                  </a:lnTo>
                  <a:cubicBezTo>
                    <a:pt x="34180" y="125956"/>
                    <a:pt x="32055" y="125956"/>
                    <a:pt x="32055" y="117730"/>
                  </a:cubicBezTo>
                  <a:lnTo>
                    <a:pt x="32055" y="76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61B7BA99-CBB3-A192-B4A6-0C1B434C6032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26918171" y="25474984"/>
              <a:ext cx="76947" cy="87235"/>
            </a:xfrm>
            <a:custGeom>
              <a:avLst/>
              <a:gdLst>
                <a:gd name="csX0" fmla="*/ 71168 w 76947"/>
                <a:gd name="csY0" fmla="*/ 5050 h 87235"/>
                <a:gd name="csX1" fmla="*/ 68193 w 76947"/>
                <a:gd name="csY1" fmla="*/ 76 h 87235"/>
                <a:gd name="csX2" fmla="*/ 63941 w 76947"/>
                <a:gd name="csY2" fmla="*/ 2372 h 87235"/>
                <a:gd name="csX3" fmla="*/ 60115 w 76947"/>
                <a:gd name="csY3" fmla="*/ 5242 h 87235"/>
                <a:gd name="csX4" fmla="*/ 37796 w 76947"/>
                <a:gd name="csY4" fmla="*/ 76 h 87235"/>
                <a:gd name="csX5" fmla="*/ 172 w 76947"/>
                <a:gd name="csY5" fmla="*/ 23990 h 87235"/>
                <a:gd name="csX6" fmla="*/ 8250 w 76947"/>
                <a:gd name="csY6" fmla="*/ 38911 h 87235"/>
                <a:gd name="csX7" fmla="*/ 37583 w 76947"/>
                <a:gd name="csY7" fmla="*/ 48477 h 87235"/>
                <a:gd name="csX8" fmla="*/ 65429 w 76947"/>
                <a:gd name="csY8" fmla="*/ 65694 h 87235"/>
                <a:gd name="csX9" fmla="*/ 39284 w 76947"/>
                <a:gd name="csY9" fmla="*/ 81955 h 87235"/>
                <a:gd name="csX10" fmla="*/ 7612 w 76947"/>
                <a:gd name="csY10" fmla="*/ 56894 h 87235"/>
                <a:gd name="csX11" fmla="*/ 3786 w 76947"/>
                <a:gd name="csY11" fmla="*/ 53642 h 87235"/>
                <a:gd name="csX12" fmla="*/ 172 w 76947"/>
                <a:gd name="csY12" fmla="*/ 58807 h 87235"/>
                <a:gd name="csX13" fmla="*/ 172 w 76947"/>
                <a:gd name="csY13" fmla="*/ 82338 h 87235"/>
                <a:gd name="csX14" fmla="*/ 3148 w 76947"/>
                <a:gd name="csY14" fmla="*/ 87312 h 87235"/>
                <a:gd name="csX15" fmla="*/ 13351 w 76947"/>
                <a:gd name="csY15" fmla="*/ 79086 h 87235"/>
                <a:gd name="csX16" fmla="*/ 39284 w 76947"/>
                <a:gd name="csY16" fmla="*/ 87312 h 87235"/>
                <a:gd name="csX17" fmla="*/ 77120 w 76947"/>
                <a:gd name="csY17" fmla="*/ 60338 h 87235"/>
                <a:gd name="csX18" fmla="*/ 67980 w 76947"/>
                <a:gd name="csY18" fmla="*/ 42738 h 87235"/>
                <a:gd name="csX19" fmla="*/ 42685 w 76947"/>
                <a:gd name="csY19" fmla="*/ 33364 h 87235"/>
                <a:gd name="csX20" fmla="*/ 11863 w 76947"/>
                <a:gd name="csY20" fmla="*/ 18250 h 87235"/>
                <a:gd name="csX21" fmla="*/ 37796 w 76947"/>
                <a:gd name="csY21" fmla="*/ 4668 h 87235"/>
                <a:gd name="csX22" fmla="*/ 63941 w 76947"/>
                <a:gd name="csY22" fmla="*/ 25711 h 87235"/>
                <a:gd name="csX23" fmla="*/ 67555 w 76947"/>
                <a:gd name="csY23" fmla="*/ 27816 h 87235"/>
                <a:gd name="csX24" fmla="*/ 71168 w 76947"/>
                <a:gd name="csY24" fmla="*/ 22842 h 87235"/>
                <a:gd name="csX25" fmla="*/ 71168 w 76947"/>
                <a:gd name="csY25" fmla="*/ 5050 h 87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76947" h="87235">
                  <a:moveTo>
                    <a:pt x="71168" y="5050"/>
                  </a:moveTo>
                  <a:cubicBezTo>
                    <a:pt x="71168" y="1798"/>
                    <a:pt x="71168" y="76"/>
                    <a:pt x="68193" y="76"/>
                  </a:cubicBezTo>
                  <a:cubicBezTo>
                    <a:pt x="67130" y="76"/>
                    <a:pt x="66705" y="76"/>
                    <a:pt x="63941" y="2372"/>
                  </a:cubicBezTo>
                  <a:cubicBezTo>
                    <a:pt x="63516" y="2563"/>
                    <a:pt x="61391" y="4285"/>
                    <a:pt x="60115" y="5242"/>
                  </a:cubicBezTo>
                  <a:cubicBezTo>
                    <a:pt x="53738" y="1224"/>
                    <a:pt x="45661" y="76"/>
                    <a:pt x="37796" y="76"/>
                  </a:cubicBezTo>
                  <a:cubicBezTo>
                    <a:pt x="7400" y="76"/>
                    <a:pt x="172" y="14424"/>
                    <a:pt x="172" y="23990"/>
                  </a:cubicBezTo>
                  <a:cubicBezTo>
                    <a:pt x="172" y="30111"/>
                    <a:pt x="3148" y="35085"/>
                    <a:pt x="8250" y="38911"/>
                  </a:cubicBezTo>
                  <a:cubicBezTo>
                    <a:pt x="16327" y="45225"/>
                    <a:pt x="24405" y="46564"/>
                    <a:pt x="37583" y="48477"/>
                  </a:cubicBezTo>
                  <a:cubicBezTo>
                    <a:pt x="48212" y="50199"/>
                    <a:pt x="65429" y="52877"/>
                    <a:pt x="65429" y="65694"/>
                  </a:cubicBezTo>
                  <a:cubicBezTo>
                    <a:pt x="65429" y="73155"/>
                    <a:pt x="59690" y="81955"/>
                    <a:pt x="39284" y="81955"/>
                  </a:cubicBezTo>
                  <a:cubicBezTo>
                    <a:pt x="18878" y="81955"/>
                    <a:pt x="11438" y="69903"/>
                    <a:pt x="7612" y="56894"/>
                  </a:cubicBezTo>
                  <a:cubicBezTo>
                    <a:pt x="6974" y="54407"/>
                    <a:pt x="6762" y="53642"/>
                    <a:pt x="3786" y="53642"/>
                  </a:cubicBezTo>
                  <a:cubicBezTo>
                    <a:pt x="172" y="53642"/>
                    <a:pt x="172" y="54981"/>
                    <a:pt x="172" y="58807"/>
                  </a:cubicBezTo>
                  <a:lnTo>
                    <a:pt x="172" y="82338"/>
                  </a:lnTo>
                  <a:cubicBezTo>
                    <a:pt x="172" y="85590"/>
                    <a:pt x="172" y="87312"/>
                    <a:pt x="3148" y="87312"/>
                  </a:cubicBezTo>
                  <a:cubicBezTo>
                    <a:pt x="5061" y="87312"/>
                    <a:pt x="9100" y="83295"/>
                    <a:pt x="13351" y="79086"/>
                  </a:cubicBezTo>
                  <a:cubicBezTo>
                    <a:pt x="22704" y="86929"/>
                    <a:pt x="34182" y="87312"/>
                    <a:pt x="39284" y="87312"/>
                  </a:cubicBezTo>
                  <a:cubicBezTo>
                    <a:pt x="66917" y="87312"/>
                    <a:pt x="77120" y="73921"/>
                    <a:pt x="77120" y="60338"/>
                  </a:cubicBezTo>
                  <a:cubicBezTo>
                    <a:pt x="77120" y="53068"/>
                    <a:pt x="73507" y="47329"/>
                    <a:pt x="67980" y="42738"/>
                  </a:cubicBezTo>
                  <a:cubicBezTo>
                    <a:pt x="59903" y="36042"/>
                    <a:pt x="50125" y="34511"/>
                    <a:pt x="42685" y="33364"/>
                  </a:cubicBezTo>
                  <a:cubicBezTo>
                    <a:pt x="25680" y="30685"/>
                    <a:pt x="11863" y="28390"/>
                    <a:pt x="11863" y="18250"/>
                  </a:cubicBezTo>
                  <a:cubicBezTo>
                    <a:pt x="11863" y="12129"/>
                    <a:pt x="17603" y="4668"/>
                    <a:pt x="37796" y="4668"/>
                  </a:cubicBezTo>
                  <a:cubicBezTo>
                    <a:pt x="62453" y="4668"/>
                    <a:pt x="63516" y="20163"/>
                    <a:pt x="63941" y="25711"/>
                  </a:cubicBezTo>
                  <a:cubicBezTo>
                    <a:pt x="64154" y="27816"/>
                    <a:pt x="66705" y="27816"/>
                    <a:pt x="67555" y="27816"/>
                  </a:cubicBezTo>
                  <a:cubicBezTo>
                    <a:pt x="71168" y="27816"/>
                    <a:pt x="71168" y="26477"/>
                    <a:pt x="71168" y="22842"/>
                  </a:cubicBezTo>
                  <a:lnTo>
                    <a:pt x="71168" y="5050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71BFCA34-37E6-0FF4-A8DD-74FFEA97C35B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27104475" y="25359982"/>
              <a:ext cx="201934" cy="182014"/>
            </a:xfrm>
            <a:custGeom>
              <a:avLst/>
              <a:gdLst>
                <a:gd name="csX0" fmla="*/ 107371 w 201934"/>
                <a:gd name="csY0" fmla="*/ 96548 h 182014"/>
                <a:gd name="csX1" fmla="*/ 192092 w 201934"/>
                <a:gd name="csY1" fmla="*/ 96548 h 182014"/>
                <a:gd name="csX2" fmla="*/ 202113 w 201934"/>
                <a:gd name="csY2" fmla="*/ 91082 h 182014"/>
                <a:gd name="csX3" fmla="*/ 192092 w 201934"/>
                <a:gd name="csY3" fmla="*/ 85616 h 182014"/>
                <a:gd name="csX4" fmla="*/ 107371 w 201934"/>
                <a:gd name="csY4" fmla="*/ 85616 h 182014"/>
                <a:gd name="csX5" fmla="*/ 107371 w 201934"/>
                <a:gd name="csY5" fmla="*/ 9093 h 182014"/>
                <a:gd name="csX6" fmla="*/ 101297 w 201934"/>
                <a:gd name="csY6" fmla="*/ 75 h 182014"/>
                <a:gd name="csX7" fmla="*/ 95224 w 201934"/>
                <a:gd name="csY7" fmla="*/ 9093 h 182014"/>
                <a:gd name="csX8" fmla="*/ 95224 w 201934"/>
                <a:gd name="csY8" fmla="*/ 85616 h 182014"/>
                <a:gd name="csX9" fmla="*/ 10199 w 201934"/>
                <a:gd name="csY9" fmla="*/ 85616 h 182014"/>
                <a:gd name="csX10" fmla="*/ 178 w 201934"/>
                <a:gd name="csY10" fmla="*/ 91082 h 182014"/>
                <a:gd name="csX11" fmla="*/ 10199 w 201934"/>
                <a:gd name="csY11" fmla="*/ 96548 h 182014"/>
                <a:gd name="csX12" fmla="*/ 95224 w 201934"/>
                <a:gd name="csY12" fmla="*/ 96548 h 182014"/>
                <a:gd name="csX13" fmla="*/ 95224 w 201934"/>
                <a:gd name="csY13" fmla="*/ 173071 h 182014"/>
                <a:gd name="csX14" fmla="*/ 101297 w 201934"/>
                <a:gd name="csY14" fmla="*/ 182089 h 182014"/>
                <a:gd name="csX15" fmla="*/ 107371 w 201934"/>
                <a:gd name="csY15" fmla="*/ 173071 h 182014"/>
                <a:gd name="csX16" fmla="*/ 107371 w 201934"/>
                <a:gd name="csY16" fmla="*/ 96548 h 182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01934" h="182014">
                  <a:moveTo>
                    <a:pt x="107371" y="96548"/>
                  </a:moveTo>
                  <a:lnTo>
                    <a:pt x="192092" y="96548"/>
                  </a:lnTo>
                  <a:cubicBezTo>
                    <a:pt x="196343" y="96548"/>
                    <a:pt x="202113" y="96548"/>
                    <a:pt x="202113" y="91082"/>
                  </a:cubicBezTo>
                  <a:cubicBezTo>
                    <a:pt x="202113" y="85616"/>
                    <a:pt x="196343" y="85616"/>
                    <a:pt x="192092" y="85616"/>
                  </a:cubicBezTo>
                  <a:lnTo>
                    <a:pt x="107371" y="85616"/>
                  </a:lnTo>
                  <a:lnTo>
                    <a:pt x="107371" y="9093"/>
                  </a:lnTo>
                  <a:cubicBezTo>
                    <a:pt x="107371" y="5267"/>
                    <a:pt x="107371" y="75"/>
                    <a:pt x="101297" y="75"/>
                  </a:cubicBezTo>
                  <a:cubicBezTo>
                    <a:pt x="95224" y="75"/>
                    <a:pt x="95224" y="5267"/>
                    <a:pt x="95224" y="9093"/>
                  </a:cubicBezTo>
                  <a:lnTo>
                    <a:pt x="95224" y="85616"/>
                  </a:lnTo>
                  <a:lnTo>
                    <a:pt x="10199" y="85616"/>
                  </a:lnTo>
                  <a:cubicBezTo>
                    <a:pt x="5948" y="85616"/>
                    <a:pt x="178" y="85616"/>
                    <a:pt x="178" y="91082"/>
                  </a:cubicBezTo>
                  <a:cubicBezTo>
                    <a:pt x="178" y="96548"/>
                    <a:pt x="5948" y="96548"/>
                    <a:pt x="10199" y="96548"/>
                  </a:cubicBezTo>
                  <a:lnTo>
                    <a:pt x="95224" y="96548"/>
                  </a:lnTo>
                  <a:lnTo>
                    <a:pt x="95224" y="173071"/>
                  </a:lnTo>
                  <a:cubicBezTo>
                    <a:pt x="95224" y="176897"/>
                    <a:pt x="95224" y="182089"/>
                    <a:pt x="101297" y="182089"/>
                  </a:cubicBezTo>
                  <a:cubicBezTo>
                    <a:pt x="107371" y="182089"/>
                    <a:pt x="107371" y="176897"/>
                    <a:pt x="107371" y="173071"/>
                  </a:cubicBezTo>
                  <a:lnTo>
                    <a:pt x="107371" y="96548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1C256685-71DB-31E5-4D11-1CF25C9B0CE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27407224" y="25329646"/>
              <a:ext cx="150312" cy="193219"/>
            </a:xfrm>
            <a:custGeom>
              <a:avLst/>
              <a:gdLst>
                <a:gd name="csX0" fmla="*/ 92501 w 150312"/>
                <a:gd name="csY0" fmla="*/ 109939 h 193219"/>
                <a:gd name="csX1" fmla="*/ 124386 w 150312"/>
                <a:gd name="csY1" fmla="*/ 186735 h 193219"/>
                <a:gd name="csX2" fmla="*/ 140480 w 150312"/>
                <a:gd name="csY2" fmla="*/ 192748 h 193219"/>
                <a:gd name="csX3" fmla="*/ 147160 w 150312"/>
                <a:gd name="csY3" fmla="*/ 192748 h 193219"/>
                <a:gd name="csX4" fmla="*/ 150501 w 150312"/>
                <a:gd name="csY4" fmla="*/ 190015 h 193219"/>
                <a:gd name="csX5" fmla="*/ 148982 w 150312"/>
                <a:gd name="csY5" fmla="*/ 187555 h 193219"/>
                <a:gd name="csX6" fmla="*/ 141998 w 150312"/>
                <a:gd name="csY6" fmla="*/ 174984 h 193219"/>
                <a:gd name="csX7" fmla="*/ 80051 w 150312"/>
                <a:gd name="csY7" fmla="*/ 19479 h 193219"/>
                <a:gd name="csX8" fmla="*/ 43004 w 150312"/>
                <a:gd name="csY8" fmla="*/ 75 h 193219"/>
                <a:gd name="csX9" fmla="*/ 37539 w 150312"/>
                <a:gd name="csY9" fmla="*/ 3081 h 193219"/>
                <a:gd name="csX10" fmla="*/ 40272 w 150312"/>
                <a:gd name="csY10" fmla="*/ 5814 h 193219"/>
                <a:gd name="csX11" fmla="*/ 60010 w 150312"/>
                <a:gd name="csY11" fmla="*/ 27678 h 193219"/>
                <a:gd name="csX12" fmla="*/ 89465 w 150312"/>
                <a:gd name="csY12" fmla="*/ 102014 h 193219"/>
                <a:gd name="csX13" fmla="*/ 5654 w 150312"/>
                <a:gd name="csY13" fmla="*/ 176897 h 193219"/>
                <a:gd name="csX14" fmla="*/ 188 w 150312"/>
                <a:gd name="csY14" fmla="*/ 185369 h 193219"/>
                <a:gd name="csX15" fmla="*/ 9298 w 150312"/>
                <a:gd name="csY15" fmla="*/ 193294 h 193219"/>
                <a:gd name="csX16" fmla="*/ 19319 w 150312"/>
                <a:gd name="csY16" fmla="*/ 187555 h 193219"/>
                <a:gd name="csX17" fmla="*/ 92501 w 150312"/>
                <a:gd name="csY17" fmla="*/ 109939 h 193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50312" h="193219">
                  <a:moveTo>
                    <a:pt x="92501" y="109939"/>
                  </a:moveTo>
                  <a:cubicBezTo>
                    <a:pt x="104951" y="138635"/>
                    <a:pt x="119527" y="180450"/>
                    <a:pt x="124386" y="186735"/>
                  </a:cubicBezTo>
                  <a:cubicBezTo>
                    <a:pt x="129244" y="192748"/>
                    <a:pt x="132281" y="192748"/>
                    <a:pt x="140480" y="192748"/>
                  </a:cubicBezTo>
                  <a:lnTo>
                    <a:pt x="147160" y="192748"/>
                  </a:lnTo>
                  <a:cubicBezTo>
                    <a:pt x="150197" y="192474"/>
                    <a:pt x="150501" y="190835"/>
                    <a:pt x="150501" y="190015"/>
                  </a:cubicBezTo>
                  <a:cubicBezTo>
                    <a:pt x="150501" y="189195"/>
                    <a:pt x="149893" y="188648"/>
                    <a:pt x="148982" y="187555"/>
                  </a:cubicBezTo>
                  <a:cubicBezTo>
                    <a:pt x="145946" y="184549"/>
                    <a:pt x="144124" y="180450"/>
                    <a:pt x="141998" y="174984"/>
                  </a:cubicBezTo>
                  <a:lnTo>
                    <a:pt x="80051" y="19479"/>
                  </a:lnTo>
                  <a:cubicBezTo>
                    <a:pt x="73674" y="3628"/>
                    <a:pt x="57277" y="75"/>
                    <a:pt x="43004" y="75"/>
                  </a:cubicBezTo>
                  <a:cubicBezTo>
                    <a:pt x="41486" y="75"/>
                    <a:pt x="37539" y="75"/>
                    <a:pt x="37539" y="3081"/>
                  </a:cubicBezTo>
                  <a:cubicBezTo>
                    <a:pt x="37539" y="5267"/>
                    <a:pt x="39968" y="5814"/>
                    <a:pt x="40272" y="5814"/>
                  </a:cubicBezTo>
                  <a:cubicBezTo>
                    <a:pt x="50292" y="7454"/>
                    <a:pt x="52418" y="9093"/>
                    <a:pt x="60010" y="27678"/>
                  </a:cubicBezTo>
                  <a:lnTo>
                    <a:pt x="89465" y="102014"/>
                  </a:lnTo>
                  <a:lnTo>
                    <a:pt x="5654" y="176897"/>
                  </a:lnTo>
                  <a:cubicBezTo>
                    <a:pt x="2010" y="180176"/>
                    <a:pt x="188" y="181816"/>
                    <a:pt x="188" y="185369"/>
                  </a:cubicBezTo>
                  <a:cubicBezTo>
                    <a:pt x="188" y="190015"/>
                    <a:pt x="4440" y="193294"/>
                    <a:pt x="9298" y="193294"/>
                  </a:cubicBezTo>
                  <a:cubicBezTo>
                    <a:pt x="14157" y="193294"/>
                    <a:pt x="16890" y="190288"/>
                    <a:pt x="19319" y="187555"/>
                  </a:cubicBezTo>
                  <a:lnTo>
                    <a:pt x="92501" y="109939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F2715E4E-150E-4B62-531A-5CF9702130E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7580170" y="25429645"/>
              <a:ext cx="126474" cy="130662"/>
            </a:xfrm>
            <a:custGeom>
              <a:avLst/>
              <a:gdLst>
                <a:gd name="csX0" fmla="*/ 126669 w 126474"/>
                <a:gd name="csY0" fmla="*/ 80425 h 130662"/>
                <a:gd name="csX1" fmla="*/ 119442 w 126474"/>
                <a:gd name="csY1" fmla="*/ 80425 h 130662"/>
                <a:gd name="csX2" fmla="*/ 73741 w 126474"/>
                <a:gd name="csY2" fmla="*/ 123852 h 130662"/>
                <a:gd name="csX3" fmla="*/ 52485 w 126474"/>
                <a:gd name="csY3" fmla="*/ 123852 h 130662"/>
                <a:gd name="csX4" fmla="*/ 42282 w 126474"/>
                <a:gd name="csY4" fmla="*/ 116391 h 130662"/>
                <a:gd name="csX5" fmla="*/ 42282 w 126474"/>
                <a:gd name="csY5" fmla="*/ 15763 h 130662"/>
                <a:gd name="csX6" fmla="*/ 62262 w 126474"/>
                <a:gd name="csY6" fmla="*/ 6963 h 130662"/>
                <a:gd name="csX7" fmla="*/ 69702 w 126474"/>
                <a:gd name="csY7" fmla="*/ 6963 h 130662"/>
                <a:gd name="csX8" fmla="*/ 69702 w 126474"/>
                <a:gd name="csY8" fmla="*/ 76 h 130662"/>
                <a:gd name="csX9" fmla="*/ 32504 w 126474"/>
                <a:gd name="csY9" fmla="*/ 841 h 130662"/>
                <a:gd name="csX10" fmla="*/ 194 w 126474"/>
                <a:gd name="csY10" fmla="*/ 76 h 130662"/>
                <a:gd name="csX11" fmla="*/ 194 w 126474"/>
                <a:gd name="csY11" fmla="*/ 6963 h 130662"/>
                <a:gd name="csX12" fmla="*/ 5296 w 126474"/>
                <a:gd name="csY12" fmla="*/ 6963 h 130662"/>
                <a:gd name="csX13" fmla="*/ 22088 w 126474"/>
                <a:gd name="csY13" fmla="*/ 15572 h 130662"/>
                <a:gd name="csX14" fmla="*/ 22088 w 126474"/>
                <a:gd name="csY14" fmla="*/ 115243 h 130662"/>
                <a:gd name="csX15" fmla="*/ 5296 w 126474"/>
                <a:gd name="csY15" fmla="*/ 123852 h 130662"/>
                <a:gd name="csX16" fmla="*/ 194 w 126474"/>
                <a:gd name="csY16" fmla="*/ 123852 h 130662"/>
                <a:gd name="csX17" fmla="*/ 194 w 126474"/>
                <a:gd name="csY17" fmla="*/ 130739 h 130662"/>
                <a:gd name="csX18" fmla="*/ 120292 w 126474"/>
                <a:gd name="csY18" fmla="*/ 130739 h 130662"/>
                <a:gd name="csX19" fmla="*/ 126669 w 126474"/>
                <a:gd name="csY19" fmla="*/ 80425 h 130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6474" h="130662">
                  <a:moveTo>
                    <a:pt x="126669" y="80425"/>
                  </a:moveTo>
                  <a:lnTo>
                    <a:pt x="119442" y="80425"/>
                  </a:lnTo>
                  <a:cubicBezTo>
                    <a:pt x="117104" y="99173"/>
                    <a:pt x="113915" y="123852"/>
                    <a:pt x="73741" y="123852"/>
                  </a:cubicBezTo>
                  <a:lnTo>
                    <a:pt x="52485" y="123852"/>
                  </a:lnTo>
                  <a:cubicBezTo>
                    <a:pt x="42494" y="123852"/>
                    <a:pt x="42282" y="122321"/>
                    <a:pt x="42282" y="116391"/>
                  </a:cubicBezTo>
                  <a:lnTo>
                    <a:pt x="42282" y="15763"/>
                  </a:lnTo>
                  <a:cubicBezTo>
                    <a:pt x="42282" y="9450"/>
                    <a:pt x="42282" y="6963"/>
                    <a:pt x="62262" y="6963"/>
                  </a:cubicBezTo>
                  <a:lnTo>
                    <a:pt x="69702" y="6963"/>
                  </a:lnTo>
                  <a:lnTo>
                    <a:pt x="69702" y="76"/>
                  </a:lnTo>
                  <a:cubicBezTo>
                    <a:pt x="65238" y="268"/>
                    <a:pt x="38030" y="841"/>
                    <a:pt x="32504" y="841"/>
                  </a:cubicBezTo>
                  <a:cubicBezTo>
                    <a:pt x="24426" y="841"/>
                    <a:pt x="407" y="76"/>
                    <a:pt x="194" y="76"/>
                  </a:cubicBezTo>
                  <a:lnTo>
                    <a:pt x="194" y="6963"/>
                  </a:lnTo>
                  <a:lnTo>
                    <a:pt x="5296" y="6963"/>
                  </a:lnTo>
                  <a:cubicBezTo>
                    <a:pt x="21663" y="6963"/>
                    <a:pt x="22088" y="8876"/>
                    <a:pt x="22088" y="15572"/>
                  </a:cubicBezTo>
                  <a:lnTo>
                    <a:pt x="22088" y="115243"/>
                  </a:lnTo>
                  <a:cubicBezTo>
                    <a:pt x="22088" y="121747"/>
                    <a:pt x="21663" y="123852"/>
                    <a:pt x="5296" y="123852"/>
                  </a:cubicBezTo>
                  <a:lnTo>
                    <a:pt x="194" y="123852"/>
                  </a:lnTo>
                  <a:lnTo>
                    <a:pt x="194" y="130739"/>
                  </a:lnTo>
                  <a:lnTo>
                    <a:pt x="120292" y="130739"/>
                  </a:lnTo>
                  <a:lnTo>
                    <a:pt x="126669" y="80425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E8936967-0B9D-EBA7-AF02-84D8A5710453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27741581" y="25433279"/>
              <a:ext cx="77372" cy="127027"/>
            </a:xfrm>
            <a:custGeom>
              <a:avLst/>
              <a:gdLst>
                <a:gd name="csX0" fmla="*/ 48238 w 77372"/>
                <a:gd name="csY0" fmla="*/ 5433 h 127027"/>
                <a:gd name="csX1" fmla="*/ 41861 w 77372"/>
                <a:gd name="csY1" fmla="*/ 76 h 127027"/>
                <a:gd name="csX2" fmla="*/ 199 w 77372"/>
                <a:gd name="csY2" fmla="*/ 12320 h 127027"/>
                <a:gd name="csX3" fmla="*/ 199 w 77372"/>
                <a:gd name="csY3" fmla="*/ 19207 h 127027"/>
                <a:gd name="csX4" fmla="*/ 31021 w 77372"/>
                <a:gd name="csY4" fmla="*/ 13850 h 127027"/>
                <a:gd name="csX5" fmla="*/ 31021 w 77372"/>
                <a:gd name="csY5" fmla="*/ 111417 h 127027"/>
                <a:gd name="csX6" fmla="*/ 9764 w 77372"/>
                <a:gd name="csY6" fmla="*/ 120217 h 127027"/>
                <a:gd name="csX7" fmla="*/ 1687 w 77372"/>
                <a:gd name="csY7" fmla="*/ 120217 h 127027"/>
                <a:gd name="csX8" fmla="*/ 1687 w 77372"/>
                <a:gd name="csY8" fmla="*/ 127104 h 127027"/>
                <a:gd name="csX9" fmla="*/ 39523 w 77372"/>
                <a:gd name="csY9" fmla="*/ 126339 h 127027"/>
                <a:gd name="csX10" fmla="*/ 77572 w 77372"/>
                <a:gd name="csY10" fmla="*/ 127104 h 127027"/>
                <a:gd name="csX11" fmla="*/ 77572 w 77372"/>
                <a:gd name="csY11" fmla="*/ 120217 h 127027"/>
                <a:gd name="csX12" fmla="*/ 69494 w 77372"/>
                <a:gd name="csY12" fmla="*/ 120217 h 127027"/>
                <a:gd name="csX13" fmla="*/ 48238 w 77372"/>
                <a:gd name="csY13" fmla="*/ 111417 h 127027"/>
                <a:gd name="csX14" fmla="*/ 48238 w 77372"/>
                <a:gd name="csY14" fmla="*/ 5433 h 127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72" h="127027">
                  <a:moveTo>
                    <a:pt x="48238" y="5433"/>
                  </a:moveTo>
                  <a:cubicBezTo>
                    <a:pt x="48238" y="268"/>
                    <a:pt x="47813" y="76"/>
                    <a:pt x="41861" y="76"/>
                  </a:cubicBezTo>
                  <a:cubicBezTo>
                    <a:pt x="28257" y="12129"/>
                    <a:pt x="8914" y="12320"/>
                    <a:pt x="199" y="12320"/>
                  </a:cubicBezTo>
                  <a:lnTo>
                    <a:pt x="199" y="19207"/>
                  </a:lnTo>
                  <a:cubicBezTo>
                    <a:pt x="5301" y="19207"/>
                    <a:pt x="19330" y="19207"/>
                    <a:pt x="31021" y="13850"/>
                  </a:cubicBezTo>
                  <a:lnTo>
                    <a:pt x="31021" y="111417"/>
                  </a:lnTo>
                  <a:cubicBezTo>
                    <a:pt x="31021" y="117730"/>
                    <a:pt x="31021" y="120217"/>
                    <a:pt x="9764" y="120217"/>
                  </a:cubicBezTo>
                  <a:lnTo>
                    <a:pt x="1687" y="120217"/>
                  </a:lnTo>
                  <a:lnTo>
                    <a:pt x="1687" y="127104"/>
                  </a:lnTo>
                  <a:cubicBezTo>
                    <a:pt x="5513" y="126912"/>
                    <a:pt x="31658" y="126339"/>
                    <a:pt x="39523" y="126339"/>
                  </a:cubicBezTo>
                  <a:cubicBezTo>
                    <a:pt x="46113" y="126339"/>
                    <a:pt x="72895" y="126912"/>
                    <a:pt x="77572" y="127104"/>
                  </a:cubicBezTo>
                  <a:lnTo>
                    <a:pt x="77572" y="120217"/>
                  </a:lnTo>
                  <a:lnTo>
                    <a:pt x="69494" y="120217"/>
                  </a:lnTo>
                  <a:cubicBezTo>
                    <a:pt x="48238" y="120217"/>
                    <a:pt x="48238" y="117730"/>
                    <a:pt x="48238" y="111417"/>
                  </a:cubicBezTo>
                  <a:lnTo>
                    <a:pt x="48238" y="5433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17C4FBE0-495E-5E11-7991-903EAF8E473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27864051" y="25326640"/>
              <a:ext cx="189484" cy="198685"/>
            </a:xfrm>
            <a:custGeom>
              <a:avLst/>
              <a:gdLst>
                <a:gd name="csX0" fmla="*/ 45449 w 189484"/>
                <a:gd name="csY0" fmla="*/ 167331 h 198685"/>
                <a:gd name="csX1" fmla="*/ 70957 w 189484"/>
                <a:gd name="csY1" fmla="*/ 112399 h 198685"/>
                <a:gd name="csX2" fmla="*/ 111951 w 189484"/>
                <a:gd name="csY2" fmla="*/ 23031 h 198685"/>
                <a:gd name="csX3" fmla="*/ 127741 w 189484"/>
                <a:gd name="csY3" fmla="*/ 17019 h 198685"/>
                <a:gd name="csX4" fmla="*/ 149301 w 189484"/>
                <a:gd name="csY4" fmla="*/ 39703 h 198685"/>
                <a:gd name="csX5" fmla="*/ 147783 w 189484"/>
                <a:gd name="csY5" fmla="*/ 49814 h 198685"/>
                <a:gd name="csX6" fmla="*/ 149908 w 189484"/>
                <a:gd name="csY6" fmla="*/ 51728 h 198685"/>
                <a:gd name="csX7" fmla="*/ 170557 w 189484"/>
                <a:gd name="csY7" fmla="*/ 43802 h 198685"/>
                <a:gd name="csX8" fmla="*/ 178756 w 189484"/>
                <a:gd name="csY8" fmla="*/ 26038 h 198685"/>
                <a:gd name="csX9" fmla="*/ 153249 w 189484"/>
                <a:gd name="csY9" fmla="*/ 75 h 198685"/>
                <a:gd name="csX10" fmla="*/ 87051 w 189484"/>
                <a:gd name="csY10" fmla="*/ 29317 h 198685"/>
                <a:gd name="csX11" fmla="*/ 42716 w 189484"/>
                <a:gd name="csY11" fmla="*/ 121418 h 198685"/>
                <a:gd name="csX12" fmla="*/ 25711 w 189484"/>
                <a:gd name="csY12" fmla="*/ 165145 h 198685"/>
                <a:gd name="csX13" fmla="*/ 11439 w 189484"/>
                <a:gd name="csY13" fmla="*/ 184002 h 198685"/>
                <a:gd name="csX14" fmla="*/ 203 w 189484"/>
                <a:gd name="csY14" fmla="*/ 197121 h 198685"/>
                <a:gd name="csX15" fmla="*/ 2936 w 189484"/>
                <a:gd name="csY15" fmla="*/ 198760 h 198685"/>
                <a:gd name="csX16" fmla="*/ 18423 w 189484"/>
                <a:gd name="csY16" fmla="*/ 193021 h 198685"/>
                <a:gd name="csX17" fmla="*/ 31177 w 189484"/>
                <a:gd name="csY17" fmla="*/ 183182 h 198685"/>
                <a:gd name="csX18" fmla="*/ 76119 w 189484"/>
                <a:gd name="csY18" fmla="*/ 190835 h 198685"/>
                <a:gd name="csX19" fmla="*/ 122579 w 189484"/>
                <a:gd name="csY19" fmla="*/ 198760 h 198685"/>
                <a:gd name="csX20" fmla="*/ 181793 w 189484"/>
                <a:gd name="csY20" fmla="*/ 170064 h 198685"/>
                <a:gd name="csX21" fmla="*/ 189688 w 189484"/>
                <a:gd name="csY21" fmla="*/ 155033 h 198685"/>
                <a:gd name="csX22" fmla="*/ 187562 w 189484"/>
                <a:gd name="csY22" fmla="*/ 153120 h 198685"/>
                <a:gd name="csX23" fmla="*/ 170254 w 189484"/>
                <a:gd name="csY23" fmla="*/ 159406 h 198685"/>
                <a:gd name="csX24" fmla="*/ 159626 w 189484"/>
                <a:gd name="csY24" fmla="*/ 170338 h 198685"/>
                <a:gd name="csX25" fmla="*/ 155071 w 189484"/>
                <a:gd name="csY25" fmla="*/ 178536 h 198685"/>
                <a:gd name="csX26" fmla="*/ 147783 w 189484"/>
                <a:gd name="csY26" fmla="*/ 181816 h 198685"/>
                <a:gd name="csX27" fmla="*/ 97982 w 189484"/>
                <a:gd name="csY27" fmla="*/ 172797 h 198685"/>
                <a:gd name="csX28" fmla="*/ 57595 w 189484"/>
                <a:gd name="csY28" fmla="*/ 166238 h 198685"/>
                <a:gd name="csX29" fmla="*/ 45449 w 189484"/>
                <a:gd name="csY29" fmla="*/ 167331 h 19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89484" h="198685">
                  <a:moveTo>
                    <a:pt x="45449" y="167331"/>
                  </a:moveTo>
                  <a:cubicBezTo>
                    <a:pt x="61847" y="144375"/>
                    <a:pt x="67009" y="126884"/>
                    <a:pt x="70957" y="112399"/>
                  </a:cubicBezTo>
                  <a:cubicBezTo>
                    <a:pt x="81585" y="74684"/>
                    <a:pt x="93124" y="41889"/>
                    <a:pt x="111951" y="23031"/>
                  </a:cubicBezTo>
                  <a:cubicBezTo>
                    <a:pt x="115595" y="19479"/>
                    <a:pt x="118024" y="17019"/>
                    <a:pt x="127741" y="17019"/>
                  </a:cubicBezTo>
                  <a:cubicBezTo>
                    <a:pt x="148694" y="17019"/>
                    <a:pt x="149301" y="35876"/>
                    <a:pt x="149301" y="39703"/>
                  </a:cubicBezTo>
                  <a:cubicBezTo>
                    <a:pt x="149301" y="44622"/>
                    <a:pt x="147783" y="48448"/>
                    <a:pt x="147783" y="49814"/>
                  </a:cubicBezTo>
                  <a:cubicBezTo>
                    <a:pt x="147783" y="51728"/>
                    <a:pt x="149605" y="51728"/>
                    <a:pt x="149908" y="51728"/>
                  </a:cubicBezTo>
                  <a:cubicBezTo>
                    <a:pt x="154767" y="51728"/>
                    <a:pt x="162966" y="48721"/>
                    <a:pt x="170557" y="43802"/>
                  </a:cubicBezTo>
                  <a:cubicBezTo>
                    <a:pt x="176023" y="39976"/>
                    <a:pt x="178756" y="37243"/>
                    <a:pt x="178756" y="26038"/>
                  </a:cubicBezTo>
                  <a:cubicBezTo>
                    <a:pt x="178756" y="11280"/>
                    <a:pt x="170254" y="75"/>
                    <a:pt x="153249" y="75"/>
                  </a:cubicBezTo>
                  <a:cubicBezTo>
                    <a:pt x="143532" y="75"/>
                    <a:pt x="116809" y="2261"/>
                    <a:pt x="87051" y="29317"/>
                  </a:cubicBezTo>
                  <a:cubicBezTo>
                    <a:pt x="62758" y="51728"/>
                    <a:pt x="48486" y="100921"/>
                    <a:pt x="42716" y="121418"/>
                  </a:cubicBezTo>
                  <a:cubicBezTo>
                    <a:pt x="37250" y="140275"/>
                    <a:pt x="34821" y="148747"/>
                    <a:pt x="25711" y="165145"/>
                  </a:cubicBezTo>
                  <a:cubicBezTo>
                    <a:pt x="23585" y="168425"/>
                    <a:pt x="15690" y="180450"/>
                    <a:pt x="11439" y="184002"/>
                  </a:cubicBezTo>
                  <a:cubicBezTo>
                    <a:pt x="3240" y="190835"/>
                    <a:pt x="203" y="195754"/>
                    <a:pt x="203" y="197121"/>
                  </a:cubicBezTo>
                  <a:cubicBezTo>
                    <a:pt x="203" y="197667"/>
                    <a:pt x="811" y="198760"/>
                    <a:pt x="2936" y="198760"/>
                  </a:cubicBezTo>
                  <a:cubicBezTo>
                    <a:pt x="4151" y="198760"/>
                    <a:pt x="10528" y="197667"/>
                    <a:pt x="18423" y="193021"/>
                  </a:cubicBezTo>
                  <a:cubicBezTo>
                    <a:pt x="23585" y="190288"/>
                    <a:pt x="24193" y="189742"/>
                    <a:pt x="31177" y="183182"/>
                  </a:cubicBezTo>
                  <a:cubicBezTo>
                    <a:pt x="46360" y="183456"/>
                    <a:pt x="56988" y="185915"/>
                    <a:pt x="76119" y="190835"/>
                  </a:cubicBezTo>
                  <a:cubicBezTo>
                    <a:pt x="91606" y="194661"/>
                    <a:pt x="107092" y="198760"/>
                    <a:pt x="122579" y="198760"/>
                  </a:cubicBezTo>
                  <a:cubicBezTo>
                    <a:pt x="147176" y="198760"/>
                    <a:pt x="172076" y="182089"/>
                    <a:pt x="181793" y="170064"/>
                  </a:cubicBezTo>
                  <a:cubicBezTo>
                    <a:pt x="187866" y="162685"/>
                    <a:pt x="189688" y="155853"/>
                    <a:pt x="189688" y="155033"/>
                  </a:cubicBezTo>
                  <a:cubicBezTo>
                    <a:pt x="189688" y="153120"/>
                    <a:pt x="187866" y="153120"/>
                    <a:pt x="187562" y="153120"/>
                  </a:cubicBezTo>
                  <a:cubicBezTo>
                    <a:pt x="182704" y="153120"/>
                    <a:pt x="175416" y="156126"/>
                    <a:pt x="170254" y="159406"/>
                  </a:cubicBezTo>
                  <a:cubicBezTo>
                    <a:pt x="162055" y="164052"/>
                    <a:pt x="161448" y="165692"/>
                    <a:pt x="159626" y="170338"/>
                  </a:cubicBezTo>
                  <a:cubicBezTo>
                    <a:pt x="158107" y="174710"/>
                    <a:pt x="156285" y="176897"/>
                    <a:pt x="155071" y="178536"/>
                  </a:cubicBezTo>
                  <a:cubicBezTo>
                    <a:pt x="152641" y="181816"/>
                    <a:pt x="152338" y="181816"/>
                    <a:pt x="147783" y="181816"/>
                  </a:cubicBezTo>
                  <a:cubicBezTo>
                    <a:pt x="133207" y="181816"/>
                    <a:pt x="118024" y="177717"/>
                    <a:pt x="97982" y="172797"/>
                  </a:cubicBezTo>
                  <a:cubicBezTo>
                    <a:pt x="89480" y="170611"/>
                    <a:pt x="72778" y="166238"/>
                    <a:pt x="57595" y="166238"/>
                  </a:cubicBezTo>
                  <a:cubicBezTo>
                    <a:pt x="53648" y="166238"/>
                    <a:pt x="49397" y="166511"/>
                    <a:pt x="45449" y="167331"/>
                  </a:cubicBez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21A74577-12F3-6A22-6201-A9DE2328F415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28075984" y="25429645"/>
              <a:ext cx="126474" cy="130662"/>
            </a:xfrm>
            <a:custGeom>
              <a:avLst/>
              <a:gdLst>
                <a:gd name="csX0" fmla="*/ 126685 w 126474"/>
                <a:gd name="csY0" fmla="*/ 80425 h 130662"/>
                <a:gd name="csX1" fmla="*/ 119458 w 126474"/>
                <a:gd name="csY1" fmla="*/ 80425 h 130662"/>
                <a:gd name="csX2" fmla="*/ 73757 w 126474"/>
                <a:gd name="csY2" fmla="*/ 123852 h 130662"/>
                <a:gd name="csX3" fmla="*/ 52501 w 126474"/>
                <a:gd name="csY3" fmla="*/ 123852 h 130662"/>
                <a:gd name="csX4" fmla="*/ 42298 w 126474"/>
                <a:gd name="csY4" fmla="*/ 116391 h 130662"/>
                <a:gd name="csX5" fmla="*/ 42298 w 126474"/>
                <a:gd name="csY5" fmla="*/ 15763 h 130662"/>
                <a:gd name="csX6" fmla="*/ 62279 w 126474"/>
                <a:gd name="csY6" fmla="*/ 6963 h 130662"/>
                <a:gd name="csX7" fmla="*/ 69718 w 126474"/>
                <a:gd name="csY7" fmla="*/ 6963 h 130662"/>
                <a:gd name="csX8" fmla="*/ 69718 w 126474"/>
                <a:gd name="csY8" fmla="*/ 76 h 130662"/>
                <a:gd name="csX9" fmla="*/ 32520 w 126474"/>
                <a:gd name="csY9" fmla="*/ 841 h 130662"/>
                <a:gd name="csX10" fmla="*/ 210 w 126474"/>
                <a:gd name="csY10" fmla="*/ 76 h 130662"/>
                <a:gd name="csX11" fmla="*/ 210 w 126474"/>
                <a:gd name="csY11" fmla="*/ 6963 h 130662"/>
                <a:gd name="csX12" fmla="*/ 5312 w 126474"/>
                <a:gd name="csY12" fmla="*/ 6963 h 130662"/>
                <a:gd name="csX13" fmla="*/ 22104 w 126474"/>
                <a:gd name="csY13" fmla="*/ 15572 h 130662"/>
                <a:gd name="csX14" fmla="*/ 22104 w 126474"/>
                <a:gd name="csY14" fmla="*/ 115243 h 130662"/>
                <a:gd name="csX15" fmla="*/ 5312 w 126474"/>
                <a:gd name="csY15" fmla="*/ 123852 h 130662"/>
                <a:gd name="csX16" fmla="*/ 210 w 126474"/>
                <a:gd name="csY16" fmla="*/ 123852 h 130662"/>
                <a:gd name="csX17" fmla="*/ 210 w 126474"/>
                <a:gd name="csY17" fmla="*/ 130739 h 130662"/>
                <a:gd name="csX18" fmla="*/ 120308 w 126474"/>
                <a:gd name="csY18" fmla="*/ 130739 h 130662"/>
                <a:gd name="csX19" fmla="*/ 126685 w 126474"/>
                <a:gd name="csY19" fmla="*/ 80425 h 130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6474" h="130662">
                  <a:moveTo>
                    <a:pt x="126685" y="80425"/>
                  </a:moveTo>
                  <a:lnTo>
                    <a:pt x="119458" y="80425"/>
                  </a:lnTo>
                  <a:cubicBezTo>
                    <a:pt x="117120" y="99173"/>
                    <a:pt x="113931" y="123852"/>
                    <a:pt x="73757" y="123852"/>
                  </a:cubicBezTo>
                  <a:lnTo>
                    <a:pt x="52501" y="123852"/>
                  </a:lnTo>
                  <a:cubicBezTo>
                    <a:pt x="42510" y="123852"/>
                    <a:pt x="42298" y="122321"/>
                    <a:pt x="42298" y="116391"/>
                  </a:cubicBezTo>
                  <a:lnTo>
                    <a:pt x="42298" y="15763"/>
                  </a:lnTo>
                  <a:cubicBezTo>
                    <a:pt x="42298" y="9450"/>
                    <a:pt x="42298" y="6963"/>
                    <a:pt x="62279" y="6963"/>
                  </a:cubicBezTo>
                  <a:lnTo>
                    <a:pt x="69718" y="6963"/>
                  </a:lnTo>
                  <a:lnTo>
                    <a:pt x="69718" y="76"/>
                  </a:lnTo>
                  <a:cubicBezTo>
                    <a:pt x="65255" y="268"/>
                    <a:pt x="38047" y="841"/>
                    <a:pt x="32520" y="841"/>
                  </a:cubicBezTo>
                  <a:cubicBezTo>
                    <a:pt x="24443" y="841"/>
                    <a:pt x="423" y="76"/>
                    <a:pt x="210" y="76"/>
                  </a:cubicBezTo>
                  <a:lnTo>
                    <a:pt x="210" y="6963"/>
                  </a:lnTo>
                  <a:lnTo>
                    <a:pt x="5312" y="6963"/>
                  </a:lnTo>
                  <a:cubicBezTo>
                    <a:pt x="21679" y="6963"/>
                    <a:pt x="22104" y="8876"/>
                    <a:pt x="22104" y="15572"/>
                  </a:cubicBezTo>
                  <a:lnTo>
                    <a:pt x="22104" y="115243"/>
                  </a:lnTo>
                  <a:cubicBezTo>
                    <a:pt x="22104" y="121747"/>
                    <a:pt x="21679" y="123852"/>
                    <a:pt x="5312" y="123852"/>
                  </a:cubicBezTo>
                  <a:lnTo>
                    <a:pt x="210" y="123852"/>
                  </a:lnTo>
                  <a:lnTo>
                    <a:pt x="210" y="130739"/>
                  </a:lnTo>
                  <a:lnTo>
                    <a:pt x="120308" y="130739"/>
                  </a:lnTo>
                  <a:lnTo>
                    <a:pt x="126685" y="80425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E504E636-F920-AC78-8465-69551EE4175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8237394" y="25433279"/>
              <a:ext cx="77372" cy="127027"/>
            </a:xfrm>
            <a:custGeom>
              <a:avLst/>
              <a:gdLst>
                <a:gd name="csX0" fmla="*/ 48254 w 77372"/>
                <a:gd name="csY0" fmla="*/ 5433 h 127027"/>
                <a:gd name="csX1" fmla="*/ 41878 w 77372"/>
                <a:gd name="csY1" fmla="*/ 76 h 127027"/>
                <a:gd name="csX2" fmla="*/ 215 w 77372"/>
                <a:gd name="csY2" fmla="*/ 12320 h 127027"/>
                <a:gd name="csX3" fmla="*/ 215 w 77372"/>
                <a:gd name="csY3" fmla="*/ 19207 h 127027"/>
                <a:gd name="csX4" fmla="*/ 31037 w 77372"/>
                <a:gd name="csY4" fmla="*/ 13850 h 127027"/>
                <a:gd name="csX5" fmla="*/ 31037 w 77372"/>
                <a:gd name="csY5" fmla="*/ 111417 h 127027"/>
                <a:gd name="csX6" fmla="*/ 9781 w 77372"/>
                <a:gd name="csY6" fmla="*/ 120217 h 127027"/>
                <a:gd name="csX7" fmla="*/ 1703 w 77372"/>
                <a:gd name="csY7" fmla="*/ 120217 h 127027"/>
                <a:gd name="csX8" fmla="*/ 1703 w 77372"/>
                <a:gd name="csY8" fmla="*/ 127104 h 127027"/>
                <a:gd name="csX9" fmla="*/ 39539 w 77372"/>
                <a:gd name="csY9" fmla="*/ 126339 h 127027"/>
                <a:gd name="csX10" fmla="*/ 77588 w 77372"/>
                <a:gd name="csY10" fmla="*/ 127104 h 127027"/>
                <a:gd name="csX11" fmla="*/ 77588 w 77372"/>
                <a:gd name="csY11" fmla="*/ 120217 h 127027"/>
                <a:gd name="csX12" fmla="*/ 69511 w 77372"/>
                <a:gd name="csY12" fmla="*/ 120217 h 127027"/>
                <a:gd name="csX13" fmla="*/ 48254 w 77372"/>
                <a:gd name="csY13" fmla="*/ 111417 h 127027"/>
                <a:gd name="csX14" fmla="*/ 48254 w 77372"/>
                <a:gd name="csY14" fmla="*/ 5433 h 127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72" h="127027">
                  <a:moveTo>
                    <a:pt x="48254" y="5433"/>
                  </a:moveTo>
                  <a:cubicBezTo>
                    <a:pt x="48254" y="268"/>
                    <a:pt x="47829" y="76"/>
                    <a:pt x="41878" y="76"/>
                  </a:cubicBezTo>
                  <a:cubicBezTo>
                    <a:pt x="28274" y="12129"/>
                    <a:pt x="8930" y="12320"/>
                    <a:pt x="215" y="12320"/>
                  </a:cubicBezTo>
                  <a:lnTo>
                    <a:pt x="215" y="19207"/>
                  </a:lnTo>
                  <a:cubicBezTo>
                    <a:pt x="5317" y="19207"/>
                    <a:pt x="19346" y="19207"/>
                    <a:pt x="31037" y="13850"/>
                  </a:cubicBezTo>
                  <a:lnTo>
                    <a:pt x="31037" y="111417"/>
                  </a:lnTo>
                  <a:cubicBezTo>
                    <a:pt x="31037" y="117730"/>
                    <a:pt x="31037" y="120217"/>
                    <a:pt x="9781" y="120217"/>
                  </a:cubicBezTo>
                  <a:lnTo>
                    <a:pt x="1703" y="120217"/>
                  </a:lnTo>
                  <a:lnTo>
                    <a:pt x="1703" y="127104"/>
                  </a:lnTo>
                  <a:cubicBezTo>
                    <a:pt x="5529" y="126912"/>
                    <a:pt x="31675" y="126339"/>
                    <a:pt x="39539" y="126339"/>
                  </a:cubicBezTo>
                  <a:cubicBezTo>
                    <a:pt x="46129" y="126339"/>
                    <a:pt x="72912" y="126912"/>
                    <a:pt x="77588" y="127104"/>
                  </a:cubicBezTo>
                  <a:lnTo>
                    <a:pt x="77588" y="120217"/>
                  </a:lnTo>
                  <a:lnTo>
                    <a:pt x="69511" y="120217"/>
                  </a:lnTo>
                  <a:cubicBezTo>
                    <a:pt x="48254" y="120217"/>
                    <a:pt x="48254" y="117730"/>
                    <a:pt x="48254" y="111417"/>
                  </a:cubicBezTo>
                  <a:lnTo>
                    <a:pt x="48254" y="5433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53349779-10E4-CEE6-AECD-F7F28A795E69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28434934" y="25359982"/>
              <a:ext cx="201934" cy="182014"/>
            </a:xfrm>
            <a:custGeom>
              <a:avLst/>
              <a:gdLst>
                <a:gd name="csX0" fmla="*/ 107414 w 201934"/>
                <a:gd name="csY0" fmla="*/ 96548 h 182014"/>
                <a:gd name="csX1" fmla="*/ 192136 w 201934"/>
                <a:gd name="csY1" fmla="*/ 96548 h 182014"/>
                <a:gd name="csX2" fmla="*/ 202157 w 201934"/>
                <a:gd name="csY2" fmla="*/ 91082 h 182014"/>
                <a:gd name="csX3" fmla="*/ 192136 w 201934"/>
                <a:gd name="csY3" fmla="*/ 85616 h 182014"/>
                <a:gd name="csX4" fmla="*/ 107414 w 201934"/>
                <a:gd name="csY4" fmla="*/ 85616 h 182014"/>
                <a:gd name="csX5" fmla="*/ 107414 w 201934"/>
                <a:gd name="csY5" fmla="*/ 9093 h 182014"/>
                <a:gd name="csX6" fmla="*/ 101341 w 201934"/>
                <a:gd name="csY6" fmla="*/ 75 h 182014"/>
                <a:gd name="csX7" fmla="*/ 95268 w 201934"/>
                <a:gd name="csY7" fmla="*/ 9093 h 182014"/>
                <a:gd name="csX8" fmla="*/ 95268 w 201934"/>
                <a:gd name="csY8" fmla="*/ 85616 h 182014"/>
                <a:gd name="csX9" fmla="*/ 10243 w 201934"/>
                <a:gd name="csY9" fmla="*/ 85616 h 182014"/>
                <a:gd name="csX10" fmla="*/ 222 w 201934"/>
                <a:gd name="csY10" fmla="*/ 91082 h 182014"/>
                <a:gd name="csX11" fmla="*/ 10243 w 201934"/>
                <a:gd name="csY11" fmla="*/ 96548 h 182014"/>
                <a:gd name="csX12" fmla="*/ 95268 w 201934"/>
                <a:gd name="csY12" fmla="*/ 96548 h 182014"/>
                <a:gd name="csX13" fmla="*/ 95268 w 201934"/>
                <a:gd name="csY13" fmla="*/ 173071 h 182014"/>
                <a:gd name="csX14" fmla="*/ 101341 w 201934"/>
                <a:gd name="csY14" fmla="*/ 182089 h 182014"/>
                <a:gd name="csX15" fmla="*/ 107414 w 201934"/>
                <a:gd name="csY15" fmla="*/ 173071 h 182014"/>
                <a:gd name="csX16" fmla="*/ 107414 w 201934"/>
                <a:gd name="csY16" fmla="*/ 96548 h 182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01934" h="182014">
                  <a:moveTo>
                    <a:pt x="107414" y="96548"/>
                  </a:moveTo>
                  <a:lnTo>
                    <a:pt x="192136" y="96548"/>
                  </a:lnTo>
                  <a:cubicBezTo>
                    <a:pt x="196387" y="96548"/>
                    <a:pt x="202157" y="96548"/>
                    <a:pt x="202157" y="91082"/>
                  </a:cubicBezTo>
                  <a:cubicBezTo>
                    <a:pt x="202157" y="85616"/>
                    <a:pt x="196387" y="85616"/>
                    <a:pt x="192136" y="85616"/>
                  </a:cubicBezTo>
                  <a:lnTo>
                    <a:pt x="107414" y="85616"/>
                  </a:lnTo>
                  <a:lnTo>
                    <a:pt x="107414" y="9093"/>
                  </a:lnTo>
                  <a:cubicBezTo>
                    <a:pt x="107414" y="5267"/>
                    <a:pt x="107414" y="75"/>
                    <a:pt x="101341" y="75"/>
                  </a:cubicBezTo>
                  <a:cubicBezTo>
                    <a:pt x="95268" y="75"/>
                    <a:pt x="95268" y="5267"/>
                    <a:pt x="95268" y="9093"/>
                  </a:cubicBezTo>
                  <a:lnTo>
                    <a:pt x="95268" y="85616"/>
                  </a:lnTo>
                  <a:lnTo>
                    <a:pt x="10243" y="85616"/>
                  </a:lnTo>
                  <a:cubicBezTo>
                    <a:pt x="5991" y="85616"/>
                    <a:pt x="222" y="85616"/>
                    <a:pt x="222" y="91082"/>
                  </a:cubicBezTo>
                  <a:cubicBezTo>
                    <a:pt x="222" y="96548"/>
                    <a:pt x="5991" y="96548"/>
                    <a:pt x="10243" y="96548"/>
                  </a:cubicBezTo>
                  <a:lnTo>
                    <a:pt x="95268" y="96548"/>
                  </a:lnTo>
                  <a:lnTo>
                    <a:pt x="95268" y="173071"/>
                  </a:lnTo>
                  <a:cubicBezTo>
                    <a:pt x="95268" y="176897"/>
                    <a:pt x="95268" y="182089"/>
                    <a:pt x="101341" y="182089"/>
                  </a:cubicBezTo>
                  <a:cubicBezTo>
                    <a:pt x="107414" y="182089"/>
                    <a:pt x="107414" y="176897"/>
                    <a:pt x="107414" y="173071"/>
                  </a:cubicBezTo>
                  <a:lnTo>
                    <a:pt x="107414" y="96548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A5E5DCA9-9066-B5DF-CBBC-F0F3BE5CC40D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28737684" y="25329646"/>
              <a:ext cx="150312" cy="193219"/>
            </a:xfrm>
            <a:custGeom>
              <a:avLst/>
              <a:gdLst>
                <a:gd name="csX0" fmla="*/ 92545 w 150312"/>
                <a:gd name="csY0" fmla="*/ 109939 h 193219"/>
                <a:gd name="csX1" fmla="*/ 124429 w 150312"/>
                <a:gd name="csY1" fmla="*/ 186735 h 193219"/>
                <a:gd name="csX2" fmla="*/ 140523 w 150312"/>
                <a:gd name="csY2" fmla="*/ 192748 h 193219"/>
                <a:gd name="csX3" fmla="*/ 147204 w 150312"/>
                <a:gd name="csY3" fmla="*/ 192748 h 193219"/>
                <a:gd name="csX4" fmla="*/ 150544 w 150312"/>
                <a:gd name="csY4" fmla="*/ 190015 h 193219"/>
                <a:gd name="csX5" fmla="*/ 149026 w 150312"/>
                <a:gd name="csY5" fmla="*/ 187555 h 193219"/>
                <a:gd name="csX6" fmla="*/ 142042 w 150312"/>
                <a:gd name="csY6" fmla="*/ 174984 h 193219"/>
                <a:gd name="csX7" fmla="*/ 80095 w 150312"/>
                <a:gd name="csY7" fmla="*/ 19479 h 193219"/>
                <a:gd name="csX8" fmla="*/ 43048 w 150312"/>
                <a:gd name="csY8" fmla="*/ 75 h 193219"/>
                <a:gd name="csX9" fmla="*/ 37582 w 150312"/>
                <a:gd name="csY9" fmla="*/ 3081 h 193219"/>
                <a:gd name="csX10" fmla="*/ 40315 w 150312"/>
                <a:gd name="csY10" fmla="*/ 5814 h 193219"/>
                <a:gd name="csX11" fmla="*/ 60053 w 150312"/>
                <a:gd name="csY11" fmla="*/ 27678 h 193219"/>
                <a:gd name="csX12" fmla="*/ 89508 w 150312"/>
                <a:gd name="csY12" fmla="*/ 102014 h 193219"/>
                <a:gd name="csX13" fmla="*/ 5698 w 150312"/>
                <a:gd name="csY13" fmla="*/ 176897 h 193219"/>
                <a:gd name="csX14" fmla="*/ 232 w 150312"/>
                <a:gd name="csY14" fmla="*/ 185369 h 193219"/>
                <a:gd name="csX15" fmla="*/ 9342 w 150312"/>
                <a:gd name="csY15" fmla="*/ 193294 h 193219"/>
                <a:gd name="csX16" fmla="*/ 19363 w 150312"/>
                <a:gd name="csY16" fmla="*/ 187555 h 193219"/>
                <a:gd name="csX17" fmla="*/ 92545 w 150312"/>
                <a:gd name="csY17" fmla="*/ 109939 h 193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50312" h="193219">
                  <a:moveTo>
                    <a:pt x="92545" y="109939"/>
                  </a:moveTo>
                  <a:cubicBezTo>
                    <a:pt x="104995" y="138635"/>
                    <a:pt x="119571" y="180450"/>
                    <a:pt x="124429" y="186735"/>
                  </a:cubicBezTo>
                  <a:cubicBezTo>
                    <a:pt x="129288" y="192748"/>
                    <a:pt x="132325" y="192748"/>
                    <a:pt x="140523" y="192748"/>
                  </a:cubicBezTo>
                  <a:lnTo>
                    <a:pt x="147204" y="192748"/>
                  </a:lnTo>
                  <a:cubicBezTo>
                    <a:pt x="150241" y="192474"/>
                    <a:pt x="150544" y="190835"/>
                    <a:pt x="150544" y="190015"/>
                  </a:cubicBezTo>
                  <a:cubicBezTo>
                    <a:pt x="150544" y="189195"/>
                    <a:pt x="149937" y="188648"/>
                    <a:pt x="149026" y="187555"/>
                  </a:cubicBezTo>
                  <a:cubicBezTo>
                    <a:pt x="145989" y="184549"/>
                    <a:pt x="144167" y="180450"/>
                    <a:pt x="142042" y="174984"/>
                  </a:cubicBezTo>
                  <a:lnTo>
                    <a:pt x="80095" y="19479"/>
                  </a:lnTo>
                  <a:cubicBezTo>
                    <a:pt x="73718" y="3628"/>
                    <a:pt x="57320" y="75"/>
                    <a:pt x="43048" y="75"/>
                  </a:cubicBezTo>
                  <a:cubicBezTo>
                    <a:pt x="41530" y="75"/>
                    <a:pt x="37582" y="75"/>
                    <a:pt x="37582" y="3081"/>
                  </a:cubicBezTo>
                  <a:cubicBezTo>
                    <a:pt x="37582" y="5267"/>
                    <a:pt x="40012" y="5814"/>
                    <a:pt x="40315" y="5814"/>
                  </a:cubicBezTo>
                  <a:cubicBezTo>
                    <a:pt x="50336" y="7454"/>
                    <a:pt x="52462" y="9093"/>
                    <a:pt x="60053" y="27678"/>
                  </a:cubicBezTo>
                  <a:lnTo>
                    <a:pt x="89508" y="102014"/>
                  </a:lnTo>
                  <a:lnTo>
                    <a:pt x="5698" y="176897"/>
                  </a:lnTo>
                  <a:cubicBezTo>
                    <a:pt x="2054" y="180176"/>
                    <a:pt x="232" y="181816"/>
                    <a:pt x="232" y="185369"/>
                  </a:cubicBezTo>
                  <a:cubicBezTo>
                    <a:pt x="232" y="190015"/>
                    <a:pt x="4483" y="193294"/>
                    <a:pt x="9342" y="193294"/>
                  </a:cubicBezTo>
                  <a:cubicBezTo>
                    <a:pt x="14200" y="193294"/>
                    <a:pt x="16933" y="190288"/>
                    <a:pt x="19363" y="187555"/>
                  </a:cubicBezTo>
                  <a:lnTo>
                    <a:pt x="92545" y="109939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73F35D6B-43F3-3BBC-16F7-AC5BBF5B1281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28913605" y="25425818"/>
              <a:ext cx="159847" cy="138314"/>
            </a:xfrm>
            <a:custGeom>
              <a:avLst/>
              <a:gdLst>
                <a:gd name="csX0" fmla="*/ 143718 w 159847"/>
                <a:gd name="csY0" fmla="*/ 97069 h 138314"/>
                <a:gd name="csX1" fmla="*/ 160085 w 159847"/>
                <a:gd name="csY1" fmla="*/ 88651 h 138314"/>
                <a:gd name="csX2" fmla="*/ 160085 w 159847"/>
                <a:gd name="csY2" fmla="*/ 81764 h 138314"/>
                <a:gd name="csX3" fmla="*/ 132664 w 159847"/>
                <a:gd name="csY3" fmla="*/ 82529 h 138314"/>
                <a:gd name="csX4" fmla="*/ 94191 w 159847"/>
                <a:gd name="csY4" fmla="*/ 81764 h 138314"/>
                <a:gd name="csX5" fmla="*/ 94191 w 159847"/>
                <a:gd name="csY5" fmla="*/ 88651 h 138314"/>
                <a:gd name="csX6" fmla="*/ 102268 w 159847"/>
                <a:gd name="csY6" fmla="*/ 88651 h 138314"/>
                <a:gd name="csX7" fmla="*/ 123524 w 159847"/>
                <a:gd name="csY7" fmla="*/ 97451 h 138314"/>
                <a:gd name="csX8" fmla="*/ 123524 w 159847"/>
                <a:gd name="csY8" fmla="*/ 109695 h 138314"/>
                <a:gd name="csX9" fmla="*/ 111408 w 159847"/>
                <a:gd name="csY9" fmla="*/ 126721 h 138314"/>
                <a:gd name="csX10" fmla="*/ 86326 w 159847"/>
                <a:gd name="csY10" fmla="*/ 131504 h 138314"/>
                <a:gd name="csX11" fmla="*/ 22982 w 159847"/>
                <a:gd name="csY11" fmla="*/ 69138 h 138314"/>
                <a:gd name="csX12" fmla="*/ 84413 w 159847"/>
                <a:gd name="csY12" fmla="*/ 6963 h 138314"/>
                <a:gd name="csX13" fmla="*/ 136065 w 159847"/>
                <a:gd name="csY13" fmla="*/ 52494 h 138314"/>
                <a:gd name="csX14" fmla="*/ 139892 w 159847"/>
                <a:gd name="csY14" fmla="*/ 54790 h 138314"/>
                <a:gd name="csX15" fmla="*/ 143718 w 159847"/>
                <a:gd name="csY15" fmla="*/ 49816 h 138314"/>
                <a:gd name="csX16" fmla="*/ 143718 w 159847"/>
                <a:gd name="csY16" fmla="*/ 5050 h 138314"/>
                <a:gd name="csX17" fmla="*/ 140742 w 159847"/>
                <a:gd name="csY17" fmla="*/ 76 h 138314"/>
                <a:gd name="csX18" fmla="*/ 137128 w 159847"/>
                <a:gd name="csY18" fmla="*/ 2372 h 138314"/>
                <a:gd name="csX19" fmla="*/ 125862 w 159847"/>
                <a:gd name="csY19" fmla="*/ 16911 h 138314"/>
                <a:gd name="csX20" fmla="*/ 81649 w 159847"/>
                <a:gd name="csY20" fmla="*/ 76 h 138314"/>
                <a:gd name="csX21" fmla="*/ 238 w 159847"/>
                <a:gd name="csY21" fmla="*/ 69138 h 138314"/>
                <a:gd name="csX22" fmla="*/ 82287 w 159847"/>
                <a:gd name="csY22" fmla="*/ 138391 h 138314"/>
                <a:gd name="csX23" fmla="*/ 127563 w 159847"/>
                <a:gd name="csY23" fmla="*/ 123086 h 138314"/>
                <a:gd name="csX24" fmla="*/ 141167 w 159847"/>
                <a:gd name="csY24" fmla="*/ 134565 h 138314"/>
                <a:gd name="csX25" fmla="*/ 143718 w 159847"/>
                <a:gd name="csY25" fmla="*/ 129591 h 138314"/>
                <a:gd name="csX26" fmla="*/ 143718 w 159847"/>
                <a:gd name="csY26" fmla="*/ 97069 h 138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59847" h="138314">
                  <a:moveTo>
                    <a:pt x="143718" y="97069"/>
                  </a:moveTo>
                  <a:cubicBezTo>
                    <a:pt x="143718" y="88651"/>
                    <a:pt x="145843" y="88651"/>
                    <a:pt x="160085" y="88651"/>
                  </a:cubicBezTo>
                  <a:lnTo>
                    <a:pt x="160085" y="81764"/>
                  </a:lnTo>
                  <a:cubicBezTo>
                    <a:pt x="158597" y="81764"/>
                    <a:pt x="143080" y="82529"/>
                    <a:pt x="132664" y="82529"/>
                  </a:cubicBezTo>
                  <a:cubicBezTo>
                    <a:pt x="121399" y="82529"/>
                    <a:pt x="105244" y="82529"/>
                    <a:pt x="94191" y="81764"/>
                  </a:cubicBezTo>
                  <a:lnTo>
                    <a:pt x="94191" y="88651"/>
                  </a:lnTo>
                  <a:lnTo>
                    <a:pt x="102268" y="88651"/>
                  </a:lnTo>
                  <a:cubicBezTo>
                    <a:pt x="123524" y="88651"/>
                    <a:pt x="123524" y="91138"/>
                    <a:pt x="123524" y="97451"/>
                  </a:cubicBezTo>
                  <a:lnTo>
                    <a:pt x="123524" y="109695"/>
                  </a:lnTo>
                  <a:cubicBezTo>
                    <a:pt x="123524" y="113904"/>
                    <a:pt x="123524" y="121365"/>
                    <a:pt x="111408" y="126721"/>
                  </a:cubicBezTo>
                  <a:cubicBezTo>
                    <a:pt x="100993" y="131504"/>
                    <a:pt x="89089" y="131504"/>
                    <a:pt x="86326" y="131504"/>
                  </a:cubicBezTo>
                  <a:cubicBezTo>
                    <a:pt x="62306" y="131504"/>
                    <a:pt x="22982" y="119069"/>
                    <a:pt x="22982" y="69138"/>
                  </a:cubicBezTo>
                  <a:cubicBezTo>
                    <a:pt x="22982" y="18250"/>
                    <a:pt x="63369" y="6963"/>
                    <a:pt x="84413" y="6963"/>
                  </a:cubicBezTo>
                  <a:cubicBezTo>
                    <a:pt x="105031" y="6963"/>
                    <a:pt x="130539" y="19398"/>
                    <a:pt x="136065" y="52494"/>
                  </a:cubicBezTo>
                  <a:cubicBezTo>
                    <a:pt x="136491" y="54790"/>
                    <a:pt x="138404" y="54790"/>
                    <a:pt x="139892" y="54790"/>
                  </a:cubicBezTo>
                  <a:cubicBezTo>
                    <a:pt x="143718" y="54790"/>
                    <a:pt x="143718" y="53642"/>
                    <a:pt x="143718" y="49816"/>
                  </a:cubicBezTo>
                  <a:lnTo>
                    <a:pt x="143718" y="5050"/>
                  </a:lnTo>
                  <a:cubicBezTo>
                    <a:pt x="143718" y="1798"/>
                    <a:pt x="143718" y="76"/>
                    <a:pt x="140742" y="76"/>
                  </a:cubicBezTo>
                  <a:cubicBezTo>
                    <a:pt x="139892" y="76"/>
                    <a:pt x="138829" y="76"/>
                    <a:pt x="137128" y="2372"/>
                  </a:cubicBezTo>
                  <a:lnTo>
                    <a:pt x="125862" y="16911"/>
                  </a:lnTo>
                  <a:cubicBezTo>
                    <a:pt x="115447" y="7346"/>
                    <a:pt x="100355" y="76"/>
                    <a:pt x="81649" y="76"/>
                  </a:cubicBezTo>
                  <a:cubicBezTo>
                    <a:pt x="37436" y="76"/>
                    <a:pt x="238" y="30877"/>
                    <a:pt x="238" y="69138"/>
                  </a:cubicBezTo>
                  <a:cubicBezTo>
                    <a:pt x="238" y="107017"/>
                    <a:pt x="36373" y="138391"/>
                    <a:pt x="82287" y="138391"/>
                  </a:cubicBezTo>
                  <a:cubicBezTo>
                    <a:pt x="93978" y="138391"/>
                    <a:pt x="117572" y="136478"/>
                    <a:pt x="127563" y="123086"/>
                  </a:cubicBezTo>
                  <a:cubicBezTo>
                    <a:pt x="131176" y="128060"/>
                    <a:pt x="139041" y="134565"/>
                    <a:pt x="141167" y="134565"/>
                  </a:cubicBezTo>
                  <a:cubicBezTo>
                    <a:pt x="143718" y="134565"/>
                    <a:pt x="143718" y="132460"/>
                    <a:pt x="143718" y="129591"/>
                  </a:cubicBezTo>
                  <a:lnTo>
                    <a:pt x="143718" y="97069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5E60E2F1-B0FB-4969-9906-FDEA2DF39AF4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29097458" y="25429645"/>
              <a:ext cx="66107" cy="130662"/>
            </a:xfrm>
            <a:custGeom>
              <a:avLst/>
              <a:gdLst>
                <a:gd name="csX0" fmla="*/ 43394 w 66107"/>
                <a:gd name="csY0" fmla="*/ 15763 h 130662"/>
                <a:gd name="csX1" fmla="*/ 60824 w 66107"/>
                <a:gd name="csY1" fmla="*/ 6963 h 130662"/>
                <a:gd name="csX2" fmla="*/ 66351 w 66107"/>
                <a:gd name="csY2" fmla="*/ 6963 h 130662"/>
                <a:gd name="csX3" fmla="*/ 66351 w 66107"/>
                <a:gd name="csY3" fmla="*/ 76 h 130662"/>
                <a:gd name="csX4" fmla="*/ 33404 w 66107"/>
                <a:gd name="csY4" fmla="*/ 841 h 130662"/>
                <a:gd name="csX5" fmla="*/ 244 w 66107"/>
                <a:gd name="csY5" fmla="*/ 76 h 130662"/>
                <a:gd name="csX6" fmla="*/ 244 w 66107"/>
                <a:gd name="csY6" fmla="*/ 6963 h 130662"/>
                <a:gd name="csX7" fmla="*/ 5771 w 66107"/>
                <a:gd name="csY7" fmla="*/ 6963 h 130662"/>
                <a:gd name="csX8" fmla="*/ 23201 w 66107"/>
                <a:gd name="csY8" fmla="*/ 15763 h 130662"/>
                <a:gd name="csX9" fmla="*/ 23201 w 66107"/>
                <a:gd name="csY9" fmla="*/ 115051 h 130662"/>
                <a:gd name="csX10" fmla="*/ 5771 w 66107"/>
                <a:gd name="csY10" fmla="*/ 123852 h 130662"/>
                <a:gd name="csX11" fmla="*/ 244 w 66107"/>
                <a:gd name="csY11" fmla="*/ 123852 h 130662"/>
                <a:gd name="csX12" fmla="*/ 244 w 66107"/>
                <a:gd name="csY12" fmla="*/ 130739 h 130662"/>
                <a:gd name="csX13" fmla="*/ 33191 w 66107"/>
                <a:gd name="csY13" fmla="*/ 129973 h 130662"/>
                <a:gd name="csX14" fmla="*/ 66351 w 66107"/>
                <a:gd name="csY14" fmla="*/ 130739 h 130662"/>
                <a:gd name="csX15" fmla="*/ 66351 w 66107"/>
                <a:gd name="csY15" fmla="*/ 123852 h 130662"/>
                <a:gd name="csX16" fmla="*/ 60824 w 66107"/>
                <a:gd name="csY16" fmla="*/ 123852 h 130662"/>
                <a:gd name="csX17" fmla="*/ 43394 w 66107"/>
                <a:gd name="csY17" fmla="*/ 115051 h 130662"/>
                <a:gd name="csX18" fmla="*/ 43394 w 66107"/>
                <a:gd name="csY18" fmla="*/ 15763 h 130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6107" h="130662">
                  <a:moveTo>
                    <a:pt x="43394" y="15763"/>
                  </a:moveTo>
                  <a:cubicBezTo>
                    <a:pt x="43394" y="9259"/>
                    <a:pt x="43394" y="6963"/>
                    <a:pt x="60824" y="6963"/>
                  </a:cubicBezTo>
                  <a:lnTo>
                    <a:pt x="66351" y="6963"/>
                  </a:lnTo>
                  <a:lnTo>
                    <a:pt x="66351" y="76"/>
                  </a:lnTo>
                  <a:cubicBezTo>
                    <a:pt x="64650" y="76"/>
                    <a:pt x="41694" y="841"/>
                    <a:pt x="33404" y="841"/>
                  </a:cubicBezTo>
                  <a:cubicBezTo>
                    <a:pt x="24901" y="841"/>
                    <a:pt x="1519" y="76"/>
                    <a:pt x="244" y="76"/>
                  </a:cubicBezTo>
                  <a:lnTo>
                    <a:pt x="244" y="6963"/>
                  </a:lnTo>
                  <a:lnTo>
                    <a:pt x="5771" y="6963"/>
                  </a:lnTo>
                  <a:cubicBezTo>
                    <a:pt x="23201" y="6963"/>
                    <a:pt x="23201" y="9259"/>
                    <a:pt x="23201" y="15763"/>
                  </a:cubicBezTo>
                  <a:lnTo>
                    <a:pt x="23201" y="115051"/>
                  </a:lnTo>
                  <a:cubicBezTo>
                    <a:pt x="23201" y="121556"/>
                    <a:pt x="23201" y="123852"/>
                    <a:pt x="5771" y="123852"/>
                  </a:cubicBezTo>
                  <a:lnTo>
                    <a:pt x="244" y="123852"/>
                  </a:lnTo>
                  <a:lnTo>
                    <a:pt x="244" y="130739"/>
                  </a:lnTo>
                  <a:cubicBezTo>
                    <a:pt x="1944" y="130739"/>
                    <a:pt x="24901" y="129973"/>
                    <a:pt x="33191" y="129973"/>
                  </a:cubicBezTo>
                  <a:cubicBezTo>
                    <a:pt x="41694" y="129973"/>
                    <a:pt x="65076" y="130739"/>
                    <a:pt x="66351" y="130739"/>
                  </a:cubicBezTo>
                  <a:lnTo>
                    <a:pt x="66351" y="123852"/>
                  </a:lnTo>
                  <a:lnTo>
                    <a:pt x="60824" y="123852"/>
                  </a:lnTo>
                  <a:cubicBezTo>
                    <a:pt x="43394" y="123852"/>
                    <a:pt x="43394" y="121556"/>
                    <a:pt x="43394" y="115051"/>
                  </a:cubicBezTo>
                  <a:lnTo>
                    <a:pt x="43394" y="15763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34F2B53F-B775-6B31-F67B-EDC6E8060EF6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29182633" y="25474984"/>
              <a:ext cx="104155" cy="87235"/>
            </a:xfrm>
            <a:custGeom>
              <a:avLst/>
              <a:gdLst>
                <a:gd name="csX0" fmla="*/ 104403 w 104155"/>
                <a:gd name="csY0" fmla="*/ 44651 h 87235"/>
                <a:gd name="csX1" fmla="*/ 52325 w 104155"/>
                <a:gd name="csY1" fmla="*/ 76 h 87235"/>
                <a:gd name="csX2" fmla="*/ 247 w 104155"/>
                <a:gd name="csY2" fmla="*/ 44651 h 87235"/>
                <a:gd name="csX3" fmla="*/ 52325 w 104155"/>
                <a:gd name="csY3" fmla="*/ 87312 h 87235"/>
                <a:gd name="csX4" fmla="*/ 104403 w 104155"/>
                <a:gd name="csY4" fmla="*/ 44651 h 87235"/>
                <a:gd name="csX5" fmla="*/ 52325 w 104155"/>
                <a:gd name="csY5" fmla="*/ 81190 h 87235"/>
                <a:gd name="csX6" fmla="*/ 25967 w 104155"/>
                <a:gd name="csY6" fmla="*/ 69521 h 87235"/>
                <a:gd name="csX7" fmla="*/ 19590 w 104155"/>
                <a:gd name="csY7" fmla="*/ 42929 h 87235"/>
                <a:gd name="csX8" fmla="*/ 27242 w 104155"/>
                <a:gd name="csY8" fmla="*/ 15189 h 87235"/>
                <a:gd name="csX9" fmla="*/ 52325 w 104155"/>
                <a:gd name="csY9" fmla="*/ 5433 h 87235"/>
                <a:gd name="csX10" fmla="*/ 78470 w 104155"/>
                <a:gd name="csY10" fmla="*/ 16720 h 87235"/>
                <a:gd name="csX11" fmla="*/ 85059 w 104155"/>
                <a:gd name="csY11" fmla="*/ 42929 h 87235"/>
                <a:gd name="csX12" fmla="*/ 78257 w 104155"/>
                <a:gd name="csY12" fmla="*/ 70094 h 87235"/>
                <a:gd name="csX13" fmla="*/ 52325 w 104155"/>
                <a:gd name="csY13" fmla="*/ 81190 h 87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04155" h="87235">
                  <a:moveTo>
                    <a:pt x="104403" y="44651"/>
                  </a:moveTo>
                  <a:cubicBezTo>
                    <a:pt x="104403" y="20737"/>
                    <a:pt x="81658" y="76"/>
                    <a:pt x="52325" y="76"/>
                  </a:cubicBezTo>
                  <a:cubicBezTo>
                    <a:pt x="22991" y="76"/>
                    <a:pt x="247" y="20737"/>
                    <a:pt x="247" y="44651"/>
                  </a:cubicBezTo>
                  <a:cubicBezTo>
                    <a:pt x="247" y="68373"/>
                    <a:pt x="23629" y="87312"/>
                    <a:pt x="52325" y="87312"/>
                  </a:cubicBezTo>
                  <a:cubicBezTo>
                    <a:pt x="81021" y="87312"/>
                    <a:pt x="104403" y="68373"/>
                    <a:pt x="104403" y="44651"/>
                  </a:cubicBezTo>
                  <a:close/>
                  <a:moveTo>
                    <a:pt x="52325" y="81190"/>
                  </a:moveTo>
                  <a:cubicBezTo>
                    <a:pt x="44460" y="81190"/>
                    <a:pt x="32981" y="78895"/>
                    <a:pt x="25967" y="69521"/>
                  </a:cubicBezTo>
                  <a:cubicBezTo>
                    <a:pt x="20228" y="61677"/>
                    <a:pt x="19590" y="51729"/>
                    <a:pt x="19590" y="42929"/>
                  </a:cubicBezTo>
                  <a:cubicBezTo>
                    <a:pt x="19590" y="34703"/>
                    <a:pt x="19803" y="23416"/>
                    <a:pt x="27242" y="15189"/>
                  </a:cubicBezTo>
                  <a:cubicBezTo>
                    <a:pt x="32556" y="9642"/>
                    <a:pt x="41484" y="5433"/>
                    <a:pt x="52325" y="5433"/>
                  </a:cubicBezTo>
                  <a:cubicBezTo>
                    <a:pt x="64866" y="5433"/>
                    <a:pt x="73794" y="10789"/>
                    <a:pt x="78470" y="16720"/>
                  </a:cubicBezTo>
                  <a:cubicBezTo>
                    <a:pt x="84422" y="24181"/>
                    <a:pt x="85059" y="33746"/>
                    <a:pt x="85059" y="42929"/>
                  </a:cubicBezTo>
                  <a:cubicBezTo>
                    <a:pt x="85059" y="52112"/>
                    <a:pt x="84422" y="62251"/>
                    <a:pt x="78257" y="70094"/>
                  </a:cubicBezTo>
                  <a:cubicBezTo>
                    <a:pt x="72518" y="77364"/>
                    <a:pt x="62740" y="81190"/>
                    <a:pt x="52325" y="81190"/>
                  </a:cubicBez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8A58FD37-8CC0-D9A2-6E58-52E79A76A2B9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29307290" y="25429645"/>
              <a:ext cx="155170" cy="134488"/>
            </a:xfrm>
            <a:custGeom>
              <a:avLst/>
              <a:gdLst>
                <a:gd name="csX0" fmla="*/ 133528 w 155170"/>
                <a:gd name="csY0" fmla="*/ 20737 h 134488"/>
                <a:gd name="csX1" fmla="*/ 155422 w 155170"/>
                <a:gd name="csY1" fmla="*/ 6963 h 134488"/>
                <a:gd name="csX2" fmla="*/ 155422 w 155170"/>
                <a:gd name="csY2" fmla="*/ 76 h 134488"/>
                <a:gd name="csX3" fmla="*/ 129702 w 155170"/>
                <a:gd name="csY3" fmla="*/ 841 h 134488"/>
                <a:gd name="csX4" fmla="*/ 103981 w 155170"/>
                <a:gd name="csY4" fmla="*/ 76 h 134488"/>
                <a:gd name="csX5" fmla="*/ 103981 w 155170"/>
                <a:gd name="csY5" fmla="*/ 6963 h 134488"/>
                <a:gd name="csX6" fmla="*/ 125875 w 155170"/>
                <a:gd name="csY6" fmla="*/ 20737 h 134488"/>
                <a:gd name="csX7" fmla="*/ 125875 w 155170"/>
                <a:gd name="csY7" fmla="*/ 86355 h 134488"/>
                <a:gd name="csX8" fmla="*/ 81237 w 155170"/>
                <a:gd name="csY8" fmla="*/ 127678 h 134488"/>
                <a:gd name="csX9" fmla="*/ 42338 w 155170"/>
                <a:gd name="csY9" fmla="*/ 87312 h 134488"/>
                <a:gd name="csX10" fmla="*/ 42338 w 155170"/>
                <a:gd name="csY10" fmla="*/ 15572 h 134488"/>
                <a:gd name="csX11" fmla="*/ 59131 w 155170"/>
                <a:gd name="csY11" fmla="*/ 6963 h 134488"/>
                <a:gd name="csX12" fmla="*/ 64232 w 155170"/>
                <a:gd name="csY12" fmla="*/ 6963 h 134488"/>
                <a:gd name="csX13" fmla="*/ 64232 w 155170"/>
                <a:gd name="csY13" fmla="*/ 76 h 134488"/>
                <a:gd name="csX14" fmla="*/ 32348 w 155170"/>
                <a:gd name="csY14" fmla="*/ 841 h 134488"/>
                <a:gd name="csX15" fmla="*/ 251 w 155170"/>
                <a:gd name="csY15" fmla="*/ 76 h 134488"/>
                <a:gd name="csX16" fmla="*/ 251 w 155170"/>
                <a:gd name="csY16" fmla="*/ 6963 h 134488"/>
                <a:gd name="csX17" fmla="*/ 5352 w 155170"/>
                <a:gd name="csY17" fmla="*/ 6963 h 134488"/>
                <a:gd name="csX18" fmla="*/ 22145 w 155170"/>
                <a:gd name="csY18" fmla="*/ 15572 h 134488"/>
                <a:gd name="csX19" fmla="*/ 22145 w 155170"/>
                <a:gd name="csY19" fmla="*/ 86738 h 134488"/>
                <a:gd name="csX20" fmla="*/ 80812 w 155170"/>
                <a:gd name="csY20" fmla="*/ 134565 h 134488"/>
                <a:gd name="csX21" fmla="*/ 133528 w 155170"/>
                <a:gd name="csY21" fmla="*/ 86929 h 134488"/>
                <a:gd name="csX22" fmla="*/ 133528 w 155170"/>
                <a:gd name="csY22" fmla="*/ 20737 h 1344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5170" h="134488">
                  <a:moveTo>
                    <a:pt x="133528" y="20737"/>
                  </a:moveTo>
                  <a:cubicBezTo>
                    <a:pt x="133528" y="15572"/>
                    <a:pt x="133528" y="6963"/>
                    <a:pt x="155422" y="6963"/>
                  </a:cubicBezTo>
                  <a:lnTo>
                    <a:pt x="155422" y="76"/>
                  </a:lnTo>
                  <a:cubicBezTo>
                    <a:pt x="146919" y="650"/>
                    <a:pt x="138204" y="841"/>
                    <a:pt x="129702" y="841"/>
                  </a:cubicBezTo>
                  <a:cubicBezTo>
                    <a:pt x="121199" y="841"/>
                    <a:pt x="112484" y="650"/>
                    <a:pt x="103981" y="76"/>
                  </a:cubicBezTo>
                  <a:lnTo>
                    <a:pt x="103981" y="6963"/>
                  </a:lnTo>
                  <a:cubicBezTo>
                    <a:pt x="125875" y="6963"/>
                    <a:pt x="125875" y="15572"/>
                    <a:pt x="125875" y="20737"/>
                  </a:cubicBezTo>
                  <a:lnTo>
                    <a:pt x="125875" y="86355"/>
                  </a:lnTo>
                  <a:cubicBezTo>
                    <a:pt x="125875" y="112756"/>
                    <a:pt x="103344" y="127678"/>
                    <a:pt x="81237" y="127678"/>
                  </a:cubicBezTo>
                  <a:cubicBezTo>
                    <a:pt x="68696" y="127678"/>
                    <a:pt x="42338" y="121747"/>
                    <a:pt x="42338" y="87312"/>
                  </a:cubicBezTo>
                  <a:lnTo>
                    <a:pt x="42338" y="15572"/>
                  </a:lnTo>
                  <a:cubicBezTo>
                    <a:pt x="42338" y="9068"/>
                    <a:pt x="42763" y="6963"/>
                    <a:pt x="59131" y="6963"/>
                  </a:cubicBezTo>
                  <a:lnTo>
                    <a:pt x="64232" y="6963"/>
                  </a:lnTo>
                  <a:lnTo>
                    <a:pt x="64232" y="76"/>
                  </a:lnTo>
                  <a:cubicBezTo>
                    <a:pt x="53604" y="459"/>
                    <a:pt x="40000" y="841"/>
                    <a:pt x="32348" y="841"/>
                  </a:cubicBezTo>
                  <a:cubicBezTo>
                    <a:pt x="24483" y="841"/>
                    <a:pt x="10879" y="459"/>
                    <a:pt x="251" y="76"/>
                  </a:cubicBezTo>
                  <a:lnTo>
                    <a:pt x="251" y="6963"/>
                  </a:lnTo>
                  <a:lnTo>
                    <a:pt x="5352" y="6963"/>
                  </a:lnTo>
                  <a:cubicBezTo>
                    <a:pt x="21720" y="6963"/>
                    <a:pt x="22145" y="8876"/>
                    <a:pt x="22145" y="15572"/>
                  </a:cubicBezTo>
                  <a:lnTo>
                    <a:pt x="22145" y="86738"/>
                  </a:lnTo>
                  <a:cubicBezTo>
                    <a:pt x="22145" y="114286"/>
                    <a:pt x="49353" y="134565"/>
                    <a:pt x="80812" y="134565"/>
                  </a:cubicBezTo>
                  <a:cubicBezTo>
                    <a:pt x="109933" y="134565"/>
                    <a:pt x="133528" y="113712"/>
                    <a:pt x="133528" y="86929"/>
                  </a:cubicBezTo>
                  <a:lnTo>
                    <a:pt x="133528" y="20737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2F70D1A7-2444-78EA-426E-68B75F3F9487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29499228" y="25326640"/>
              <a:ext cx="189484" cy="198685"/>
            </a:xfrm>
            <a:custGeom>
              <a:avLst/>
              <a:gdLst>
                <a:gd name="csX0" fmla="*/ 45503 w 189484"/>
                <a:gd name="csY0" fmla="*/ 167331 h 198685"/>
                <a:gd name="csX1" fmla="*/ 71010 w 189484"/>
                <a:gd name="csY1" fmla="*/ 112399 h 198685"/>
                <a:gd name="csX2" fmla="*/ 112004 w 189484"/>
                <a:gd name="csY2" fmla="*/ 23031 h 198685"/>
                <a:gd name="csX3" fmla="*/ 127795 w 189484"/>
                <a:gd name="csY3" fmla="*/ 17019 h 198685"/>
                <a:gd name="csX4" fmla="*/ 149355 w 189484"/>
                <a:gd name="csY4" fmla="*/ 39703 h 198685"/>
                <a:gd name="csX5" fmla="*/ 147836 w 189484"/>
                <a:gd name="csY5" fmla="*/ 49814 h 198685"/>
                <a:gd name="csX6" fmla="*/ 149962 w 189484"/>
                <a:gd name="csY6" fmla="*/ 51728 h 198685"/>
                <a:gd name="csX7" fmla="*/ 170611 w 189484"/>
                <a:gd name="csY7" fmla="*/ 43802 h 198685"/>
                <a:gd name="csX8" fmla="*/ 178810 w 189484"/>
                <a:gd name="csY8" fmla="*/ 26038 h 198685"/>
                <a:gd name="csX9" fmla="*/ 153302 w 189484"/>
                <a:gd name="csY9" fmla="*/ 75 h 198685"/>
                <a:gd name="csX10" fmla="*/ 87104 w 189484"/>
                <a:gd name="csY10" fmla="*/ 29317 h 198685"/>
                <a:gd name="csX11" fmla="*/ 42770 w 189484"/>
                <a:gd name="csY11" fmla="*/ 121418 h 198685"/>
                <a:gd name="csX12" fmla="*/ 25765 w 189484"/>
                <a:gd name="csY12" fmla="*/ 165145 h 198685"/>
                <a:gd name="csX13" fmla="*/ 11493 w 189484"/>
                <a:gd name="csY13" fmla="*/ 184002 h 198685"/>
                <a:gd name="csX14" fmla="*/ 257 w 189484"/>
                <a:gd name="csY14" fmla="*/ 197121 h 198685"/>
                <a:gd name="csX15" fmla="*/ 2990 w 189484"/>
                <a:gd name="csY15" fmla="*/ 198760 h 198685"/>
                <a:gd name="csX16" fmla="*/ 18477 w 189484"/>
                <a:gd name="csY16" fmla="*/ 193021 h 198685"/>
                <a:gd name="csX17" fmla="*/ 31231 w 189484"/>
                <a:gd name="csY17" fmla="*/ 183182 h 198685"/>
                <a:gd name="csX18" fmla="*/ 76172 w 189484"/>
                <a:gd name="csY18" fmla="*/ 190835 h 198685"/>
                <a:gd name="csX19" fmla="*/ 122633 w 189484"/>
                <a:gd name="csY19" fmla="*/ 198760 h 198685"/>
                <a:gd name="csX20" fmla="*/ 181847 w 189484"/>
                <a:gd name="csY20" fmla="*/ 170064 h 198685"/>
                <a:gd name="csX21" fmla="*/ 189742 w 189484"/>
                <a:gd name="csY21" fmla="*/ 155033 h 198685"/>
                <a:gd name="csX22" fmla="*/ 187616 w 189484"/>
                <a:gd name="csY22" fmla="*/ 153120 h 198685"/>
                <a:gd name="csX23" fmla="*/ 170307 w 189484"/>
                <a:gd name="csY23" fmla="*/ 159406 h 198685"/>
                <a:gd name="csX24" fmla="*/ 159679 w 189484"/>
                <a:gd name="csY24" fmla="*/ 170338 h 198685"/>
                <a:gd name="csX25" fmla="*/ 155124 w 189484"/>
                <a:gd name="csY25" fmla="*/ 178536 h 198685"/>
                <a:gd name="csX26" fmla="*/ 147836 w 189484"/>
                <a:gd name="csY26" fmla="*/ 181816 h 198685"/>
                <a:gd name="csX27" fmla="*/ 98036 w 189484"/>
                <a:gd name="csY27" fmla="*/ 172797 h 198685"/>
                <a:gd name="csX28" fmla="*/ 57649 w 189484"/>
                <a:gd name="csY28" fmla="*/ 166238 h 198685"/>
                <a:gd name="csX29" fmla="*/ 45503 w 189484"/>
                <a:gd name="csY29" fmla="*/ 167331 h 19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89484" h="198685">
                  <a:moveTo>
                    <a:pt x="45503" y="167331"/>
                  </a:moveTo>
                  <a:cubicBezTo>
                    <a:pt x="61900" y="144375"/>
                    <a:pt x="67063" y="126884"/>
                    <a:pt x="71010" y="112399"/>
                  </a:cubicBezTo>
                  <a:cubicBezTo>
                    <a:pt x="81638" y="74684"/>
                    <a:pt x="93177" y="41889"/>
                    <a:pt x="112004" y="23031"/>
                  </a:cubicBezTo>
                  <a:cubicBezTo>
                    <a:pt x="115648" y="19479"/>
                    <a:pt x="118078" y="17019"/>
                    <a:pt x="127795" y="17019"/>
                  </a:cubicBezTo>
                  <a:cubicBezTo>
                    <a:pt x="148747" y="17019"/>
                    <a:pt x="149355" y="35876"/>
                    <a:pt x="149355" y="39703"/>
                  </a:cubicBezTo>
                  <a:cubicBezTo>
                    <a:pt x="149355" y="44622"/>
                    <a:pt x="147836" y="48448"/>
                    <a:pt x="147836" y="49814"/>
                  </a:cubicBezTo>
                  <a:cubicBezTo>
                    <a:pt x="147836" y="51728"/>
                    <a:pt x="149658" y="51728"/>
                    <a:pt x="149962" y="51728"/>
                  </a:cubicBezTo>
                  <a:cubicBezTo>
                    <a:pt x="154821" y="51728"/>
                    <a:pt x="163020" y="48721"/>
                    <a:pt x="170611" y="43802"/>
                  </a:cubicBezTo>
                  <a:cubicBezTo>
                    <a:pt x="176077" y="39976"/>
                    <a:pt x="178810" y="37243"/>
                    <a:pt x="178810" y="26038"/>
                  </a:cubicBezTo>
                  <a:cubicBezTo>
                    <a:pt x="178810" y="11280"/>
                    <a:pt x="170307" y="75"/>
                    <a:pt x="153302" y="75"/>
                  </a:cubicBezTo>
                  <a:cubicBezTo>
                    <a:pt x="143585" y="75"/>
                    <a:pt x="116863" y="2261"/>
                    <a:pt x="87104" y="29317"/>
                  </a:cubicBezTo>
                  <a:cubicBezTo>
                    <a:pt x="62811" y="51728"/>
                    <a:pt x="48539" y="100921"/>
                    <a:pt x="42770" y="121418"/>
                  </a:cubicBezTo>
                  <a:cubicBezTo>
                    <a:pt x="37304" y="140275"/>
                    <a:pt x="34874" y="148747"/>
                    <a:pt x="25765" y="165145"/>
                  </a:cubicBezTo>
                  <a:cubicBezTo>
                    <a:pt x="23639" y="168425"/>
                    <a:pt x="15744" y="180450"/>
                    <a:pt x="11493" y="184002"/>
                  </a:cubicBezTo>
                  <a:cubicBezTo>
                    <a:pt x="3294" y="190835"/>
                    <a:pt x="257" y="195754"/>
                    <a:pt x="257" y="197121"/>
                  </a:cubicBezTo>
                  <a:cubicBezTo>
                    <a:pt x="257" y="197667"/>
                    <a:pt x="864" y="198760"/>
                    <a:pt x="2990" y="198760"/>
                  </a:cubicBezTo>
                  <a:cubicBezTo>
                    <a:pt x="4205" y="198760"/>
                    <a:pt x="10582" y="197667"/>
                    <a:pt x="18477" y="193021"/>
                  </a:cubicBezTo>
                  <a:cubicBezTo>
                    <a:pt x="23639" y="190288"/>
                    <a:pt x="24246" y="189742"/>
                    <a:pt x="31231" y="183182"/>
                  </a:cubicBezTo>
                  <a:cubicBezTo>
                    <a:pt x="46414" y="183456"/>
                    <a:pt x="57042" y="185915"/>
                    <a:pt x="76172" y="190835"/>
                  </a:cubicBezTo>
                  <a:cubicBezTo>
                    <a:pt x="91659" y="194661"/>
                    <a:pt x="107146" y="198760"/>
                    <a:pt x="122633" y="198760"/>
                  </a:cubicBezTo>
                  <a:cubicBezTo>
                    <a:pt x="147229" y="198760"/>
                    <a:pt x="172129" y="182089"/>
                    <a:pt x="181847" y="170064"/>
                  </a:cubicBezTo>
                  <a:cubicBezTo>
                    <a:pt x="187920" y="162685"/>
                    <a:pt x="189742" y="155853"/>
                    <a:pt x="189742" y="155033"/>
                  </a:cubicBezTo>
                  <a:cubicBezTo>
                    <a:pt x="189742" y="153120"/>
                    <a:pt x="187920" y="153120"/>
                    <a:pt x="187616" y="153120"/>
                  </a:cubicBezTo>
                  <a:cubicBezTo>
                    <a:pt x="182758" y="153120"/>
                    <a:pt x="175470" y="156126"/>
                    <a:pt x="170307" y="159406"/>
                  </a:cubicBezTo>
                  <a:cubicBezTo>
                    <a:pt x="162109" y="164052"/>
                    <a:pt x="161501" y="165692"/>
                    <a:pt x="159679" y="170338"/>
                  </a:cubicBezTo>
                  <a:cubicBezTo>
                    <a:pt x="158161" y="174710"/>
                    <a:pt x="156339" y="176897"/>
                    <a:pt x="155124" y="178536"/>
                  </a:cubicBezTo>
                  <a:cubicBezTo>
                    <a:pt x="152695" y="181816"/>
                    <a:pt x="152391" y="181816"/>
                    <a:pt x="147836" y="181816"/>
                  </a:cubicBezTo>
                  <a:cubicBezTo>
                    <a:pt x="133261" y="181816"/>
                    <a:pt x="118078" y="177717"/>
                    <a:pt x="98036" y="172797"/>
                  </a:cubicBezTo>
                  <a:cubicBezTo>
                    <a:pt x="89534" y="170611"/>
                    <a:pt x="72832" y="166238"/>
                    <a:pt x="57649" y="166238"/>
                  </a:cubicBezTo>
                  <a:cubicBezTo>
                    <a:pt x="53701" y="166238"/>
                    <a:pt x="49450" y="166511"/>
                    <a:pt x="45503" y="167331"/>
                  </a:cubicBez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EF05A598-0195-0BC9-A953-638B64DC4CA8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29714137" y="25425818"/>
              <a:ext cx="159847" cy="138314"/>
            </a:xfrm>
            <a:custGeom>
              <a:avLst/>
              <a:gdLst>
                <a:gd name="csX0" fmla="*/ 143744 w 159847"/>
                <a:gd name="csY0" fmla="*/ 97069 h 138314"/>
                <a:gd name="csX1" fmla="*/ 160111 w 159847"/>
                <a:gd name="csY1" fmla="*/ 88651 h 138314"/>
                <a:gd name="csX2" fmla="*/ 160111 w 159847"/>
                <a:gd name="csY2" fmla="*/ 81764 h 138314"/>
                <a:gd name="csX3" fmla="*/ 132691 w 159847"/>
                <a:gd name="csY3" fmla="*/ 82529 h 138314"/>
                <a:gd name="csX4" fmla="*/ 94217 w 159847"/>
                <a:gd name="csY4" fmla="*/ 81764 h 138314"/>
                <a:gd name="csX5" fmla="*/ 94217 w 159847"/>
                <a:gd name="csY5" fmla="*/ 88651 h 138314"/>
                <a:gd name="csX6" fmla="*/ 102294 w 159847"/>
                <a:gd name="csY6" fmla="*/ 88651 h 138314"/>
                <a:gd name="csX7" fmla="*/ 123550 w 159847"/>
                <a:gd name="csY7" fmla="*/ 97451 h 138314"/>
                <a:gd name="csX8" fmla="*/ 123550 w 159847"/>
                <a:gd name="csY8" fmla="*/ 109695 h 138314"/>
                <a:gd name="csX9" fmla="*/ 111434 w 159847"/>
                <a:gd name="csY9" fmla="*/ 126721 h 138314"/>
                <a:gd name="csX10" fmla="*/ 86352 w 159847"/>
                <a:gd name="csY10" fmla="*/ 131504 h 138314"/>
                <a:gd name="csX11" fmla="*/ 23008 w 159847"/>
                <a:gd name="csY11" fmla="*/ 69138 h 138314"/>
                <a:gd name="csX12" fmla="*/ 84439 w 159847"/>
                <a:gd name="csY12" fmla="*/ 6963 h 138314"/>
                <a:gd name="csX13" fmla="*/ 136092 w 159847"/>
                <a:gd name="csY13" fmla="*/ 52494 h 138314"/>
                <a:gd name="csX14" fmla="*/ 139918 w 159847"/>
                <a:gd name="csY14" fmla="*/ 54790 h 138314"/>
                <a:gd name="csX15" fmla="*/ 143744 w 159847"/>
                <a:gd name="csY15" fmla="*/ 49816 h 138314"/>
                <a:gd name="csX16" fmla="*/ 143744 w 159847"/>
                <a:gd name="csY16" fmla="*/ 5050 h 138314"/>
                <a:gd name="csX17" fmla="*/ 140768 w 159847"/>
                <a:gd name="csY17" fmla="*/ 76 h 138314"/>
                <a:gd name="csX18" fmla="*/ 137155 w 159847"/>
                <a:gd name="csY18" fmla="*/ 2372 h 138314"/>
                <a:gd name="csX19" fmla="*/ 125889 w 159847"/>
                <a:gd name="csY19" fmla="*/ 16911 h 138314"/>
                <a:gd name="csX20" fmla="*/ 81676 w 159847"/>
                <a:gd name="csY20" fmla="*/ 76 h 138314"/>
                <a:gd name="csX21" fmla="*/ 264 w 159847"/>
                <a:gd name="csY21" fmla="*/ 69138 h 138314"/>
                <a:gd name="csX22" fmla="*/ 82313 w 159847"/>
                <a:gd name="csY22" fmla="*/ 138391 h 138314"/>
                <a:gd name="csX23" fmla="*/ 127589 w 159847"/>
                <a:gd name="csY23" fmla="*/ 123086 h 138314"/>
                <a:gd name="csX24" fmla="*/ 141193 w 159847"/>
                <a:gd name="csY24" fmla="*/ 134565 h 138314"/>
                <a:gd name="csX25" fmla="*/ 143744 w 159847"/>
                <a:gd name="csY25" fmla="*/ 129591 h 138314"/>
                <a:gd name="csX26" fmla="*/ 143744 w 159847"/>
                <a:gd name="csY26" fmla="*/ 97069 h 138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59847" h="138314">
                  <a:moveTo>
                    <a:pt x="143744" y="97069"/>
                  </a:moveTo>
                  <a:cubicBezTo>
                    <a:pt x="143744" y="88651"/>
                    <a:pt x="145870" y="88651"/>
                    <a:pt x="160111" y="88651"/>
                  </a:cubicBezTo>
                  <a:lnTo>
                    <a:pt x="160111" y="81764"/>
                  </a:lnTo>
                  <a:cubicBezTo>
                    <a:pt x="158623" y="81764"/>
                    <a:pt x="143106" y="82529"/>
                    <a:pt x="132691" y="82529"/>
                  </a:cubicBezTo>
                  <a:cubicBezTo>
                    <a:pt x="121425" y="82529"/>
                    <a:pt x="105270" y="82529"/>
                    <a:pt x="94217" y="81764"/>
                  </a:cubicBezTo>
                  <a:lnTo>
                    <a:pt x="94217" y="88651"/>
                  </a:lnTo>
                  <a:lnTo>
                    <a:pt x="102294" y="88651"/>
                  </a:lnTo>
                  <a:cubicBezTo>
                    <a:pt x="123550" y="88651"/>
                    <a:pt x="123550" y="91138"/>
                    <a:pt x="123550" y="97451"/>
                  </a:cubicBezTo>
                  <a:lnTo>
                    <a:pt x="123550" y="109695"/>
                  </a:lnTo>
                  <a:cubicBezTo>
                    <a:pt x="123550" y="113904"/>
                    <a:pt x="123550" y="121365"/>
                    <a:pt x="111434" y="126721"/>
                  </a:cubicBezTo>
                  <a:cubicBezTo>
                    <a:pt x="101019" y="131504"/>
                    <a:pt x="89115" y="131504"/>
                    <a:pt x="86352" y="131504"/>
                  </a:cubicBezTo>
                  <a:cubicBezTo>
                    <a:pt x="62332" y="131504"/>
                    <a:pt x="23008" y="119069"/>
                    <a:pt x="23008" y="69138"/>
                  </a:cubicBezTo>
                  <a:cubicBezTo>
                    <a:pt x="23008" y="18250"/>
                    <a:pt x="63395" y="6963"/>
                    <a:pt x="84439" y="6963"/>
                  </a:cubicBezTo>
                  <a:cubicBezTo>
                    <a:pt x="105057" y="6963"/>
                    <a:pt x="130565" y="19398"/>
                    <a:pt x="136092" y="52494"/>
                  </a:cubicBezTo>
                  <a:cubicBezTo>
                    <a:pt x="136517" y="54790"/>
                    <a:pt x="138430" y="54790"/>
                    <a:pt x="139918" y="54790"/>
                  </a:cubicBezTo>
                  <a:cubicBezTo>
                    <a:pt x="143744" y="54790"/>
                    <a:pt x="143744" y="53642"/>
                    <a:pt x="143744" y="49816"/>
                  </a:cubicBezTo>
                  <a:lnTo>
                    <a:pt x="143744" y="5050"/>
                  </a:lnTo>
                  <a:cubicBezTo>
                    <a:pt x="143744" y="1798"/>
                    <a:pt x="143744" y="76"/>
                    <a:pt x="140768" y="76"/>
                  </a:cubicBezTo>
                  <a:cubicBezTo>
                    <a:pt x="139918" y="76"/>
                    <a:pt x="138855" y="76"/>
                    <a:pt x="137155" y="2372"/>
                  </a:cubicBezTo>
                  <a:lnTo>
                    <a:pt x="125889" y="16911"/>
                  </a:lnTo>
                  <a:cubicBezTo>
                    <a:pt x="115473" y="7346"/>
                    <a:pt x="100381" y="76"/>
                    <a:pt x="81676" y="76"/>
                  </a:cubicBezTo>
                  <a:cubicBezTo>
                    <a:pt x="37462" y="76"/>
                    <a:pt x="264" y="30877"/>
                    <a:pt x="264" y="69138"/>
                  </a:cubicBezTo>
                  <a:cubicBezTo>
                    <a:pt x="264" y="107017"/>
                    <a:pt x="36400" y="138391"/>
                    <a:pt x="82313" y="138391"/>
                  </a:cubicBezTo>
                  <a:cubicBezTo>
                    <a:pt x="94004" y="138391"/>
                    <a:pt x="117599" y="136478"/>
                    <a:pt x="127589" y="123086"/>
                  </a:cubicBezTo>
                  <a:cubicBezTo>
                    <a:pt x="131203" y="128060"/>
                    <a:pt x="139068" y="134565"/>
                    <a:pt x="141193" y="134565"/>
                  </a:cubicBezTo>
                  <a:cubicBezTo>
                    <a:pt x="143744" y="134565"/>
                    <a:pt x="143744" y="132460"/>
                    <a:pt x="143744" y="129591"/>
                  </a:cubicBezTo>
                  <a:lnTo>
                    <a:pt x="143744" y="97069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F91137F4-BBC4-8187-F351-C4D41C24D26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29897989" y="25429645"/>
              <a:ext cx="66107" cy="130662"/>
            </a:xfrm>
            <a:custGeom>
              <a:avLst/>
              <a:gdLst>
                <a:gd name="csX0" fmla="*/ 43420 w 66107"/>
                <a:gd name="csY0" fmla="*/ 15763 h 130662"/>
                <a:gd name="csX1" fmla="*/ 60851 w 66107"/>
                <a:gd name="csY1" fmla="*/ 6963 h 130662"/>
                <a:gd name="csX2" fmla="*/ 66377 w 66107"/>
                <a:gd name="csY2" fmla="*/ 6963 h 130662"/>
                <a:gd name="csX3" fmla="*/ 66377 w 66107"/>
                <a:gd name="csY3" fmla="*/ 76 h 130662"/>
                <a:gd name="csX4" fmla="*/ 33430 w 66107"/>
                <a:gd name="csY4" fmla="*/ 841 h 130662"/>
                <a:gd name="csX5" fmla="*/ 270 w 66107"/>
                <a:gd name="csY5" fmla="*/ 76 h 130662"/>
                <a:gd name="csX6" fmla="*/ 270 w 66107"/>
                <a:gd name="csY6" fmla="*/ 6963 h 130662"/>
                <a:gd name="csX7" fmla="*/ 5797 w 66107"/>
                <a:gd name="csY7" fmla="*/ 6963 h 130662"/>
                <a:gd name="csX8" fmla="*/ 23227 w 66107"/>
                <a:gd name="csY8" fmla="*/ 15763 h 130662"/>
                <a:gd name="csX9" fmla="*/ 23227 w 66107"/>
                <a:gd name="csY9" fmla="*/ 115051 h 130662"/>
                <a:gd name="csX10" fmla="*/ 5797 w 66107"/>
                <a:gd name="csY10" fmla="*/ 123852 h 130662"/>
                <a:gd name="csX11" fmla="*/ 270 w 66107"/>
                <a:gd name="csY11" fmla="*/ 123852 h 130662"/>
                <a:gd name="csX12" fmla="*/ 270 w 66107"/>
                <a:gd name="csY12" fmla="*/ 130739 h 130662"/>
                <a:gd name="csX13" fmla="*/ 33217 w 66107"/>
                <a:gd name="csY13" fmla="*/ 129973 h 130662"/>
                <a:gd name="csX14" fmla="*/ 66377 w 66107"/>
                <a:gd name="csY14" fmla="*/ 130739 h 130662"/>
                <a:gd name="csX15" fmla="*/ 66377 w 66107"/>
                <a:gd name="csY15" fmla="*/ 123852 h 130662"/>
                <a:gd name="csX16" fmla="*/ 60851 w 66107"/>
                <a:gd name="csY16" fmla="*/ 123852 h 130662"/>
                <a:gd name="csX17" fmla="*/ 43420 w 66107"/>
                <a:gd name="csY17" fmla="*/ 115051 h 130662"/>
                <a:gd name="csX18" fmla="*/ 43420 w 66107"/>
                <a:gd name="csY18" fmla="*/ 15763 h 130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6107" h="130662">
                  <a:moveTo>
                    <a:pt x="43420" y="15763"/>
                  </a:moveTo>
                  <a:cubicBezTo>
                    <a:pt x="43420" y="9259"/>
                    <a:pt x="43420" y="6963"/>
                    <a:pt x="60851" y="6963"/>
                  </a:cubicBezTo>
                  <a:lnTo>
                    <a:pt x="66377" y="6963"/>
                  </a:lnTo>
                  <a:lnTo>
                    <a:pt x="66377" y="76"/>
                  </a:lnTo>
                  <a:cubicBezTo>
                    <a:pt x="64677" y="76"/>
                    <a:pt x="41720" y="841"/>
                    <a:pt x="33430" y="841"/>
                  </a:cubicBezTo>
                  <a:cubicBezTo>
                    <a:pt x="24927" y="841"/>
                    <a:pt x="1546" y="76"/>
                    <a:pt x="270" y="76"/>
                  </a:cubicBezTo>
                  <a:lnTo>
                    <a:pt x="270" y="6963"/>
                  </a:lnTo>
                  <a:lnTo>
                    <a:pt x="5797" y="6963"/>
                  </a:lnTo>
                  <a:cubicBezTo>
                    <a:pt x="23227" y="6963"/>
                    <a:pt x="23227" y="9259"/>
                    <a:pt x="23227" y="15763"/>
                  </a:cubicBezTo>
                  <a:lnTo>
                    <a:pt x="23227" y="115051"/>
                  </a:lnTo>
                  <a:cubicBezTo>
                    <a:pt x="23227" y="121556"/>
                    <a:pt x="23227" y="123852"/>
                    <a:pt x="5797" y="123852"/>
                  </a:cubicBezTo>
                  <a:lnTo>
                    <a:pt x="270" y="123852"/>
                  </a:lnTo>
                  <a:lnTo>
                    <a:pt x="270" y="130739"/>
                  </a:lnTo>
                  <a:cubicBezTo>
                    <a:pt x="1971" y="130739"/>
                    <a:pt x="24927" y="129973"/>
                    <a:pt x="33217" y="129973"/>
                  </a:cubicBezTo>
                  <a:cubicBezTo>
                    <a:pt x="41720" y="129973"/>
                    <a:pt x="65102" y="130739"/>
                    <a:pt x="66377" y="130739"/>
                  </a:cubicBezTo>
                  <a:lnTo>
                    <a:pt x="66377" y="123852"/>
                  </a:lnTo>
                  <a:lnTo>
                    <a:pt x="60851" y="123852"/>
                  </a:lnTo>
                  <a:cubicBezTo>
                    <a:pt x="43420" y="123852"/>
                    <a:pt x="43420" y="121556"/>
                    <a:pt x="43420" y="115051"/>
                  </a:cubicBezTo>
                  <a:lnTo>
                    <a:pt x="43420" y="15763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ADD994D2-37AA-58D7-3663-711D3A6B9B38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29983164" y="25474984"/>
              <a:ext cx="104155" cy="87235"/>
            </a:xfrm>
            <a:custGeom>
              <a:avLst/>
              <a:gdLst>
                <a:gd name="csX0" fmla="*/ 104429 w 104155"/>
                <a:gd name="csY0" fmla="*/ 44651 h 87235"/>
                <a:gd name="csX1" fmla="*/ 52351 w 104155"/>
                <a:gd name="csY1" fmla="*/ 76 h 87235"/>
                <a:gd name="csX2" fmla="*/ 273 w 104155"/>
                <a:gd name="csY2" fmla="*/ 44651 h 87235"/>
                <a:gd name="csX3" fmla="*/ 52351 w 104155"/>
                <a:gd name="csY3" fmla="*/ 87312 h 87235"/>
                <a:gd name="csX4" fmla="*/ 104429 w 104155"/>
                <a:gd name="csY4" fmla="*/ 44651 h 87235"/>
                <a:gd name="csX5" fmla="*/ 52351 w 104155"/>
                <a:gd name="csY5" fmla="*/ 81190 h 87235"/>
                <a:gd name="csX6" fmla="*/ 25993 w 104155"/>
                <a:gd name="csY6" fmla="*/ 69521 h 87235"/>
                <a:gd name="csX7" fmla="*/ 19616 w 104155"/>
                <a:gd name="csY7" fmla="*/ 42929 h 87235"/>
                <a:gd name="csX8" fmla="*/ 27269 w 104155"/>
                <a:gd name="csY8" fmla="*/ 15189 h 87235"/>
                <a:gd name="csX9" fmla="*/ 52351 w 104155"/>
                <a:gd name="csY9" fmla="*/ 5433 h 87235"/>
                <a:gd name="csX10" fmla="*/ 78496 w 104155"/>
                <a:gd name="csY10" fmla="*/ 16720 h 87235"/>
                <a:gd name="csX11" fmla="*/ 85086 w 104155"/>
                <a:gd name="csY11" fmla="*/ 42929 h 87235"/>
                <a:gd name="csX12" fmla="*/ 78284 w 104155"/>
                <a:gd name="csY12" fmla="*/ 70094 h 87235"/>
                <a:gd name="csX13" fmla="*/ 52351 w 104155"/>
                <a:gd name="csY13" fmla="*/ 81190 h 87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04155" h="87235">
                  <a:moveTo>
                    <a:pt x="104429" y="44651"/>
                  </a:moveTo>
                  <a:cubicBezTo>
                    <a:pt x="104429" y="20737"/>
                    <a:pt x="81685" y="76"/>
                    <a:pt x="52351" y="76"/>
                  </a:cubicBezTo>
                  <a:cubicBezTo>
                    <a:pt x="23017" y="76"/>
                    <a:pt x="273" y="20737"/>
                    <a:pt x="273" y="44651"/>
                  </a:cubicBezTo>
                  <a:cubicBezTo>
                    <a:pt x="273" y="68373"/>
                    <a:pt x="23655" y="87312"/>
                    <a:pt x="52351" y="87312"/>
                  </a:cubicBezTo>
                  <a:cubicBezTo>
                    <a:pt x="81047" y="87312"/>
                    <a:pt x="104429" y="68373"/>
                    <a:pt x="104429" y="44651"/>
                  </a:cubicBezTo>
                  <a:close/>
                  <a:moveTo>
                    <a:pt x="52351" y="81190"/>
                  </a:moveTo>
                  <a:cubicBezTo>
                    <a:pt x="44486" y="81190"/>
                    <a:pt x="33008" y="78895"/>
                    <a:pt x="25993" y="69521"/>
                  </a:cubicBezTo>
                  <a:cubicBezTo>
                    <a:pt x="20254" y="61677"/>
                    <a:pt x="19616" y="51729"/>
                    <a:pt x="19616" y="42929"/>
                  </a:cubicBezTo>
                  <a:cubicBezTo>
                    <a:pt x="19616" y="34703"/>
                    <a:pt x="19829" y="23416"/>
                    <a:pt x="27269" y="15189"/>
                  </a:cubicBezTo>
                  <a:cubicBezTo>
                    <a:pt x="32583" y="9642"/>
                    <a:pt x="41510" y="5433"/>
                    <a:pt x="52351" y="5433"/>
                  </a:cubicBezTo>
                  <a:cubicBezTo>
                    <a:pt x="64892" y="5433"/>
                    <a:pt x="73820" y="10789"/>
                    <a:pt x="78496" y="16720"/>
                  </a:cubicBezTo>
                  <a:cubicBezTo>
                    <a:pt x="84448" y="24181"/>
                    <a:pt x="85086" y="33746"/>
                    <a:pt x="85086" y="42929"/>
                  </a:cubicBezTo>
                  <a:cubicBezTo>
                    <a:pt x="85086" y="52112"/>
                    <a:pt x="84448" y="62251"/>
                    <a:pt x="78284" y="70094"/>
                  </a:cubicBezTo>
                  <a:cubicBezTo>
                    <a:pt x="72544" y="77364"/>
                    <a:pt x="62766" y="81190"/>
                    <a:pt x="52351" y="81190"/>
                  </a:cubicBez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2B7E5063-CBFB-E381-CC00-4E746193E1A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30107821" y="25429645"/>
              <a:ext cx="155170" cy="134488"/>
            </a:xfrm>
            <a:custGeom>
              <a:avLst/>
              <a:gdLst>
                <a:gd name="csX0" fmla="*/ 133554 w 155170"/>
                <a:gd name="csY0" fmla="*/ 20737 h 134488"/>
                <a:gd name="csX1" fmla="*/ 155448 w 155170"/>
                <a:gd name="csY1" fmla="*/ 6963 h 134488"/>
                <a:gd name="csX2" fmla="*/ 155448 w 155170"/>
                <a:gd name="csY2" fmla="*/ 76 h 134488"/>
                <a:gd name="csX3" fmla="*/ 129728 w 155170"/>
                <a:gd name="csY3" fmla="*/ 841 h 134488"/>
                <a:gd name="csX4" fmla="*/ 104008 w 155170"/>
                <a:gd name="csY4" fmla="*/ 76 h 134488"/>
                <a:gd name="csX5" fmla="*/ 104008 w 155170"/>
                <a:gd name="csY5" fmla="*/ 6963 h 134488"/>
                <a:gd name="csX6" fmla="*/ 125902 w 155170"/>
                <a:gd name="csY6" fmla="*/ 20737 h 134488"/>
                <a:gd name="csX7" fmla="*/ 125902 w 155170"/>
                <a:gd name="csY7" fmla="*/ 86355 h 134488"/>
                <a:gd name="csX8" fmla="*/ 81263 w 155170"/>
                <a:gd name="csY8" fmla="*/ 127678 h 134488"/>
                <a:gd name="csX9" fmla="*/ 42364 w 155170"/>
                <a:gd name="csY9" fmla="*/ 87312 h 134488"/>
                <a:gd name="csX10" fmla="*/ 42364 w 155170"/>
                <a:gd name="csY10" fmla="*/ 15572 h 134488"/>
                <a:gd name="csX11" fmla="*/ 59157 w 155170"/>
                <a:gd name="csY11" fmla="*/ 6963 h 134488"/>
                <a:gd name="csX12" fmla="*/ 64258 w 155170"/>
                <a:gd name="csY12" fmla="*/ 6963 h 134488"/>
                <a:gd name="csX13" fmla="*/ 64258 w 155170"/>
                <a:gd name="csY13" fmla="*/ 76 h 134488"/>
                <a:gd name="csX14" fmla="*/ 32374 w 155170"/>
                <a:gd name="csY14" fmla="*/ 841 h 134488"/>
                <a:gd name="csX15" fmla="*/ 277 w 155170"/>
                <a:gd name="csY15" fmla="*/ 76 h 134488"/>
                <a:gd name="csX16" fmla="*/ 277 w 155170"/>
                <a:gd name="csY16" fmla="*/ 6963 h 134488"/>
                <a:gd name="csX17" fmla="*/ 5379 w 155170"/>
                <a:gd name="csY17" fmla="*/ 6963 h 134488"/>
                <a:gd name="csX18" fmla="*/ 22171 w 155170"/>
                <a:gd name="csY18" fmla="*/ 15572 h 134488"/>
                <a:gd name="csX19" fmla="*/ 22171 w 155170"/>
                <a:gd name="csY19" fmla="*/ 86738 h 134488"/>
                <a:gd name="csX20" fmla="*/ 80838 w 155170"/>
                <a:gd name="csY20" fmla="*/ 134565 h 134488"/>
                <a:gd name="csX21" fmla="*/ 133554 w 155170"/>
                <a:gd name="csY21" fmla="*/ 86929 h 134488"/>
                <a:gd name="csX22" fmla="*/ 133554 w 155170"/>
                <a:gd name="csY22" fmla="*/ 20737 h 1344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5170" h="134488">
                  <a:moveTo>
                    <a:pt x="133554" y="20737"/>
                  </a:moveTo>
                  <a:cubicBezTo>
                    <a:pt x="133554" y="15572"/>
                    <a:pt x="133554" y="6963"/>
                    <a:pt x="155448" y="6963"/>
                  </a:cubicBezTo>
                  <a:lnTo>
                    <a:pt x="155448" y="76"/>
                  </a:lnTo>
                  <a:cubicBezTo>
                    <a:pt x="146945" y="650"/>
                    <a:pt x="138230" y="841"/>
                    <a:pt x="129728" y="841"/>
                  </a:cubicBezTo>
                  <a:cubicBezTo>
                    <a:pt x="121225" y="841"/>
                    <a:pt x="112510" y="650"/>
                    <a:pt x="104008" y="76"/>
                  </a:cubicBezTo>
                  <a:lnTo>
                    <a:pt x="104008" y="6963"/>
                  </a:lnTo>
                  <a:cubicBezTo>
                    <a:pt x="125902" y="6963"/>
                    <a:pt x="125902" y="15572"/>
                    <a:pt x="125902" y="20737"/>
                  </a:cubicBezTo>
                  <a:lnTo>
                    <a:pt x="125902" y="86355"/>
                  </a:lnTo>
                  <a:cubicBezTo>
                    <a:pt x="125902" y="112756"/>
                    <a:pt x="103370" y="127678"/>
                    <a:pt x="81263" y="127678"/>
                  </a:cubicBezTo>
                  <a:cubicBezTo>
                    <a:pt x="68722" y="127678"/>
                    <a:pt x="42364" y="121747"/>
                    <a:pt x="42364" y="87312"/>
                  </a:cubicBezTo>
                  <a:lnTo>
                    <a:pt x="42364" y="15572"/>
                  </a:lnTo>
                  <a:cubicBezTo>
                    <a:pt x="42364" y="9068"/>
                    <a:pt x="42790" y="6963"/>
                    <a:pt x="59157" y="6963"/>
                  </a:cubicBezTo>
                  <a:lnTo>
                    <a:pt x="64258" y="6963"/>
                  </a:lnTo>
                  <a:lnTo>
                    <a:pt x="64258" y="76"/>
                  </a:lnTo>
                  <a:cubicBezTo>
                    <a:pt x="53630" y="459"/>
                    <a:pt x="40026" y="841"/>
                    <a:pt x="32374" y="841"/>
                  </a:cubicBezTo>
                  <a:cubicBezTo>
                    <a:pt x="24509" y="841"/>
                    <a:pt x="10905" y="459"/>
                    <a:pt x="277" y="76"/>
                  </a:cubicBezTo>
                  <a:lnTo>
                    <a:pt x="277" y="6963"/>
                  </a:lnTo>
                  <a:lnTo>
                    <a:pt x="5379" y="6963"/>
                  </a:lnTo>
                  <a:cubicBezTo>
                    <a:pt x="21746" y="6963"/>
                    <a:pt x="22171" y="8876"/>
                    <a:pt x="22171" y="15572"/>
                  </a:cubicBezTo>
                  <a:lnTo>
                    <a:pt x="22171" y="86738"/>
                  </a:lnTo>
                  <a:cubicBezTo>
                    <a:pt x="22171" y="114286"/>
                    <a:pt x="49379" y="134565"/>
                    <a:pt x="80838" y="134565"/>
                  </a:cubicBezTo>
                  <a:cubicBezTo>
                    <a:pt x="109959" y="134565"/>
                    <a:pt x="133554" y="113712"/>
                    <a:pt x="133554" y="86929"/>
                  </a:cubicBezTo>
                  <a:lnTo>
                    <a:pt x="133554" y="20737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3E14ADF6-F634-A848-3E81-243EBD400E96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30374830" y="25359982"/>
              <a:ext cx="201934" cy="182014"/>
            </a:xfrm>
            <a:custGeom>
              <a:avLst/>
              <a:gdLst>
                <a:gd name="csX0" fmla="*/ 107478 w 201934"/>
                <a:gd name="csY0" fmla="*/ 96548 h 182014"/>
                <a:gd name="csX1" fmla="*/ 192199 w 201934"/>
                <a:gd name="csY1" fmla="*/ 96548 h 182014"/>
                <a:gd name="csX2" fmla="*/ 202220 w 201934"/>
                <a:gd name="csY2" fmla="*/ 91082 h 182014"/>
                <a:gd name="csX3" fmla="*/ 192199 w 201934"/>
                <a:gd name="csY3" fmla="*/ 85616 h 182014"/>
                <a:gd name="csX4" fmla="*/ 107478 w 201934"/>
                <a:gd name="csY4" fmla="*/ 85616 h 182014"/>
                <a:gd name="csX5" fmla="*/ 107478 w 201934"/>
                <a:gd name="csY5" fmla="*/ 9093 h 182014"/>
                <a:gd name="csX6" fmla="*/ 101405 w 201934"/>
                <a:gd name="csY6" fmla="*/ 75 h 182014"/>
                <a:gd name="csX7" fmla="*/ 95332 w 201934"/>
                <a:gd name="csY7" fmla="*/ 9093 h 182014"/>
                <a:gd name="csX8" fmla="*/ 95332 w 201934"/>
                <a:gd name="csY8" fmla="*/ 85616 h 182014"/>
                <a:gd name="csX9" fmla="*/ 10306 w 201934"/>
                <a:gd name="csY9" fmla="*/ 85616 h 182014"/>
                <a:gd name="csX10" fmla="*/ 286 w 201934"/>
                <a:gd name="csY10" fmla="*/ 91082 h 182014"/>
                <a:gd name="csX11" fmla="*/ 10306 w 201934"/>
                <a:gd name="csY11" fmla="*/ 96548 h 182014"/>
                <a:gd name="csX12" fmla="*/ 95332 w 201934"/>
                <a:gd name="csY12" fmla="*/ 96548 h 182014"/>
                <a:gd name="csX13" fmla="*/ 95332 w 201934"/>
                <a:gd name="csY13" fmla="*/ 173071 h 182014"/>
                <a:gd name="csX14" fmla="*/ 101405 w 201934"/>
                <a:gd name="csY14" fmla="*/ 182089 h 182014"/>
                <a:gd name="csX15" fmla="*/ 107478 w 201934"/>
                <a:gd name="csY15" fmla="*/ 173071 h 182014"/>
                <a:gd name="csX16" fmla="*/ 107478 w 201934"/>
                <a:gd name="csY16" fmla="*/ 96548 h 182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01934" h="182014">
                  <a:moveTo>
                    <a:pt x="107478" y="96548"/>
                  </a:moveTo>
                  <a:lnTo>
                    <a:pt x="192199" y="96548"/>
                  </a:lnTo>
                  <a:cubicBezTo>
                    <a:pt x="196451" y="96548"/>
                    <a:pt x="202220" y="96548"/>
                    <a:pt x="202220" y="91082"/>
                  </a:cubicBezTo>
                  <a:cubicBezTo>
                    <a:pt x="202220" y="85616"/>
                    <a:pt x="196451" y="85616"/>
                    <a:pt x="192199" y="85616"/>
                  </a:cubicBezTo>
                  <a:lnTo>
                    <a:pt x="107478" y="85616"/>
                  </a:lnTo>
                  <a:lnTo>
                    <a:pt x="107478" y="9093"/>
                  </a:lnTo>
                  <a:cubicBezTo>
                    <a:pt x="107478" y="5267"/>
                    <a:pt x="107478" y="75"/>
                    <a:pt x="101405" y="75"/>
                  </a:cubicBezTo>
                  <a:cubicBezTo>
                    <a:pt x="95332" y="75"/>
                    <a:pt x="95332" y="5267"/>
                    <a:pt x="95332" y="9093"/>
                  </a:cubicBezTo>
                  <a:lnTo>
                    <a:pt x="95332" y="85616"/>
                  </a:lnTo>
                  <a:lnTo>
                    <a:pt x="10306" y="85616"/>
                  </a:lnTo>
                  <a:cubicBezTo>
                    <a:pt x="6055" y="85616"/>
                    <a:pt x="286" y="85616"/>
                    <a:pt x="286" y="91082"/>
                  </a:cubicBezTo>
                  <a:cubicBezTo>
                    <a:pt x="286" y="96548"/>
                    <a:pt x="6055" y="96548"/>
                    <a:pt x="10306" y="96548"/>
                  </a:cubicBezTo>
                  <a:lnTo>
                    <a:pt x="95332" y="96548"/>
                  </a:lnTo>
                  <a:lnTo>
                    <a:pt x="95332" y="173071"/>
                  </a:lnTo>
                  <a:cubicBezTo>
                    <a:pt x="95332" y="176897"/>
                    <a:pt x="95332" y="182089"/>
                    <a:pt x="101405" y="182089"/>
                  </a:cubicBezTo>
                  <a:cubicBezTo>
                    <a:pt x="107478" y="182089"/>
                    <a:pt x="107478" y="176897"/>
                    <a:pt x="107478" y="173071"/>
                  </a:cubicBezTo>
                  <a:lnTo>
                    <a:pt x="107478" y="96548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2E393ADE-6D6D-E52C-2A72-9C5E71DDA84A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30677579" y="25329646"/>
              <a:ext cx="150312" cy="193219"/>
            </a:xfrm>
            <a:custGeom>
              <a:avLst/>
              <a:gdLst>
                <a:gd name="csX0" fmla="*/ 92609 w 150312"/>
                <a:gd name="csY0" fmla="*/ 109939 h 193219"/>
                <a:gd name="csX1" fmla="*/ 124493 w 150312"/>
                <a:gd name="csY1" fmla="*/ 186735 h 193219"/>
                <a:gd name="csX2" fmla="*/ 140587 w 150312"/>
                <a:gd name="csY2" fmla="*/ 192748 h 193219"/>
                <a:gd name="csX3" fmla="*/ 147268 w 150312"/>
                <a:gd name="csY3" fmla="*/ 192748 h 193219"/>
                <a:gd name="csX4" fmla="*/ 150608 w 150312"/>
                <a:gd name="csY4" fmla="*/ 190015 h 193219"/>
                <a:gd name="csX5" fmla="*/ 149090 w 150312"/>
                <a:gd name="csY5" fmla="*/ 187555 h 193219"/>
                <a:gd name="csX6" fmla="*/ 142105 w 150312"/>
                <a:gd name="csY6" fmla="*/ 174984 h 193219"/>
                <a:gd name="csX7" fmla="*/ 80158 w 150312"/>
                <a:gd name="csY7" fmla="*/ 19479 h 193219"/>
                <a:gd name="csX8" fmla="*/ 43112 w 150312"/>
                <a:gd name="csY8" fmla="*/ 75 h 193219"/>
                <a:gd name="csX9" fmla="*/ 37646 w 150312"/>
                <a:gd name="csY9" fmla="*/ 3081 h 193219"/>
                <a:gd name="csX10" fmla="*/ 40379 w 150312"/>
                <a:gd name="csY10" fmla="*/ 5814 h 193219"/>
                <a:gd name="csX11" fmla="*/ 60117 w 150312"/>
                <a:gd name="csY11" fmla="*/ 27678 h 193219"/>
                <a:gd name="csX12" fmla="*/ 89572 w 150312"/>
                <a:gd name="csY12" fmla="*/ 102014 h 193219"/>
                <a:gd name="csX13" fmla="*/ 5761 w 150312"/>
                <a:gd name="csY13" fmla="*/ 176897 h 193219"/>
                <a:gd name="csX14" fmla="*/ 296 w 150312"/>
                <a:gd name="csY14" fmla="*/ 185369 h 193219"/>
                <a:gd name="csX15" fmla="*/ 9405 w 150312"/>
                <a:gd name="csY15" fmla="*/ 193294 h 193219"/>
                <a:gd name="csX16" fmla="*/ 19426 w 150312"/>
                <a:gd name="csY16" fmla="*/ 187555 h 193219"/>
                <a:gd name="csX17" fmla="*/ 92609 w 150312"/>
                <a:gd name="csY17" fmla="*/ 109939 h 193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50312" h="193219">
                  <a:moveTo>
                    <a:pt x="92609" y="109939"/>
                  </a:moveTo>
                  <a:cubicBezTo>
                    <a:pt x="105059" y="138635"/>
                    <a:pt x="119634" y="180450"/>
                    <a:pt x="124493" y="186735"/>
                  </a:cubicBezTo>
                  <a:cubicBezTo>
                    <a:pt x="129352" y="192748"/>
                    <a:pt x="132388" y="192748"/>
                    <a:pt x="140587" y="192748"/>
                  </a:cubicBezTo>
                  <a:lnTo>
                    <a:pt x="147268" y="192748"/>
                  </a:lnTo>
                  <a:cubicBezTo>
                    <a:pt x="150304" y="192474"/>
                    <a:pt x="150608" y="190835"/>
                    <a:pt x="150608" y="190015"/>
                  </a:cubicBezTo>
                  <a:cubicBezTo>
                    <a:pt x="150608" y="189195"/>
                    <a:pt x="150001" y="188648"/>
                    <a:pt x="149090" y="187555"/>
                  </a:cubicBezTo>
                  <a:cubicBezTo>
                    <a:pt x="146053" y="184549"/>
                    <a:pt x="144231" y="180450"/>
                    <a:pt x="142105" y="174984"/>
                  </a:cubicBezTo>
                  <a:lnTo>
                    <a:pt x="80158" y="19479"/>
                  </a:lnTo>
                  <a:cubicBezTo>
                    <a:pt x="73782" y="3628"/>
                    <a:pt x="57384" y="75"/>
                    <a:pt x="43112" y="75"/>
                  </a:cubicBezTo>
                  <a:cubicBezTo>
                    <a:pt x="41593" y="75"/>
                    <a:pt x="37646" y="75"/>
                    <a:pt x="37646" y="3081"/>
                  </a:cubicBezTo>
                  <a:cubicBezTo>
                    <a:pt x="37646" y="5267"/>
                    <a:pt x="40075" y="5814"/>
                    <a:pt x="40379" y="5814"/>
                  </a:cubicBezTo>
                  <a:cubicBezTo>
                    <a:pt x="50400" y="7454"/>
                    <a:pt x="52525" y="9093"/>
                    <a:pt x="60117" y="27678"/>
                  </a:cubicBezTo>
                  <a:lnTo>
                    <a:pt x="89572" y="102014"/>
                  </a:lnTo>
                  <a:lnTo>
                    <a:pt x="5761" y="176897"/>
                  </a:lnTo>
                  <a:cubicBezTo>
                    <a:pt x="2118" y="180176"/>
                    <a:pt x="296" y="181816"/>
                    <a:pt x="296" y="185369"/>
                  </a:cubicBezTo>
                  <a:cubicBezTo>
                    <a:pt x="296" y="190015"/>
                    <a:pt x="4547" y="193294"/>
                    <a:pt x="9405" y="193294"/>
                  </a:cubicBezTo>
                  <a:cubicBezTo>
                    <a:pt x="14264" y="193294"/>
                    <a:pt x="16997" y="190288"/>
                    <a:pt x="19426" y="187555"/>
                  </a:cubicBezTo>
                  <a:lnTo>
                    <a:pt x="92609" y="109939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C6DD357A-A3CC-C55D-C2EF-F3F72CD10DB9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30850313" y="25474984"/>
              <a:ext cx="106068" cy="87235"/>
            </a:xfrm>
            <a:custGeom>
              <a:avLst/>
              <a:gdLst>
                <a:gd name="csX0" fmla="*/ 83413 w 106068"/>
                <a:gd name="csY0" fmla="*/ 34129 h 87235"/>
                <a:gd name="csX1" fmla="*/ 73636 w 106068"/>
                <a:gd name="csY1" fmla="*/ 9642 h 87235"/>
                <a:gd name="csX2" fmla="*/ 42176 w 106068"/>
                <a:gd name="csY2" fmla="*/ 76 h 87235"/>
                <a:gd name="csX3" fmla="*/ 7741 w 106068"/>
                <a:gd name="csY3" fmla="*/ 18633 h 87235"/>
                <a:gd name="csX4" fmla="*/ 17944 w 106068"/>
                <a:gd name="csY4" fmla="*/ 28007 h 87235"/>
                <a:gd name="csX5" fmla="*/ 27935 w 106068"/>
                <a:gd name="csY5" fmla="*/ 19016 h 87235"/>
                <a:gd name="csX6" fmla="*/ 20495 w 106068"/>
                <a:gd name="csY6" fmla="*/ 10215 h 87235"/>
                <a:gd name="csX7" fmla="*/ 41751 w 106068"/>
                <a:gd name="csY7" fmla="*/ 5433 h 87235"/>
                <a:gd name="csX8" fmla="*/ 66621 w 106068"/>
                <a:gd name="csY8" fmla="*/ 28581 h 87235"/>
                <a:gd name="csX9" fmla="*/ 66621 w 106068"/>
                <a:gd name="csY9" fmla="*/ 34511 h 87235"/>
                <a:gd name="csX10" fmla="*/ 25384 w 106068"/>
                <a:gd name="csY10" fmla="*/ 40633 h 87235"/>
                <a:gd name="csX11" fmla="*/ 301 w 106068"/>
                <a:gd name="csY11" fmla="*/ 66077 h 87235"/>
                <a:gd name="csX12" fmla="*/ 37500 w 106068"/>
                <a:gd name="csY12" fmla="*/ 87312 h 87235"/>
                <a:gd name="csX13" fmla="*/ 68959 w 106068"/>
                <a:gd name="csY13" fmla="*/ 71242 h 87235"/>
                <a:gd name="csX14" fmla="*/ 85327 w 106068"/>
                <a:gd name="csY14" fmla="*/ 86355 h 87235"/>
                <a:gd name="csX15" fmla="*/ 106370 w 106068"/>
                <a:gd name="csY15" fmla="*/ 68181 h 87235"/>
                <a:gd name="csX16" fmla="*/ 106370 w 106068"/>
                <a:gd name="csY16" fmla="*/ 57659 h 87235"/>
                <a:gd name="csX17" fmla="*/ 99143 w 106068"/>
                <a:gd name="csY17" fmla="*/ 57659 h 87235"/>
                <a:gd name="csX18" fmla="*/ 99143 w 106068"/>
                <a:gd name="csY18" fmla="*/ 67990 h 87235"/>
                <a:gd name="csX19" fmla="*/ 91278 w 106068"/>
                <a:gd name="csY19" fmla="*/ 79086 h 87235"/>
                <a:gd name="csX20" fmla="*/ 83413 w 106068"/>
                <a:gd name="csY20" fmla="*/ 67607 h 87235"/>
                <a:gd name="csX21" fmla="*/ 83413 w 106068"/>
                <a:gd name="csY21" fmla="*/ 34129 h 87235"/>
                <a:gd name="csX22" fmla="*/ 66621 w 106068"/>
                <a:gd name="csY22" fmla="*/ 58425 h 87235"/>
                <a:gd name="csX23" fmla="*/ 39200 w 106068"/>
                <a:gd name="csY23" fmla="*/ 81955 h 87235"/>
                <a:gd name="csX24" fmla="*/ 18157 w 106068"/>
                <a:gd name="csY24" fmla="*/ 66077 h 87235"/>
                <a:gd name="csX25" fmla="*/ 66621 w 106068"/>
                <a:gd name="csY25" fmla="*/ 39485 h 87235"/>
                <a:gd name="csX26" fmla="*/ 66621 w 106068"/>
                <a:gd name="csY26" fmla="*/ 58425 h 87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06068" h="87235">
                  <a:moveTo>
                    <a:pt x="83413" y="34129"/>
                  </a:moveTo>
                  <a:cubicBezTo>
                    <a:pt x="83413" y="23990"/>
                    <a:pt x="83413" y="16720"/>
                    <a:pt x="73636" y="9642"/>
                  </a:cubicBezTo>
                  <a:cubicBezTo>
                    <a:pt x="64920" y="3137"/>
                    <a:pt x="54717" y="76"/>
                    <a:pt x="42176" y="76"/>
                  </a:cubicBezTo>
                  <a:cubicBezTo>
                    <a:pt x="21983" y="76"/>
                    <a:pt x="7741" y="6963"/>
                    <a:pt x="7741" y="18633"/>
                  </a:cubicBezTo>
                  <a:cubicBezTo>
                    <a:pt x="7741" y="24755"/>
                    <a:pt x="12417" y="28007"/>
                    <a:pt x="17944" y="28007"/>
                  </a:cubicBezTo>
                  <a:cubicBezTo>
                    <a:pt x="23683" y="28007"/>
                    <a:pt x="27935" y="24181"/>
                    <a:pt x="27935" y="19016"/>
                  </a:cubicBezTo>
                  <a:cubicBezTo>
                    <a:pt x="27935" y="15763"/>
                    <a:pt x="26234" y="11746"/>
                    <a:pt x="20495" y="10215"/>
                  </a:cubicBezTo>
                  <a:cubicBezTo>
                    <a:pt x="28147" y="5433"/>
                    <a:pt x="40476" y="5433"/>
                    <a:pt x="41751" y="5433"/>
                  </a:cubicBezTo>
                  <a:cubicBezTo>
                    <a:pt x="53655" y="5433"/>
                    <a:pt x="66621" y="12511"/>
                    <a:pt x="66621" y="28581"/>
                  </a:cubicBezTo>
                  <a:lnTo>
                    <a:pt x="66621" y="34511"/>
                  </a:lnTo>
                  <a:cubicBezTo>
                    <a:pt x="54930" y="34894"/>
                    <a:pt x="40901" y="35468"/>
                    <a:pt x="25384" y="40633"/>
                  </a:cubicBezTo>
                  <a:cubicBezTo>
                    <a:pt x="6253" y="46946"/>
                    <a:pt x="301" y="57468"/>
                    <a:pt x="301" y="66077"/>
                  </a:cubicBezTo>
                  <a:cubicBezTo>
                    <a:pt x="301" y="82529"/>
                    <a:pt x="22408" y="87312"/>
                    <a:pt x="37500" y="87312"/>
                  </a:cubicBezTo>
                  <a:cubicBezTo>
                    <a:pt x="54505" y="87312"/>
                    <a:pt x="64495" y="78703"/>
                    <a:pt x="68959" y="71242"/>
                  </a:cubicBezTo>
                  <a:cubicBezTo>
                    <a:pt x="69809" y="79086"/>
                    <a:pt x="75549" y="86355"/>
                    <a:pt x="85327" y="86355"/>
                  </a:cubicBezTo>
                  <a:cubicBezTo>
                    <a:pt x="85752" y="86355"/>
                    <a:pt x="106370" y="86355"/>
                    <a:pt x="106370" y="68181"/>
                  </a:cubicBezTo>
                  <a:lnTo>
                    <a:pt x="106370" y="57659"/>
                  </a:lnTo>
                  <a:lnTo>
                    <a:pt x="99143" y="57659"/>
                  </a:lnTo>
                  <a:lnTo>
                    <a:pt x="99143" y="67990"/>
                  </a:lnTo>
                  <a:cubicBezTo>
                    <a:pt x="99143" y="69903"/>
                    <a:pt x="99143" y="79086"/>
                    <a:pt x="91278" y="79086"/>
                  </a:cubicBezTo>
                  <a:cubicBezTo>
                    <a:pt x="83413" y="79086"/>
                    <a:pt x="83413" y="70094"/>
                    <a:pt x="83413" y="67607"/>
                  </a:cubicBezTo>
                  <a:lnTo>
                    <a:pt x="83413" y="34129"/>
                  </a:lnTo>
                  <a:close/>
                  <a:moveTo>
                    <a:pt x="66621" y="58425"/>
                  </a:moveTo>
                  <a:cubicBezTo>
                    <a:pt x="66621" y="76790"/>
                    <a:pt x="48766" y="81955"/>
                    <a:pt x="39200" y="81955"/>
                  </a:cubicBezTo>
                  <a:cubicBezTo>
                    <a:pt x="28360" y="81955"/>
                    <a:pt x="18157" y="75451"/>
                    <a:pt x="18157" y="66077"/>
                  </a:cubicBezTo>
                  <a:cubicBezTo>
                    <a:pt x="18157" y="55555"/>
                    <a:pt x="28360" y="40825"/>
                    <a:pt x="66621" y="39485"/>
                  </a:cubicBezTo>
                  <a:lnTo>
                    <a:pt x="66621" y="58425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6FA51B8A-B107-5A3E-E4AA-F04239F70E94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30971569" y="25427540"/>
              <a:ext cx="47826" cy="132766"/>
            </a:xfrm>
            <a:custGeom>
              <a:avLst/>
              <a:gdLst>
                <a:gd name="csX0" fmla="*/ 32190 w 47826"/>
                <a:gd name="csY0" fmla="*/ 76 h 132766"/>
                <a:gd name="csX1" fmla="*/ 305 w 47826"/>
                <a:gd name="csY1" fmla="*/ 2181 h 132766"/>
                <a:gd name="csX2" fmla="*/ 305 w 47826"/>
                <a:gd name="csY2" fmla="*/ 9068 h 132766"/>
                <a:gd name="csX3" fmla="*/ 16248 w 47826"/>
                <a:gd name="csY3" fmla="*/ 19781 h 132766"/>
                <a:gd name="csX4" fmla="*/ 16248 w 47826"/>
                <a:gd name="csY4" fmla="*/ 117730 h 132766"/>
                <a:gd name="csX5" fmla="*/ 305 w 47826"/>
                <a:gd name="csY5" fmla="*/ 125956 h 132766"/>
                <a:gd name="csX6" fmla="*/ 305 w 47826"/>
                <a:gd name="csY6" fmla="*/ 132843 h 132766"/>
                <a:gd name="csX7" fmla="*/ 24112 w 47826"/>
                <a:gd name="csY7" fmla="*/ 132078 h 132766"/>
                <a:gd name="csX8" fmla="*/ 48132 w 47826"/>
                <a:gd name="csY8" fmla="*/ 132843 h 132766"/>
                <a:gd name="csX9" fmla="*/ 48132 w 47826"/>
                <a:gd name="csY9" fmla="*/ 125956 h 132766"/>
                <a:gd name="csX10" fmla="*/ 32190 w 47826"/>
                <a:gd name="csY10" fmla="*/ 117730 h 132766"/>
                <a:gd name="csX11" fmla="*/ 32190 w 47826"/>
                <a:gd name="csY11" fmla="*/ 76 h 1327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826" h="132766">
                  <a:moveTo>
                    <a:pt x="32190" y="76"/>
                  </a:moveTo>
                  <a:lnTo>
                    <a:pt x="305" y="2181"/>
                  </a:lnTo>
                  <a:lnTo>
                    <a:pt x="305" y="9068"/>
                  </a:lnTo>
                  <a:cubicBezTo>
                    <a:pt x="14547" y="9068"/>
                    <a:pt x="16248" y="10407"/>
                    <a:pt x="16248" y="19781"/>
                  </a:cubicBezTo>
                  <a:lnTo>
                    <a:pt x="16248" y="117730"/>
                  </a:lnTo>
                  <a:cubicBezTo>
                    <a:pt x="16248" y="125956"/>
                    <a:pt x="14122" y="125956"/>
                    <a:pt x="305" y="125956"/>
                  </a:cubicBezTo>
                  <a:lnTo>
                    <a:pt x="305" y="132843"/>
                  </a:lnTo>
                  <a:cubicBezTo>
                    <a:pt x="730" y="132843"/>
                    <a:pt x="15610" y="132078"/>
                    <a:pt x="24112" y="132078"/>
                  </a:cubicBezTo>
                  <a:cubicBezTo>
                    <a:pt x="32190" y="132078"/>
                    <a:pt x="40055" y="132269"/>
                    <a:pt x="48132" y="132843"/>
                  </a:cubicBezTo>
                  <a:lnTo>
                    <a:pt x="48132" y="125956"/>
                  </a:lnTo>
                  <a:cubicBezTo>
                    <a:pt x="34315" y="125956"/>
                    <a:pt x="32190" y="125956"/>
                    <a:pt x="32190" y="117730"/>
                  </a:cubicBezTo>
                  <a:lnTo>
                    <a:pt x="32190" y="76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311B12D3-76C8-8769-AEF5-AAEC2771B1C9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31040315" y="25431366"/>
              <a:ext cx="46338" cy="128940"/>
            </a:xfrm>
            <a:custGeom>
              <a:avLst/>
              <a:gdLst>
                <a:gd name="csX0" fmla="*/ 33255 w 46338"/>
                <a:gd name="csY0" fmla="*/ 10981 h 128940"/>
                <a:gd name="csX1" fmla="*/ 20926 w 46338"/>
                <a:gd name="csY1" fmla="*/ 76 h 128940"/>
                <a:gd name="csX2" fmla="*/ 8810 w 46338"/>
                <a:gd name="csY2" fmla="*/ 10981 h 128940"/>
                <a:gd name="csX3" fmla="*/ 20926 w 46338"/>
                <a:gd name="csY3" fmla="*/ 22076 h 128940"/>
                <a:gd name="csX4" fmla="*/ 33255 w 46338"/>
                <a:gd name="csY4" fmla="*/ 10981 h 128940"/>
                <a:gd name="csX5" fmla="*/ 945 w 46338"/>
                <a:gd name="csY5" fmla="*/ 46755 h 128940"/>
                <a:gd name="csX6" fmla="*/ 945 w 46338"/>
                <a:gd name="csY6" fmla="*/ 53642 h 128940"/>
                <a:gd name="csX7" fmla="*/ 16250 w 46338"/>
                <a:gd name="csY7" fmla="*/ 64164 h 128940"/>
                <a:gd name="csX8" fmla="*/ 16250 w 46338"/>
                <a:gd name="csY8" fmla="*/ 113904 h 128940"/>
                <a:gd name="csX9" fmla="*/ 308 w 46338"/>
                <a:gd name="csY9" fmla="*/ 122130 h 128940"/>
                <a:gd name="csX10" fmla="*/ 308 w 46338"/>
                <a:gd name="csY10" fmla="*/ 129017 h 128940"/>
                <a:gd name="csX11" fmla="*/ 24115 w 46338"/>
                <a:gd name="csY11" fmla="*/ 128252 h 128940"/>
                <a:gd name="csX12" fmla="*/ 46646 w 46338"/>
                <a:gd name="csY12" fmla="*/ 129017 h 128940"/>
                <a:gd name="csX13" fmla="*/ 46646 w 46338"/>
                <a:gd name="csY13" fmla="*/ 122130 h 128940"/>
                <a:gd name="csX14" fmla="*/ 32192 w 46338"/>
                <a:gd name="csY14" fmla="*/ 114095 h 128940"/>
                <a:gd name="csX15" fmla="*/ 32192 w 46338"/>
                <a:gd name="csY15" fmla="*/ 44651 h 128940"/>
                <a:gd name="csX16" fmla="*/ 945 w 46338"/>
                <a:gd name="csY16" fmla="*/ 46755 h 128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46338" h="128940">
                  <a:moveTo>
                    <a:pt x="33255" y="10981"/>
                  </a:moveTo>
                  <a:cubicBezTo>
                    <a:pt x="33255" y="5433"/>
                    <a:pt x="28153" y="76"/>
                    <a:pt x="20926" y="76"/>
                  </a:cubicBezTo>
                  <a:cubicBezTo>
                    <a:pt x="14549" y="76"/>
                    <a:pt x="8810" y="4668"/>
                    <a:pt x="8810" y="10981"/>
                  </a:cubicBezTo>
                  <a:cubicBezTo>
                    <a:pt x="8810" y="17868"/>
                    <a:pt x="14974" y="22076"/>
                    <a:pt x="20926" y="22076"/>
                  </a:cubicBezTo>
                  <a:cubicBezTo>
                    <a:pt x="27728" y="22076"/>
                    <a:pt x="33255" y="17294"/>
                    <a:pt x="33255" y="10981"/>
                  </a:cubicBezTo>
                  <a:close/>
                  <a:moveTo>
                    <a:pt x="945" y="46755"/>
                  </a:moveTo>
                  <a:lnTo>
                    <a:pt x="945" y="53642"/>
                  </a:lnTo>
                  <a:cubicBezTo>
                    <a:pt x="14337" y="53642"/>
                    <a:pt x="16250" y="54790"/>
                    <a:pt x="16250" y="64164"/>
                  </a:cubicBezTo>
                  <a:lnTo>
                    <a:pt x="16250" y="113904"/>
                  </a:lnTo>
                  <a:cubicBezTo>
                    <a:pt x="16250" y="122130"/>
                    <a:pt x="14124" y="122130"/>
                    <a:pt x="308" y="122130"/>
                  </a:cubicBezTo>
                  <a:lnTo>
                    <a:pt x="308" y="129017"/>
                  </a:lnTo>
                  <a:cubicBezTo>
                    <a:pt x="733" y="129017"/>
                    <a:pt x="15612" y="128252"/>
                    <a:pt x="24115" y="128252"/>
                  </a:cubicBezTo>
                  <a:cubicBezTo>
                    <a:pt x="31554" y="128252"/>
                    <a:pt x="39207" y="128443"/>
                    <a:pt x="46646" y="129017"/>
                  </a:cubicBezTo>
                  <a:lnTo>
                    <a:pt x="46646" y="122130"/>
                  </a:lnTo>
                  <a:cubicBezTo>
                    <a:pt x="34318" y="122130"/>
                    <a:pt x="32192" y="122130"/>
                    <a:pt x="32192" y="114095"/>
                  </a:cubicBezTo>
                  <a:lnTo>
                    <a:pt x="32192" y="44651"/>
                  </a:lnTo>
                  <a:lnTo>
                    <a:pt x="945" y="46755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B7F483E6-3056-E7FA-2E21-E6DDB3DF8849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31105447" y="25474028"/>
              <a:ext cx="107556" cy="125497"/>
            </a:xfrm>
            <a:custGeom>
              <a:avLst/>
              <a:gdLst>
                <a:gd name="csX0" fmla="*/ 22629 w 107556"/>
                <a:gd name="csY0" fmla="*/ 52303 h 125497"/>
                <a:gd name="csX1" fmla="*/ 45798 w 107556"/>
                <a:gd name="csY1" fmla="*/ 58233 h 125497"/>
                <a:gd name="csX2" fmla="*/ 83635 w 107556"/>
                <a:gd name="csY2" fmla="*/ 30111 h 125497"/>
                <a:gd name="csX3" fmla="*/ 74707 w 107556"/>
                <a:gd name="csY3" fmla="*/ 11746 h 125497"/>
                <a:gd name="csX4" fmla="*/ 96176 w 107556"/>
                <a:gd name="csY4" fmla="*/ 5433 h 125497"/>
                <a:gd name="csX5" fmla="*/ 94263 w 107556"/>
                <a:gd name="csY5" fmla="*/ 10024 h 125497"/>
                <a:gd name="csX6" fmla="*/ 101065 w 107556"/>
                <a:gd name="csY6" fmla="*/ 16146 h 125497"/>
                <a:gd name="csX7" fmla="*/ 107867 w 107556"/>
                <a:gd name="csY7" fmla="*/ 9833 h 125497"/>
                <a:gd name="csX8" fmla="*/ 95325 w 107556"/>
                <a:gd name="csY8" fmla="*/ 76 h 125497"/>
                <a:gd name="csX9" fmla="*/ 70668 w 107556"/>
                <a:gd name="csY9" fmla="*/ 8876 h 125497"/>
                <a:gd name="csX10" fmla="*/ 46011 w 107556"/>
                <a:gd name="csY10" fmla="*/ 1989 h 125497"/>
                <a:gd name="csX11" fmla="*/ 8175 w 107556"/>
                <a:gd name="csY11" fmla="*/ 30111 h 125497"/>
                <a:gd name="csX12" fmla="*/ 18378 w 107556"/>
                <a:gd name="csY12" fmla="*/ 49433 h 125497"/>
                <a:gd name="csX13" fmla="*/ 12001 w 107556"/>
                <a:gd name="csY13" fmla="*/ 64929 h 125497"/>
                <a:gd name="csX14" fmla="*/ 20928 w 107556"/>
                <a:gd name="csY14" fmla="*/ 81955 h 125497"/>
                <a:gd name="csX15" fmla="*/ 310 w 107556"/>
                <a:gd name="csY15" fmla="*/ 101086 h 125497"/>
                <a:gd name="csX16" fmla="*/ 52388 w 107556"/>
                <a:gd name="csY16" fmla="*/ 125573 h 125497"/>
                <a:gd name="csX17" fmla="*/ 104466 w 107556"/>
                <a:gd name="csY17" fmla="*/ 100703 h 125497"/>
                <a:gd name="csX18" fmla="*/ 90224 w 107556"/>
                <a:gd name="csY18" fmla="*/ 78895 h 125497"/>
                <a:gd name="csX19" fmla="*/ 44523 w 107556"/>
                <a:gd name="csY19" fmla="*/ 72964 h 125497"/>
                <a:gd name="csX20" fmla="*/ 30494 w 107556"/>
                <a:gd name="csY20" fmla="*/ 72773 h 125497"/>
                <a:gd name="csX21" fmla="*/ 19866 w 107556"/>
                <a:gd name="csY21" fmla="*/ 60146 h 125497"/>
                <a:gd name="csX22" fmla="*/ 22629 w 107556"/>
                <a:gd name="csY22" fmla="*/ 52303 h 125497"/>
                <a:gd name="csX23" fmla="*/ 46011 w 107556"/>
                <a:gd name="csY23" fmla="*/ 52494 h 125497"/>
                <a:gd name="csX24" fmla="*/ 25180 w 107556"/>
                <a:gd name="csY24" fmla="*/ 30111 h 125497"/>
                <a:gd name="csX25" fmla="*/ 29431 w 107556"/>
                <a:gd name="csY25" fmla="*/ 14424 h 125497"/>
                <a:gd name="csX26" fmla="*/ 45798 w 107556"/>
                <a:gd name="csY26" fmla="*/ 7728 h 125497"/>
                <a:gd name="csX27" fmla="*/ 66629 w 107556"/>
                <a:gd name="csY27" fmla="*/ 30111 h 125497"/>
                <a:gd name="csX28" fmla="*/ 62378 w 107556"/>
                <a:gd name="csY28" fmla="*/ 45798 h 125497"/>
                <a:gd name="csX29" fmla="*/ 46011 w 107556"/>
                <a:gd name="csY29" fmla="*/ 52494 h 125497"/>
                <a:gd name="csX30" fmla="*/ 46011 w 107556"/>
                <a:gd name="csY30" fmla="*/ 85782 h 125497"/>
                <a:gd name="csX31" fmla="*/ 91499 w 107556"/>
                <a:gd name="csY31" fmla="*/ 100895 h 125497"/>
                <a:gd name="csX32" fmla="*/ 52388 w 107556"/>
                <a:gd name="csY32" fmla="*/ 119834 h 125497"/>
                <a:gd name="csX33" fmla="*/ 13276 w 107556"/>
                <a:gd name="csY33" fmla="*/ 100895 h 125497"/>
                <a:gd name="csX34" fmla="*/ 33682 w 107556"/>
                <a:gd name="csY34" fmla="*/ 85782 h 125497"/>
                <a:gd name="csX35" fmla="*/ 46011 w 107556"/>
                <a:gd name="csY35" fmla="*/ 85782 h 125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07556" h="125497">
                  <a:moveTo>
                    <a:pt x="22629" y="52303"/>
                  </a:moveTo>
                  <a:cubicBezTo>
                    <a:pt x="25817" y="54025"/>
                    <a:pt x="33470" y="58233"/>
                    <a:pt x="45798" y="58233"/>
                  </a:cubicBezTo>
                  <a:cubicBezTo>
                    <a:pt x="67692" y="58233"/>
                    <a:pt x="83635" y="45033"/>
                    <a:pt x="83635" y="30111"/>
                  </a:cubicBezTo>
                  <a:cubicBezTo>
                    <a:pt x="83635" y="22650"/>
                    <a:pt x="79808" y="16720"/>
                    <a:pt x="74707" y="11746"/>
                  </a:cubicBezTo>
                  <a:cubicBezTo>
                    <a:pt x="84272" y="5624"/>
                    <a:pt x="92562" y="5433"/>
                    <a:pt x="96176" y="5433"/>
                  </a:cubicBezTo>
                  <a:cubicBezTo>
                    <a:pt x="95325" y="6198"/>
                    <a:pt x="94263" y="6963"/>
                    <a:pt x="94263" y="10024"/>
                  </a:cubicBezTo>
                  <a:cubicBezTo>
                    <a:pt x="94263" y="13850"/>
                    <a:pt x="97451" y="16146"/>
                    <a:pt x="101065" y="16146"/>
                  </a:cubicBezTo>
                  <a:cubicBezTo>
                    <a:pt x="104041" y="16146"/>
                    <a:pt x="107867" y="14233"/>
                    <a:pt x="107867" y="9833"/>
                  </a:cubicBezTo>
                  <a:cubicBezTo>
                    <a:pt x="107867" y="5433"/>
                    <a:pt x="103828" y="76"/>
                    <a:pt x="95325" y="76"/>
                  </a:cubicBezTo>
                  <a:cubicBezTo>
                    <a:pt x="92137" y="76"/>
                    <a:pt x="80659" y="650"/>
                    <a:pt x="70668" y="8876"/>
                  </a:cubicBezTo>
                  <a:cubicBezTo>
                    <a:pt x="64291" y="4668"/>
                    <a:pt x="55364" y="1989"/>
                    <a:pt x="46011" y="1989"/>
                  </a:cubicBezTo>
                  <a:cubicBezTo>
                    <a:pt x="24117" y="1989"/>
                    <a:pt x="8175" y="15189"/>
                    <a:pt x="8175" y="30111"/>
                  </a:cubicBezTo>
                  <a:cubicBezTo>
                    <a:pt x="8175" y="37572"/>
                    <a:pt x="12426" y="44459"/>
                    <a:pt x="18378" y="49433"/>
                  </a:cubicBezTo>
                  <a:cubicBezTo>
                    <a:pt x="16677" y="51155"/>
                    <a:pt x="12001" y="57468"/>
                    <a:pt x="12001" y="64929"/>
                  </a:cubicBezTo>
                  <a:cubicBezTo>
                    <a:pt x="12001" y="67416"/>
                    <a:pt x="12638" y="76408"/>
                    <a:pt x="20928" y="81955"/>
                  </a:cubicBezTo>
                  <a:cubicBezTo>
                    <a:pt x="11363" y="84825"/>
                    <a:pt x="310" y="91138"/>
                    <a:pt x="310" y="101086"/>
                  </a:cubicBezTo>
                  <a:cubicBezTo>
                    <a:pt x="310" y="115051"/>
                    <a:pt x="23692" y="125573"/>
                    <a:pt x="52388" y="125573"/>
                  </a:cubicBezTo>
                  <a:cubicBezTo>
                    <a:pt x="79383" y="125573"/>
                    <a:pt x="104466" y="116008"/>
                    <a:pt x="104466" y="100703"/>
                  </a:cubicBezTo>
                  <a:cubicBezTo>
                    <a:pt x="104466" y="94964"/>
                    <a:pt x="101915" y="84634"/>
                    <a:pt x="90224" y="78895"/>
                  </a:cubicBezTo>
                  <a:cubicBezTo>
                    <a:pt x="77683" y="72964"/>
                    <a:pt x="65142" y="72964"/>
                    <a:pt x="44523" y="72964"/>
                  </a:cubicBezTo>
                  <a:cubicBezTo>
                    <a:pt x="39847" y="72964"/>
                    <a:pt x="32194" y="72964"/>
                    <a:pt x="30494" y="72773"/>
                  </a:cubicBezTo>
                  <a:cubicBezTo>
                    <a:pt x="23692" y="71434"/>
                    <a:pt x="19866" y="65694"/>
                    <a:pt x="19866" y="60146"/>
                  </a:cubicBezTo>
                  <a:cubicBezTo>
                    <a:pt x="19866" y="55364"/>
                    <a:pt x="21354" y="53833"/>
                    <a:pt x="22629" y="52303"/>
                  </a:cubicBezTo>
                  <a:close/>
                  <a:moveTo>
                    <a:pt x="46011" y="52494"/>
                  </a:moveTo>
                  <a:cubicBezTo>
                    <a:pt x="25180" y="52494"/>
                    <a:pt x="25180" y="34129"/>
                    <a:pt x="25180" y="30111"/>
                  </a:cubicBezTo>
                  <a:cubicBezTo>
                    <a:pt x="25180" y="27050"/>
                    <a:pt x="25180" y="19398"/>
                    <a:pt x="29431" y="14424"/>
                  </a:cubicBezTo>
                  <a:cubicBezTo>
                    <a:pt x="32407" y="11172"/>
                    <a:pt x="38146" y="7728"/>
                    <a:pt x="45798" y="7728"/>
                  </a:cubicBezTo>
                  <a:cubicBezTo>
                    <a:pt x="66629" y="7728"/>
                    <a:pt x="66629" y="26094"/>
                    <a:pt x="66629" y="30111"/>
                  </a:cubicBezTo>
                  <a:cubicBezTo>
                    <a:pt x="66629" y="33172"/>
                    <a:pt x="66629" y="40825"/>
                    <a:pt x="62378" y="45798"/>
                  </a:cubicBezTo>
                  <a:cubicBezTo>
                    <a:pt x="59402" y="49051"/>
                    <a:pt x="53663" y="52494"/>
                    <a:pt x="46011" y="52494"/>
                  </a:cubicBezTo>
                  <a:close/>
                  <a:moveTo>
                    <a:pt x="46011" y="85782"/>
                  </a:moveTo>
                  <a:cubicBezTo>
                    <a:pt x="64929" y="85782"/>
                    <a:pt x="91499" y="85782"/>
                    <a:pt x="91499" y="100895"/>
                  </a:cubicBezTo>
                  <a:cubicBezTo>
                    <a:pt x="91499" y="111034"/>
                    <a:pt x="74707" y="119834"/>
                    <a:pt x="52388" y="119834"/>
                  </a:cubicBezTo>
                  <a:cubicBezTo>
                    <a:pt x="30069" y="119834"/>
                    <a:pt x="13276" y="110843"/>
                    <a:pt x="13276" y="100895"/>
                  </a:cubicBezTo>
                  <a:cubicBezTo>
                    <a:pt x="13276" y="94199"/>
                    <a:pt x="20078" y="85973"/>
                    <a:pt x="33682" y="85782"/>
                  </a:cubicBezTo>
                  <a:lnTo>
                    <a:pt x="46011" y="85782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FCB65CCF-179D-808D-8D53-515A87593B9A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31229679" y="25475941"/>
              <a:ext cx="113933" cy="84366"/>
            </a:xfrm>
            <a:custGeom>
              <a:avLst/>
              <a:gdLst>
                <a:gd name="csX0" fmla="*/ 98305 w 113933"/>
                <a:gd name="csY0" fmla="*/ 26477 h 84366"/>
                <a:gd name="csX1" fmla="*/ 66421 w 113933"/>
                <a:gd name="csY1" fmla="*/ 76 h 84366"/>
                <a:gd name="csX2" fmla="*/ 31773 w 113933"/>
                <a:gd name="csY2" fmla="*/ 18633 h 84366"/>
                <a:gd name="csX3" fmla="*/ 31561 w 113933"/>
                <a:gd name="csY3" fmla="*/ 18633 h 84366"/>
                <a:gd name="csX4" fmla="*/ 31561 w 113933"/>
                <a:gd name="csY4" fmla="*/ 76 h 84366"/>
                <a:gd name="csX5" fmla="*/ 314 w 113933"/>
                <a:gd name="csY5" fmla="*/ 2181 h 84366"/>
                <a:gd name="csX6" fmla="*/ 314 w 113933"/>
                <a:gd name="csY6" fmla="*/ 9068 h 84366"/>
                <a:gd name="csX7" fmla="*/ 16256 w 113933"/>
                <a:gd name="csY7" fmla="*/ 19781 h 84366"/>
                <a:gd name="csX8" fmla="*/ 16256 w 113933"/>
                <a:gd name="csY8" fmla="*/ 69329 h 84366"/>
                <a:gd name="csX9" fmla="*/ 314 w 113933"/>
                <a:gd name="csY9" fmla="*/ 77555 h 84366"/>
                <a:gd name="csX10" fmla="*/ 314 w 113933"/>
                <a:gd name="csY10" fmla="*/ 84442 h 84366"/>
                <a:gd name="csX11" fmla="*/ 24546 w 113933"/>
                <a:gd name="csY11" fmla="*/ 83677 h 84366"/>
                <a:gd name="csX12" fmla="*/ 48991 w 113933"/>
                <a:gd name="csY12" fmla="*/ 84442 h 84366"/>
                <a:gd name="csX13" fmla="*/ 48991 w 113933"/>
                <a:gd name="csY13" fmla="*/ 77555 h 84366"/>
                <a:gd name="csX14" fmla="*/ 33048 w 113933"/>
                <a:gd name="csY14" fmla="*/ 69329 h 84366"/>
                <a:gd name="csX15" fmla="*/ 33048 w 113933"/>
                <a:gd name="csY15" fmla="*/ 34894 h 84366"/>
                <a:gd name="csX16" fmla="*/ 64720 w 113933"/>
                <a:gd name="csY16" fmla="*/ 5433 h 84366"/>
                <a:gd name="csX17" fmla="*/ 81513 w 113933"/>
                <a:gd name="csY17" fmla="*/ 25711 h 84366"/>
                <a:gd name="csX18" fmla="*/ 81513 w 113933"/>
                <a:gd name="csY18" fmla="*/ 69329 h 84366"/>
                <a:gd name="csX19" fmla="*/ 65571 w 113933"/>
                <a:gd name="csY19" fmla="*/ 77555 h 84366"/>
                <a:gd name="csX20" fmla="*/ 65571 w 113933"/>
                <a:gd name="csY20" fmla="*/ 84442 h 84366"/>
                <a:gd name="csX21" fmla="*/ 89803 w 113933"/>
                <a:gd name="csY21" fmla="*/ 83677 h 84366"/>
                <a:gd name="csX22" fmla="*/ 114248 w 113933"/>
                <a:gd name="csY22" fmla="*/ 84442 h 84366"/>
                <a:gd name="csX23" fmla="*/ 114248 w 113933"/>
                <a:gd name="csY23" fmla="*/ 77555 h 84366"/>
                <a:gd name="csX24" fmla="*/ 98305 w 113933"/>
                <a:gd name="csY24" fmla="*/ 69329 h 84366"/>
                <a:gd name="csX25" fmla="*/ 98305 w 113933"/>
                <a:gd name="csY25" fmla="*/ 26477 h 843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13933" h="84366">
                  <a:moveTo>
                    <a:pt x="98305" y="26477"/>
                  </a:moveTo>
                  <a:cubicBezTo>
                    <a:pt x="98305" y="9833"/>
                    <a:pt x="89165" y="76"/>
                    <a:pt x="66421" y="76"/>
                  </a:cubicBezTo>
                  <a:cubicBezTo>
                    <a:pt x="48991" y="76"/>
                    <a:pt x="37725" y="8685"/>
                    <a:pt x="31773" y="18633"/>
                  </a:cubicBezTo>
                  <a:lnTo>
                    <a:pt x="31561" y="18633"/>
                  </a:lnTo>
                  <a:lnTo>
                    <a:pt x="31561" y="76"/>
                  </a:lnTo>
                  <a:lnTo>
                    <a:pt x="314" y="2181"/>
                  </a:lnTo>
                  <a:lnTo>
                    <a:pt x="314" y="9068"/>
                  </a:lnTo>
                  <a:cubicBezTo>
                    <a:pt x="14556" y="9068"/>
                    <a:pt x="16256" y="10407"/>
                    <a:pt x="16256" y="19781"/>
                  </a:cubicBezTo>
                  <a:lnTo>
                    <a:pt x="16256" y="69329"/>
                  </a:lnTo>
                  <a:cubicBezTo>
                    <a:pt x="16256" y="77555"/>
                    <a:pt x="14130" y="77555"/>
                    <a:pt x="314" y="77555"/>
                  </a:cubicBezTo>
                  <a:lnTo>
                    <a:pt x="314" y="84442"/>
                  </a:lnTo>
                  <a:cubicBezTo>
                    <a:pt x="739" y="84442"/>
                    <a:pt x="15618" y="83677"/>
                    <a:pt x="24546" y="83677"/>
                  </a:cubicBezTo>
                  <a:cubicBezTo>
                    <a:pt x="32411" y="83677"/>
                    <a:pt x="47078" y="84251"/>
                    <a:pt x="48991" y="84442"/>
                  </a:cubicBezTo>
                  <a:lnTo>
                    <a:pt x="48991" y="77555"/>
                  </a:lnTo>
                  <a:cubicBezTo>
                    <a:pt x="35174" y="77555"/>
                    <a:pt x="33048" y="77555"/>
                    <a:pt x="33048" y="69329"/>
                  </a:cubicBezTo>
                  <a:lnTo>
                    <a:pt x="33048" y="34894"/>
                  </a:lnTo>
                  <a:cubicBezTo>
                    <a:pt x="33048" y="14807"/>
                    <a:pt x="50691" y="5433"/>
                    <a:pt x="64720" y="5433"/>
                  </a:cubicBezTo>
                  <a:cubicBezTo>
                    <a:pt x="79600" y="5433"/>
                    <a:pt x="81513" y="15955"/>
                    <a:pt x="81513" y="25711"/>
                  </a:cubicBezTo>
                  <a:lnTo>
                    <a:pt x="81513" y="69329"/>
                  </a:lnTo>
                  <a:cubicBezTo>
                    <a:pt x="81513" y="77555"/>
                    <a:pt x="79387" y="77555"/>
                    <a:pt x="65571" y="77555"/>
                  </a:cubicBezTo>
                  <a:lnTo>
                    <a:pt x="65571" y="84442"/>
                  </a:lnTo>
                  <a:cubicBezTo>
                    <a:pt x="65996" y="84442"/>
                    <a:pt x="80875" y="83677"/>
                    <a:pt x="89803" y="83677"/>
                  </a:cubicBezTo>
                  <a:cubicBezTo>
                    <a:pt x="97668" y="83677"/>
                    <a:pt x="112334" y="84251"/>
                    <a:pt x="114248" y="84442"/>
                  </a:cubicBezTo>
                  <a:lnTo>
                    <a:pt x="114248" y="77555"/>
                  </a:lnTo>
                  <a:cubicBezTo>
                    <a:pt x="100431" y="77555"/>
                    <a:pt x="98305" y="77555"/>
                    <a:pt x="98305" y="69329"/>
                  </a:cubicBezTo>
                  <a:lnTo>
                    <a:pt x="98305" y="26477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2DFEB3B3-91B9-635E-E615-6046CB773079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31376914" y="25326640"/>
              <a:ext cx="189484" cy="198685"/>
            </a:xfrm>
            <a:custGeom>
              <a:avLst/>
              <a:gdLst>
                <a:gd name="csX0" fmla="*/ 45564 w 189484"/>
                <a:gd name="csY0" fmla="*/ 167331 h 198685"/>
                <a:gd name="csX1" fmla="*/ 71072 w 189484"/>
                <a:gd name="csY1" fmla="*/ 112399 h 198685"/>
                <a:gd name="csX2" fmla="*/ 112066 w 189484"/>
                <a:gd name="csY2" fmla="*/ 23031 h 198685"/>
                <a:gd name="csX3" fmla="*/ 127856 w 189484"/>
                <a:gd name="csY3" fmla="*/ 17019 h 198685"/>
                <a:gd name="csX4" fmla="*/ 149416 w 189484"/>
                <a:gd name="csY4" fmla="*/ 39703 h 198685"/>
                <a:gd name="csX5" fmla="*/ 147898 w 189484"/>
                <a:gd name="csY5" fmla="*/ 49814 h 198685"/>
                <a:gd name="csX6" fmla="*/ 150024 w 189484"/>
                <a:gd name="csY6" fmla="*/ 51728 h 198685"/>
                <a:gd name="csX7" fmla="*/ 170673 w 189484"/>
                <a:gd name="csY7" fmla="*/ 43802 h 198685"/>
                <a:gd name="csX8" fmla="*/ 178872 w 189484"/>
                <a:gd name="csY8" fmla="*/ 26038 h 198685"/>
                <a:gd name="csX9" fmla="*/ 153364 w 189484"/>
                <a:gd name="csY9" fmla="*/ 75 h 198685"/>
                <a:gd name="csX10" fmla="*/ 87166 w 189484"/>
                <a:gd name="csY10" fmla="*/ 29317 h 198685"/>
                <a:gd name="csX11" fmla="*/ 42831 w 189484"/>
                <a:gd name="csY11" fmla="*/ 121418 h 198685"/>
                <a:gd name="csX12" fmla="*/ 25826 w 189484"/>
                <a:gd name="csY12" fmla="*/ 165145 h 198685"/>
                <a:gd name="csX13" fmla="*/ 11554 w 189484"/>
                <a:gd name="csY13" fmla="*/ 184002 h 198685"/>
                <a:gd name="csX14" fmla="*/ 319 w 189484"/>
                <a:gd name="csY14" fmla="*/ 197121 h 198685"/>
                <a:gd name="csX15" fmla="*/ 3052 w 189484"/>
                <a:gd name="csY15" fmla="*/ 198760 h 198685"/>
                <a:gd name="csX16" fmla="*/ 18538 w 189484"/>
                <a:gd name="csY16" fmla="*/ 193021 h 198685"/>
                <a:gd name="csX17" fmla="*/ 31292 w 189484"/>
                <a:gd name="csY17" fmla="*/ 183182 h 198685"/>
                <a:gd name="csX18" fmla="*/ 76234 w 189484"/>
                <a:gd name="csY18" fmla="*/ 190835 h 198685"/>
                <a:gd name="csX19" fmla="*/ 122694 w 189484"/>
                <a:gd name="csY19" fmla="*/ 198760 h 198685"/>
                <a:gd name="csX20" fmla="*/ 181908 w 189484"/>
                <a:gd name="csY20" fmla="*/ 170064 h 198685"/>
                <a:gd name="csX21" fmla="*/ 189803 w 189484"/>
                <a:gd name="csY21" fmla="*/ 155033 h 198685"/>
                <a:gd name="csX22" fmla="*/ 187678 w 189484"/>
                <a:gd name="csY22" fmla="*/ 153120 h 198685"/>
                <a:gd name="csX23" fmla="*/ 170369 w 189484"/>
                <a:gd name="csY23" fmla="*/ 159406 h 198685"/>
                <a:gd name="csX24" fmla="*/ 159741 w 189484"/>
                <a:gd name="csY24" fmla="*/ 170338 h 198685"/>
                <a:gd name="csX25" fmla="*/ 155186 w 189484"/>
                <a:gd name="csY25" fmla="*/ 178536 h 198685"/>
                <a:gd name="csX26" fmla="*/ 147898 w 189484"/>
                <a:gd name="csY26" fmla="*/ 181816 h 198685"/>
                <a:gd name="csX27" fmla="*/ 98098 w 189484"/>
                <a:gd name="csY27" fmla="*/ 172797 h 198685"/>
                <a:gd name="csX28" fmla="*/ 57711 w 189484"/>
                <a:gd name="csY28" fmla="*/ 166238 h 198685"/>
                <a:gd name="csX29" fmla="*/ 45564 w 189484"/>
                <a:gd name="csY29" fmla="*/ 167331 h 19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89484" h="198685">
                  <a:moveTo>
                    <a:pt x="45564" y="167331"/>
                  </a:moveTo>
                  <a:cubicBezTo>
                    <a:pt x="61962" y="144375"/>
                    <a:pt x="67124" y="126884"/>
                    <a:pt x="71072" y="112399"/>
                  </a:cubicBezTo>
                  <a:cubicBezTo>
                    <a:pt x="81700" y="74684"/>
                    <a:pt x="93239" y="41889"/>
                    <a:pt x="112066" y="23031"/>
                  </a:cubicBezTo>
                  <a:cubicBezTo>
                    <a:pt x="115710" y="19479"/>
                    <a:pt x="118139" y="17019"/>
                    <a:pt x="127856" y="17019"/>
                  </a:cubicBezTo>
                  <a:cubicBezTo>
                    <a:pt x="148809" y="17019"/>
                    <a:pt x="149416" y="35876"/>
                    <a:pt x="149416" y="39703"/>
                  </a:cubicBezTo>
                  <a:cubicBezTo>
                    <a:pt x="149416" y="44622"/>
                    <a:pt x="147898" y="48448"/>
                    <a:pt x="147898" y="49814"/>
                  </a:cubicBezTo>
                  <a:cubicBezTo>
                    <a:pt x="147898" y="51728"/>
                    <a:pt x="149720" y="51728"/>
                    <a:pt x="150024" y="51728"/>
                  </a:cubicBezTo>
                  <a:cubicBezTo>
                    <a:pt x="154882" y="51728"/>
                    <a:pt x="163081" y="48721"/>
                    <a:pt x="170673" y="43802"/>
                  </a:cubicBezTo>
                  <a:cubicBezTo>
                    <a:pt x="176139" y="39976"/>
                    <a:pt x="178872" y="37243"/>
                    <a:pt x="178872" y="26038"/>
                  </a:cubicBezTo>
                  <a:cubicBezTo>
                    <a:pt x="178872" y="11280"/>
                    <a:pt x="170369" y="75"/>
                    <a:pt x="153364" y="75"/>
                  </a:cubicBezTo>
                  <a:cubicBezTo>
                    <a:pt x="143647" y="75"/>
                    <a:pt x="116925" y="2261"/>
                    <a:pt x="87166" y="29317"/>
                  </a:cubicBezTo>
                  <a:cubicBezTo>
                    <a:pt x="62873" y="51728"/>
                    <a:pt x="48601" y="100921"/>
                    <a:pt x="42831" y="121418"/>
                  </a:cubicBezTo>
                  <a:cubicBezTo>
                    <a:pt x="37365" y="140275"/>
                    <a:pt x="34936" y="148747"/>
                    <a:pt x="25826" y="165145"/>
                  </a:cubicBezTo>
                  <a:cubicBezTo>
                    <a:pt x="23701" y="168425"/>
                    <a:pt x="15805" y="180450"/>
                    <a:pt x="11554" y="184002"/>
                  </a:cubicBezTo>
                  <a:cubicBezTo>
                    <a:pt x="3355" y="190835"/>
                    <a:pt x="319" y="195754"/>
                    <a:pt x="319" y="197121"/>
                  </a:cubicBezTo>
                  <a:cubicBezTo>
                    <a:pt x="319" y="197667"/>
                    <a:pt x="926" y="198760"/>
                    <a:pt x="3052" y="198760"/>
                  </a:cubicBezTo>
                  <a:cubicBezTo>
                    <a:pt x="4266" y="198760"/>
                    <a:pt x="10643" y="197667"/>
                    <a:pt x="18538" y="193021"/>
                  </a:cubicBezTo>
                  <a:cubicBezTo>
                    <a:pt x="23701" y="190288"/>
                    <a:pt x="24308" y="189742"/>
                    <a:pt x="31292" y="183182"/>
                  </a:cubicBezTo>
                  <a:cubicBezTo>
                    <a:pt x="46475" y="183456"/>
                    <a:pt x="57103" y="185915"/>
                    <a:pt x="76234" y="190835"/>
                  </a:cubicBezTo>
                  <a:cubicBezTo>
                    <a:pt x="91721" y="194661"/>
                    <a:pt x="107207" y="198760"/>
                    <a:pt x="122694" y="198760"/>
                  </a:cubicBezTo>
                  <a:cubicBezTo>
                    <a:pt x="147291" y="198760"/>
                    <a:pt x="172191" y="182089"/>
                    <a:pt x="181908" y="170064"/>
                  </a:cubicBezTo>
                  <a:cubicBezTo>
                    <a:pt x="187981" y="162685"/>
                    <a:pt x="189803" y="155853"/>
                    <a:pt x="189803" y="155033"/>
                  </a:cubicBezTo>
                  <a:cubicBezTo>
                    <a:pt x="189803" y="153120"/>
                    <a:pt x="187981" y="153120"/>
                    <a:pt x="187678" y="153120"/>
                  </a:cubicBezTo>
                  <a:cubicBezTo>
                    <a:pt x="182819" y="153120"/>
                    <a:pt x="175531" y="156126"/>
                    <a:pt x="170369" y="159406"/>
                  </a:cubicBezTo>
                  <a:cubicBezTo>
                    <a:pt x="162170" y="164052"/>
                    <a:pt x="161563" y="165692"/>
                    <a:pt x="159741" y="170338"/>
                  </a:cubicBezTo>
                  <a:cubicBezTo>
                    <a:pt x="158223" y="174710"/>
                    <a:pt x="156401" y="176897"/>
                    <a:pt x="155186" y="178536"/>
                  </a:cubicBezTo>
                  <a:cubicBezTo>
                    <a:pt x="152757" y="181816"/>
                    <a:pt x="152453" y="181816"/>
                    <a:pt x="147898" y="181816"/>
                  </a:cubicBezTo>
                  <a:cubicBezTo>
                    <a:pt x="133322" y="181816"/>
                    <a:pt x="118139" y="177717"/>
                    <a:pt x="98098" y="172797"/>
                  </a:cubicBezTo>
                  <a:cubicBezTo>
                    <a:pt x="89595" y="170611"/>
                    <a:pt x="72894" y="166238"/>
                    <a:pt x="57711" y="166238"/>
                  </a:cubicBezTo>
                  <a:cubicBezTo>
                    <a:pt x="53763" y="166238"/>
                    <a:pt x="49512" y="166511"/>
                    <a:pt x="45564" y="167331"/>
                  </a:cubicBez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018A3EFF-3619-7B45-28DD-DF9E855094AA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31588635" y="25474984"/>
              <a:ext cx="106068" cy="87235"/>
            </a:xfrm>
            <a:custGeom>
              <a:avLst/>
              <a:gdLst>
                <a:gd name="csX0" fmla="*/ 83438 w 106068"/>
                <a:gd name="csY0" fmla="*/ 34129 h 87235"/>
                <a:gd name="csX1" fmla="*/ 73660 w 106068"/>
                <a:gd name="csY1" fmla="*/ 9642 h 87235"/>
                <a:gd name="csX2" fmla="*/ 42200 w 106068"/>
                <a:gd name="csY2" fmla="*/ 76 h 87235"/>
                <a:gd name="csX3" fmla="*/ 7765 w 106068"/>
                <a:gd name="csY3" fmla="*/ 18633 h 87235"/>
                <a:gd name="csX4" fmla="*/ 17968 w 106068"/>
                <a:gd name="csY4" fmla="*/ 28007 h 87235"/>
                <a:gd name="csX5" fmla="*/ 27959 w 106068"/>
                <a:gd name="csY5" fmla="*/ 19016 h 87235"/>
                <a:gd name="csX6" fmla="*/ 20519 w 106068"/>
                <a:gd name="csY6" fmla="*/ 10215 h 87235"/>
                <a:gd name="csX7" fmla="*/ 41775 w 106068"/>
                <a:gd name="csY7" fmla="*/ 5433 h 87235"/>
                <a:gd name="csX8" fmla="*/ 66645 w 106068"/>
                <a:gd name="csY8" fmla="*/ 28581 h 87235"/>
                <a:gd name="csX9" fmla="*/ 66645 w 106068"/>
                <a:gd name="csY9" fmla="*/ 34511 h 87235"/>
                <a:gd name="csX10" fmla="*/ 25408 w 106068"/>
                <a:gd name="csY10" fmla="*/ 40633 h 87235"/>
                <a:gd name="csX11" fmla="*/ 326 w 106068"/>
                <a:gd name="csY11" fmla="*/ 66077 h 87235"/>
                <a:gd name="csX12" fmla="*/ 37524 w 106068"/>
                <a:gd name="csY12" fmla="*/ 87312 h 87235"/>
                <a:gd name="csX13" fmla="*/ 68983 w 106068"/>
                <a:gd name="csY13" fmla="*/ 71242 h 87235"/>
                <a:gd name="csX14" fmla="*/ 85351 w 106068"/>
                <a:gd name="csY14" fmla="*/ 86355 h 87235"/>
                <a:gd name="csX15" fmla="*/ 106394 w 106068"/>
                <a:gd name="csY15" fmla="*/ 68181 h 87235"/>
                <a:gd name="csX16" fmla="*/ 106394 w 106068"/>
                <a:gd name="csY16" fmla="*/ 57659 h 87235"/>
                <a:gd name="csX17" fmla="*/ 99167 w 106068"/>
                <a:gd name="csY17" fmla="*/ 57659 h 87235"/>
                <a:gd name="csX18" fmla="*/ 99167 w 106068"/>
                <a:gd name="csY18" fmla="*/ 67990 h 87235"/>
                <a:gd name="csX19" fmla="*/ 91302 w 106068"/>
                <a:gd name="csY19" fmla="*/ 79086 h 87235"/>
                <a:gd name="csX20" fmla="*/ 83438 w 106068"/>
                <a:gd name="csY20" fmla="*/ 67607 h 87235"/>
                <a:gd name="csX21" fmla="*/ 83438 w 106068"/>
                <a:gd name="csY21" fmla="*/ 34129 h 87235"/>
                <a:gd name="csX22" fmla="*/ 66645 w 106068"/>
                <a:gd name="csY22" fmla="*/ 58425 h 87235"/>
                <a:gd name="csX23" fmla="*/ 39225 w 106068"/>
                <a:gd name="csY23" fmla="*/ 81955 h 87235"/>
                <a:gd name="csX24" fmla="*/ 18181 w 106068"/>
                <a:gd name="csY24" fmla="*/ 66077 h 87235"/>
                <a:gd name="csX25" fmla="*/ 66645 w 106068"/>
                <a:gd name="csY25" fmla="*/ 39485 h 87235"/>
                <a:gd name="csX26" fmla="*/ 66645 w 106068"/>
                <a:gd name="csY26" fmla="*/ 58425 h 87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06068" h="87235">
                  <a:moveTo>
                    <a:pt x="83438" y="34129"/>
                  </a:moveTo>
                  <a:cubicBezTo>
                    <a:pt x="83438" y="23990"/>
                    <a:pt x="83438" y="16720"/>
                    <a:pt x="73660" y="9642"/>
                  </a:cubicBezTo>
                  <a:cubicBezTo>
                    <a:pt x="64945" y="3137"/>
                    <a:pt x="54742" y="76"/>
                    <a:pt x="42200" y="76"/>
                  </a:cubicBezTo>
                  <a:cubicBezTo>
                    <a:pt x="22007" y="76"/>
                    <a:pt x="7765" y="6963"/>
                    <a:pt x="7765" y="18633"/>
                  </a:cubicBezTo>
                  <a:cubicBezTo>
                    <a:pt x="7765" y="24755"/>
                    <a:pt x="12442" y="28007"/>
                    <a:pt x="17968" y="28007"/>
                  </a:cubicBezTo>
                  <a:cubicBezTo>
                    <a:pt x="23707" y="28007"/>
                    <a:pt x="27959" y="24181"/>
                    <a:pt x="27959" y="19016"/>
                  </a:cubicBezTo>
                  <a:cubicBezTo>
                    <a:pt x="27959" y="15763"/>
                    <a:pt x="26258" y="11746"/>
                    <a:pt x="20519" y="10215"/>
                  </a:cubicBezTo>
                  <a:cubicBezTo>
                    <a:pt x="28171" y="5433"/>
                    <a:pt x="40500" y="5433"/>
                    <a:pt x="41775" y="5433"/>
                  </a:cubicBezTo>
                  <a:cubicBezTo>
                    <a:pt x="53679" y="5433"/>
                    <a:pt x="66645" y="12511"/>
                    <a:pt x="66645" y="28581"/>
                  </a:cubicBezTo>
                  <a:lnTo>
                    <a:pt x="66645" y="34511"/>
                  </a:lnTo>
                  <a:cubicBezTo>
                    <a:pt x="54954" y="34894"/>
                    <a:pt x="40925" y="35468"/>
                    <a:pt x="25408" y="40633"/>
                  </a:cubicBezTo>
                  <a:cubicBezTo>
                    <a:pt x="6277" y="46946"/>
                    <a:pt x="326" y="57468"/>
                    <a:pt x="326" y="66077"/>
                  </a:cubicBezTo>
                  <a:cubicBezTo>
                    <a:pt x="326" y="82529"/>
                    <a:pt x="22432" y="87312"/>
                    <a:pt x="37524" y="87312"/>
                  </a:cubicBezTo>
                  <a:cubicBezTo>
                    <a:pt x="54529" y="87312"/>
                    <a:pt x="64520" y="78703"/>
                    <a:pt x="68983" y="71242"/>
                  </a:cubicBezTo>
                  <a:cubicBezTo>
                    <a:pt x="69834" y="79086"/>
                    <a:pt x="75573" y="86355"/>
                    <a:pt x="85351" y="86355"/>
                  </a:cubicBezTo>
                  <a:cubicBezTo>
                    <a:pt x="85776" y="86355"/>
                    <a:pt x="106394" y="86355"/>
                    <a:pt x="106394" y="68181"/>
                  </a:cubicBezTo>
                  <a:lnTo>
                    <a:pt x="106394" y="57659"/>
                  </a:lnTo>
                  <a:lnTo>
                    <a:pt x="99167" y="57659"/>
                  </a:lnTo>
                  <a:lnTo>
                    <a:pt x="99167" y="67990"/>
                  </a:lnTo>
                  <a:cubicBezTo>
                    <a:pt x="99167" y="69903"/>
                    <a:pt x="99167" y="79086"/>
                    <a:pt x="91302" y="79086"/>
                  </a:cubicBezTo>
                  <a:cubicBezTo>
                    <a:pt x="83438" y="79086"/>
                    <a:pt x="83438" y="70094"/>
                    <a:pt x="83438" y="67607"/>
                  </a:cubicBezTo>
                  <a:lnTo>
                    <a:pt x="83438" y="34129"/>
                  </a:lnTo>
                  <a:close/>
                  <a:moveTo>
                    <a:pt x="66645" y="58425"/>
                  </a:moveTo>
                  <a:cubicBezTo>
                    <a:pt x="66645" y="76790"/>
                    <a:pt x="48790" y="81955"/>
                    <a:pt x="39225" y="81955"/>
                  </a:cubicBezTo>
                  <a:cubicBezTo>
                    <a:pt x="28384" y="81955"/>
                    <a:pt x="18181" y="75451"/>
                    <a:pt x="18181" y="66077"/>
                  </a:cubicBezTo>
                  <a:cubicBezTo>
                    <a:pt x="18181" y="55555"/>
                    <a:pt x="28384" y="40825"/>
                    <a:pt x="66645" y="39485"/>
                  </a:cubicBezTo>
                  <a:lnTo>
                    <a:pt x="66645" y="58425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13" name="Freeform 312">
              <a:extLst>
                <a:ext uri="{FF2B5EF4-FFF2-40B4-BE49-F238E27FC236}">
                  <a16:creationId xmlns:a16="http://schemas.microsoft.com/office/drawing/2014/main" id="{FA1C05D4-D978-853F-3F21-BED3872F0529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31709890" y="25427540"/>
              <a:ext cx="47826" cy="132766"/>
            </a:xfrm>
            <a:custGeom>
              <a:avLst/>
              <a:gdLst>
                <a:gd name="csX0" fmla="*/ 32214 w 47826"/>
                <a:gd name="csY0" fmla="*/ 76 h 132766"/>
                <a:gd name="csX1" fmla="*/ 330 w 47826"/>
                <a:gd name="csY1" fmla="*/ 2181 h 132766"/>
                <a:gd name="csX2" fmla="*/ 330 w 47826"/>
                <a:gd name="csY2" fmla="*/ 9068 h 132766"/>
                <a:gd name="csX3" fmla="*/ 16272 w 47826"/>
                <a:gd name="csY3" fmla="*/ 19781 h 132766"/>
                <a:gd name="csX4" fmla="*/ 16272 w 47826"/>
                <a:gd name="csY4" fmla="*/ 117730 h 132766"/>
                <a:gd name="csX5" fmla="*/ 330 w 47826"/>
                <a:gd name="csY5" fmla="*/ 125956 h 132766"/>
                <a:gd name="csX6" fmla="*/ 330 w 47826"/>
                <a:gd name="csY6" fmla="*/ 132843 h 132766"/>
                <a:gd name="csX7" fmla="*/ 24137 w 47826"/>
                <a:gd name="csY7" fmla="*/ 132078 h 132766"/>
                <a:gd name="csX8" fmla="*/ 48156 w 47826"/>
                <a:gd name="csY8" fmla="*/ 132843 h 132766"/>
                <a:gd name="csX9" fmla="*/ 48156 w 47826"/>
                <a:gd name="csY9" fmla="*/ 125956 h 132766"/>
                <a:gd name="csX10" fmla="*/ 32214 w 47826"/>
                <a:gd name="csY10" fmla="*/ 117730 h 132766"/>
                <a:gd name="csX11" fmla="*/ 32214 w 47826"/>
                <a:gd name="csY11" fmla="*/ 76 h 1327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826" h="132766">
                  <a:moveTo>
                    <a:pt x="32214" y="76"/>
                  </a:moveTo>
                  <a:lnTo>
                    <a:pt x="330" y="2181"/>
                  </a:lnTo>
                  <a:lnTo>
                    <a:pt x="330" y="9068"/>
                  </a:lnTo>
                  <a:cubicBezTo>
                    <a:pt x="14571" y="9068"/>
                    <a:pt x="16272" y="10407"/>
                    <a:pt x="16272" y="19781"/>
                  </a:cubicBezTo>
                  <a:lnTo>
                    <a:pt x="16272" y="117730"/>
                  </a:lnTo>
                  <a:cubicBezTo>
                    <a:pt x="16272" y="125956"/>
                    <a:pt x="14146" y="125956"/>
                    <a:pt x="330" y="125956"/>
                  </a:cubicBezTo>
                  <a:lnTo>
                    <a:pt x="330" y="132843"/>
                  </a:lnTo>
                  <a:cubicBezTo>
                    <a:pt x="755" y="132843"/>
                    <a:pt x="15634" y="132078"/>
                    <a:pt x="24137" y="132078"/>
                  </a:cubicBezTo>
                  <a:cubicBezTo>
                    <a:pt x="32214" y="132078"/>
                    <a:pt x="40079" y="132269"/>
                    <a:pt x="48156" y="132843"/>
                  </a:cubicBezTo>
                  <a:lnTo>
                    <a:pt x="48156" y="125956"/>
                  </a:lnTo>
                  <a:cubicBezTo>
                    <a:pt x="34340" y="125956"/>
                    <a:pt x="32214" y="125956"/>
                    <a:pt x="32214" y="117730"/>
                  </a:cubicBezTo>
                  <a:lnTo>
                    <a:pt x="32214" y="76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7AF16A6D-6687-69B5-0246-21147A869E64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31778636" y="25431366"/>
              <a:ext cx="46338" cy="128940"/>
            </a:xfrm>
            <a:custGeom>
              <a:avLst/>
              <a:gdLst>
                <a:gd name="csX0" fmla="*/ 33279 w 46338"/>
                <a:gd name="csY0" fmla="*/ 10981 h 128940"/>
                <a:gd name="csX1" fmla="*/ 20950 w 46338"/>
                <a:gd name="csY1" fmla="*/ 76 h 128940"/>
                <a:gd name="csX2" fmla="*/ 8834 w 46338"/>
                <a:gd name="csY2" fmla="*/ 10981 h 128940"/>
                <a:gd name="csX3" fmla="*/ 20950 w 46338"/>
                <a:gd name="csY3" fmla="*/ 22076 h 128940"/>
                <a:gd name="csX4" fmla="*/ 33279 w 46338"/>
                <a:gd name="csY4" fmla="*/ 10981 h 128940"/>
                <a:gd name="csX5" fmla="*/ 970 w 46338"/>
                <a:gd name="csY5" fmla="*/ 46755 h 128940"/>
                <a:gd name="csX6" fmla="*/ 970 w 46338"/>
                <a:gd name="csY6" fmla="*/ 53642 h 128940"/>
                <a:gd name="csX7" fmla="*/ 16274 w 46338"/>
                <a:gd name="csY7" fmla="*/ 64164 h 128940"/>
                <a:gd name="csX8" fmla="*/ 16274 w 46338"/>
                <a:gd name="csY8" fmla="*/ 113904 h 128940"/>
                <a:gd name="csX9" fmla="*/ 332 w 46338"/>
                <a:gd name="csY9" fmla="*/ 122130 h 128940"/>
                <a:gd name="csX10" fmla="*/ 332 w 46338"/>
                <a:gd name="csY10" fmla="*/ 129017 h 128940"/>
                <a:gd name="csX11" fmla="*/ 24139 w 46338"/>
                <a:gd name="csY11" fmla="*/ 128252 h 128940"/>
                <a:gd name="csX12" fmla="*/ 46671 w 46338"/>
                <a:gd name="csY12" fmla="*/ 129017 h 128940"/>
                <a:gd name="csX13" fmla="*/ 46671 w 46338"/>
                <a:gd name="csY13" fmla="*/ 122130 h 128940"/>
                <a:gd name="csX14" fmla="*/ 32216 w 46338"/>
                <a:gd name="csY14" fmla="*/ 114095 h 128940"/>
                <a:gd name="csX15" fmla="*/ 32216 w 46338"/>
                <a:gd name="csY15" fmla="*/ 44651 h 128940"/>
                <a:gd name="csX16" fmla="*/ 970 w 46338"/>
                <a:gd name="csY16" fmla="*/ 46755 h 128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46338" h="128940">
                  <a:moveTo>
                    <a:pt x="33279" y="10981"/>
                  </a:moveTo>
                  <a:cubicBezTo>
                    <a:pt x="33279" y="5433"/>
                    <a:pt x="28178" y="76"/>
                    <a:pt x="20950" y="76"/>
                  </a:cubicBezTo>
                  <a:cubicBezTo>
                    <a:pt x="14574" y="76"/>
                    <a:pt x="8834" y="4668"/>
                    <a:pt x="8834" y="10981"/>
                  </a:cubicBezTo>
                  <a:cubicBezTo>
                    <a:pt x="8834" y="17868"/>
                    <a:pt x="14999" y="22076"/>
                    <a:pt x="20950" y="22076"/>
                  </a:cubicBezTo>
                  <a:cubicBezTo>
                    <a:pt x="27752" y="22076"/>
                    <a:pt x="33279" y="17294"/>
                    <a:pt x="33279" y="10981"/>
                  </a:cubicBezTo>
                  <a:close/>
                  <a:moveTo>
                    <a:pt x="970" y="46755"/>
                  </a:moveTo>
                  <a:lnTo>
                    <a:pt x="970" y="53642"/>
                  </a:lnTo>
                  <a:cubicBezTo>
                    <a:pt x="14361" y="53642"/>
                    <a:pt x="16274" y="54790"/>
                    <a:pt x="16274" y="64164"/>
                  </a:cubicBezTo>
                  <a:lnTo>
                    <a:pt x="16274" y="113904"/>
                  </a:lnTo>
                  <a:cubicBezTo>
                    <a:pt x="16274" y="122130"/>
                    <a:pt x="14148" y="122130"/>
                    <a:pt x="332" y="122130"/>
                  </a:cubicBezTo>
                  <a:lnTo>
                    <a:pt x="332" y="129017"/>
                  </a:lnTo>
                  <a:cubicBezTo>
                    <a:pt x="757" y="129017"/>
                    <a:pt x="15636" y="128252"/>
                    <a:pt x="24139" y="128252"/>
                  </a:cubicBezTo>
                  <a:cubicBezTo>
                    <a:pt x="31579" y="128252"/>
                    <a:pt x="39231" y="128443"/>
                    <a:pt x="46671" y="129017"/>
                  </a:cubicBezTo>
                  <a:lnTo>
                    <a:pt x="46671" y="122130"/>
                  </a:lnTo>
                  <a:cubicBezTo>
                    <a:pt x="34342" y="122130"/>
                    <a:pt x="32216" y="122130"/>
                    <a:pt x="32216" y="114095"/>
                  </a:cubicBezTo>
                  <a:lnTo>
                    <a:pt x="32216" y="44651"/>
                  </a:lnTo>
                  <a:lnTo>
                    <a:pt x="970" y="46755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CBD4FDB9-4ACD-570A-8662-CD950CC3D8E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31843769" y="25474028"/>
              <a:ext cx="107556" cy="125497"/>
            </a:xfrm>
            <a:custGeom>
              <a:avLst/>
              <a:gdLst>
                <a:gd name="csX0" fmla="*/ 22653 w 107556"/>
                <a:gd name="csY0" fmla="*/ 52303 h 125497"/>
                <a:gd name="csX1" fmla="*/ 45823 w 107556"/>
                <a:gd name="csY1" fmla="*/ 58233 h 125497"/>
                <a:gd name="csX2" fmla="*/ 83659 w 107556"/>
                <a:gd name="csY2" fmla="*/ 30111 h 125497"/>
                <a:gd name="csX3" fmla="*/ 74731 w 107556"/>
                <a:gd name="csY3" fmla="*/ 11746 h 125497"/>
                <a:gd name="csX4" fmla="*/ 96200 w 107556"/>
                <a:gd name="csY4" fmla="*/ 5433 h 125497"/>
                <a:gd name="csX5" fmla="*/ 94287 w 107556"/>
                <a:gd name="csY5" fmla="*/ 10024 h 125497"/>
                <a:gd name="csX6" fmla="*/ 101089 w 107556"/>
                <a:gd name="csY6" fmla="*/ 16146 h 125497"/>
                <a:gd name="csX7" fmla="*/ 107891 w 107556"/>
                <a:gd name="csY7" fmla="*/ 9833 h 125497"/>
                <a:gd name="csX8" fmla="*/ 95350 w 107556"/>
                <a:gd name="csY8" fmla="*/ 76 h 125497"/>
                <a:gd name="csX9" fmla="*/ 70692 w 107556"/>
                <a:gd name="csY9" fmla="*/ 8876 h 125497"/>
                <a:gd name="csX10" fmla="*/ 46035 w 107556"/>
                <a:gd name="csY10" fmla="*/ 1989 h 125497"/>
                <a:gd name="csX11" fmla="*/ 8199 w 107556"/>
                <a:gd name="csY11" fmla="*/ 30111 h 125497"/>
                <a:gd name="csX12" fmla="*/ 18402 w 107556"/>
                <a:gd name="csY12" fmla="*/ 49433 h 125497"/>
                <a:gd name="csX13" fmla="*/ 12025 w 107556"/>
                <a:gd name="csY13" fmla="*/ 64929 h 125497"/>
                <a:gd name="csX14" fmla="*/ 20953 w 107556"/>
                <a:gd name="csY14" fmla="*/ 81955 h 125497"/>
                <a:gd name="csX15" fmla="*/ 334 w 107556"/>
                <a:gd name="csY15" fmla="*/ 101086 h 125497"/>
                <a:gd name="csX16" fmla="*/ 52412 w 107556"/>
                <a:gd name="csY16" fmla="*/ 125573 h 125497"/>
                <a:gd name="csX17" fmla="*/ 104490 w 107556"/>
                <a:gd name="csY17" fmla="*/ 100703 h 125497"/>
                <a:gd name="csX18" fmla="*/ 90248 w 107556"/>
                <a:gd name="csY18" fmla="*/ 78895 h 125497"/>
                <a:gd name="csX19" fmla="*/ 44547 w 107556"/>
                <a:gd name="csY19" fmla="*/ 72964 h 125497"/>
                <a:gd name="csX20" fmla="*/ 30518 w 107556"/>
                <a:gd name="csY20" fmla="*/ 72773 h 125497"/>
                <a:gd name="csX21" fmla="*/ 19890 w 107556"/>
                <a:gd name="csY21" fmla="*/ 60146 h 125497"/>
                <a:gd name="csX22" fmla="*/ 22653 w 107556"/>
                <a:gd name="csY22" fmla="*/ 52303 h 125497"/>
                <a:gd name="csX23" fmla="*/ 46035 w 107556"/>
                <a:gd name="csY23" fmla="*/ 52494 h 125497"/>
                <a:gd name="csX24" fmla="*/ 25204 w 107556"/>
                <a:gd name="csY24" fmla="*/ 30111 h 125497"/>
                <a:gd name="csX25" fmla="*/ 29455 w 107556"/>
                <a:gd name="csY25" fmla="*/ 14424 h 125497"/>
                <a:gd name="csX26" fmla="*/ 45823 w 107556"/>
                <a:gd name="csY26" fmla="*/ 7728 h 125497"/>
                <a:gd name="csX27" fmla="*/ 66654 w 107556"/>
                <a:gd name="csY27" fmla="*/ 30111 h 125497"/>
                <a:gd name="csX28" fmla="*/ 62402 w 107556"/>
                <a:gd name="csY28" fmla="*/ 45798 h 125497"/>
                <a:gd name="csX29" fmla="*/ 46035 w 107556"/>
                <a:gd name="csY29" fmla="*/ 52494 h 125497"/>
                <a:gd name="csX30" fmla="*/ 46035 w 107556"/>
                <a:gd name="csY30" fmla="*/ 85782 h 125497"/>
                <a:gd name="csX31" fmla="*/ 91524 w 107556"/>
                <a:gd name="csY31" fmla="*/ 100895 h 125497"/>
                <a:gd name="csX32" fmla="*/ 52412 w 107556"/>
                <a:gd name="csY32" fmla="*/ 119834 h 125497"/>
                <a:gd name="csX33" fmla="*/ 13300 w 107556"/>
                <a:gd name="csY33" fmla="*/ 100895 h 125497"/>
                <a:gd name="csX34" fmla="*/ 33706 w 107556"/>
                <a:gd name="csY34" fmla="*/ 85782 h 125497"/>
                <a:gd name="csX35" fmla="*/ 46035 w 107556"/>
                <a:gd name="csY35" fmla="*/ 85782 h 125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07556" h="125497">
                  <a:moveTo>
                    <a:pt x="22653" y="52303"/>
                  </a:moveTo>
                  <a:cubicBezTo>
                    <a:pt x="25842" y="54025"/>
                    <a:pt x="33494" y="58233"/>
                    <a:pt x="45823" y="58233"/>
                  </a:cubicBezTo>
                  <a:cubicBezTo>
                    <a:pt x="67717" y="58233"/>
                    <a:pt x="83659" y="45033"/>
                    <a:pt x="83659" y="30111"/>
                  </a:cubicBezTo>
                  <a:cubicBezTo>
                    <a:pt x="83659" y="22650"/>
                    <a:pt x="79833" y="16720"/>
                    <a:pt x="74731" y="11746"/>
                  </a:cubicBezTo>
                  <a:cubicBezTo>
                    <a:pt x="84296" y="5624"/>
                    <a:pt x="92586" y="5433"/>
                    <a:pt x="96200" y="5433"/>
                  </a:cubicBezTo>
                  <a:cubicBezTo>
                    <a:pt x="95350" y="6198"/>
                    <a:pt x="94287" y="6963"/>
                    <a:pt x="94287" y="10024"/>
                  </a:cubicBezTo>
                  <a:cubicBezTo>
                    <a:pt x="94287" y="13850"/>
                    <a:pt x="97475" y="16146"/>
                    <a:pt x="101089" y="16146"/>
                  </a:cubicBezTo>
                  <a:cubicBezTo>
                    <a:pt x="104065" y="16146"/>
                    <a:pt x="107891" y="14233"/>
                    <a:pt x="107891" y="9833"/>
                  </a:cubicBezTo>
                  <a:cubicBezTo>
                    <a:pt x="107891" y="5433"/>
                    <a:pt x="103852" y="76"/>
                    <a:pt x="95350" y="76"/>
                  </a:cubicBezTo>
                  <a:cubicBezTo>
                    <a:pt x="92161" y="76"/>
                    <a:pt x="80683" y="650"/>
                    <a:pt x="70692" y="8876"/>
                  </a:cubicBezTo>
                  <a:cubicBezTo>
                    <a:pt x="64315" y="4668"/>
                    <a:pt x="55388" y="1989"/>
                    <a:pt x="46035" y="1989"/>
                  </a:cubicBezTo>
                  <a:cubicBezTo>
                    <a:pt x="24141" y="1989"/>
                    <a:pt x="8199" y="15189"/>
                    <a:pt x="8199" y="30111"/>
                  </a:cubicBezTo>
                  <a:cubicBezTo>
                    <a:pt x="8199" y="37572"/>
                    <a:pt x="12450" y="44459"/>
                    <a:pt x="18402" y="49433"/>
                  </a:cubicBezTo>
                  <a:cubicBezTo>
                    <a:pt x="16701" y="51155"/>
                    <a:pt x="12025" y="57468"/>
                    <a:pt x="12025" y="64929"/>
                  </a:cubicBezTo>
                  <a:cubicBezTo>
                    <a:pt x="12025" y="67416"/>
                    <a:pt x="12663" y="76408"/>
                    <a:pt x="20953" y="81955"/>
                  </a:cubicBezTo>
                  <a:cubicBezTo>
                    <a:pt x="11387" y="84825"/>
                    <a:pt x="334" y="91138"/>
                    <a:pt x="334" y="101086"/>
                  </a:cubicBezTo>
                  <a:cubicBezTo>
                    <a:pt x="334" y="115051"/>
                    <a:pt x="23716" y="125573"/>
                    <a:pt x="52412" y="125573"/>
                  </a:cubicBezTo>
                  <a:cubicBezTo>
                    <a:pt x="79407" y="125573"/>
                    <a:pt x="104490" y="116008"/>
                    <a:pt x="104490" y="100703"/>
                  </a:cubicBezTo>
                  <a:cubicBezTo>
                    <a:pt x="104490" y="94964"/>
                    <a:pt x="101939" y="84634"/>
                    <a:pt x="90248" y="78895"/>
                  </a:cubicBezTo>
                  <a:cubicBezTo>
                    <a:pt x="77707" y="72964"/>
                    <a:pt x="65166" y="72964"/>
                    <a:pt x="44547" y="72964"/>
                  </a:cubicBezTo>
                  <a:cubicBezTo>
                    <a:pt x="39871" y="72964"/>
                    <a:pt x="32218" y="72964"/>
                    <a:pt x="30518" y="72773"/>
                  </a:cubicBezTo>
                  <a:cubicBezTo>
                    <a:pt x="23716" y="71434"/>
                    <a:pt x="19890" y="65694"/>
                    <a:pt x="19890" y="60146"/>
                  </a:cubicBezTo>
                  <a:cubicBezTo>
                    <a:pt x="19890" y="55364"/>
                    <a:pt x="21378" y="53833"/>
                    <a:pt x="22653" y="52303"/>
                  </a:cubicBezTo>
                  <a:close/>
                  <a:moveTo>
                    <a:pt x="46035" y="52494"/>
                  </a:moveTo>
                  <a:cubicBezTo>
                    <a:pt x="25204" y="52494"/>
                    <a:pt x="25204" y="34129"/>
                    <a:pt x="25204" y="30111"/>
                  </a:cubicBezTo>
                  <a:cubicBezTo>
                    <a:pt x="25204" y="27050"/>
                    <a:pt x="25204" y="19398"/>
                    <a:pt x="29455" y="14424"/>
                  </a:cubicBezTo>
                  <a:cubicBezTo>
                    <a:pt x="32431" y="11172"/>
                    <a:pt x="38170" y="7728"/>
                    <a:pt x="45823" y="7728"/>
                  </a:cubicBezTo>
                  <a:cubicBezTo>
                    <a:pt x="66654" y="7728"/>
                    <a:pt x="66654" y="26094"/>
                    <a:pt x="66654" y="30111"/>
                  </a:cubicBezTo>
                  <a:cubicBezTo>
                    <a:pt x="66654" y="33172"/>
                    <a:pt x="66654" y="40825"/>
                    <a:pt x="62402" y="45798"/>
                  </a:cubicBezTo>
                  <a:cubicBezTo>
                    <a:pt x="59427" y="49051"/>
                    <a:pt x="53687" y="52494"/>
                    <a:pt x="46035" y="52494"/>
                  </a:cubicBezTo>
                  <a:close/>
                  <a:moveTo>
                    <a:pt x="46035" y="85782"/>
                  </a:moveTo>
                  <a:cubicBezTo>
                    <a:pt x="64953" y="85782"/>
                    <a:pt x="91524" y="85782"/>
                    <a:pt x="91524" y="100895"/>
                  </a:cubicBezTo>
                  <a:cubicBezTo>
                    <a:pt x="91524" y="111034"/>
                    <a:pt x="74731" y="119834"/>
                    <a:pt x="52412" y="119834"/>
                  </a:cubicBezTo>
                  <a:cubicBezTo>
                    <a:pt x="30093" y="119834"/>
                    <a:pt x="13300" y="110843"/>
                    <a:pt x="13300" y="100895"/>
                  </a:cubicBezTo>
                  <a:cubicBezTo>
                    <a:pt x="13300" y="94199"/>
                    <a:pt x="20102" y="85973"/>
                    <a:pt x="33706" y="85782"/>
                  </a:cubicBezTo>
                  <a:lnTo>
                    <a:pt x="46035" y="85782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16" name="Freeform 315">
              <a:extLst>
                <a:ext uri="{FF2B5EF4-FFF2-40B4-BE49-F238E27FC236}">
                  <a16:creationId xmlns:a16="http://schemas.microsoft.com/office/drawing/2014/main" id="{724E836A-80ED-AC6C-5446-B7B758118C45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31968001" y="25475941"/>
              <a:ext cx="113933" cy="84366"/>
            </a:xfrm>
            <a:custGeom>
              <a:avLst/>
              <a:gdLst>
                <a:gd name="csX0" fmla="*/ 98330 w 113933"/>
                <a:gd name="csY0" fmla="*/ 26477 h 84366"/>
                <a:gd name="csX1" fmla="*/ 66445 w 113933"/>
                <a:gd name="csY1" fmla="*/ 76 h 84366"/>
                <a:gd name="csX2" fmla="*/ 31797 w 113933"/>
                <a:gd name="csY2" fmla="*/ 18633 h 84366"/>
                <a:gd name="csX3" fmla="*/ 31585 w 113933"/>
                <a:gd name="csY3" fmla="*/ 18633 h 84366"/>
                <a:gd name="csX4" fmla="*/ 31585 w 113933"/>
                <a:gd name="csY4" fmla="*/ 76 h 84366"/>
                <a:gd name="csX5" fmla="*/ 338 w 113933"/>
                <a:gd name="csY5" fmla="*/ 2181 h 84366"/>
                <a:gd name="csX6" fmla="*/ 338 w 113933"/>
                <a:gd name="csY6" fmla="*/ 9068 h 84366"/>
                <a:gd name="csX7" fmla="*/ 16280 w 113933"/>
                <a:gd name="csY7" fmla="*/ 19781 h 84366"/>
                <a:gd name="csX8" fmla="*/ 16280 w 113933"/>
                <a:gd name="csY8" fmla="*/ 69329 h 84366"/>
                <a:gd name="csX9" fmla="*/ 338 w 113933"/>
                <a:gd name="csY9" fmla="*/ 77555 h 84366"/>
                <a:gd name="csX10" fmla="*/ 338 w 113933"/>
                <a:gd name="csY10" fmla="*/ 84442 h 84366"/>
                <a:gd name="csX11" fmla="*/ 24570 w 113933"/>
                <a:gd name="csY11" fmla="*/ 83677 h 84366"/>
                <a:gd name="csX12" fmla="*/ 49015 w 113933"/>
                <a:gd name="csY12" fmla="*/ 84442 h 84366"/>
                <a:gd name="csX13" fmla="*/ 49015 w 113933"/>
                <a:gd name="csY13" fmla="*/ 77555 h 84366"/>
                <a:gd name="csX14" fmla="*/ 33073 w 113933"/>
                <a:gd name="csY14" fmla="*/ 69329 h 84366"/>
                <a:gd name="csX15" fmla="*/ 33073 w 113933"/>
                <a:gd name="csY15" fmla="*/ 34894 h 84366"/>
                <a:gd name="csX16" fmla="*/ 64745 w 113933"/>
                <a:gd name="csY16" fmla="*/ 5433 h 84366"/>
                <a:gd name="csX17" fmla="*/ 81537 w 113933"/>
                <a:gd name="csY17" fmla="*/ 25711 h 84366"/>
                <a:gd name="csX18" fmla="*/ 81537 w 113933"/>
                <a:gd name="csY18" fmla="*/ 69329 h 84366"/>
                <a:gd name="csX19" fmla="*/ 65595 w 113933"/>
                <a:gd name="csY19" fmla="*/ 77555 h 84366"/>
                <a:gd name="csX20" fmla="*/ 65595 w 113933"/>
                <a:gd name="csY20" fmla="*/ 84442 h 84366"/>
                <a:gd name="csX21" fmla="*/ 89827 w 113933"/>
                <a:gd name="csY21" fmla="*/ 83677 h 84366"/>
                <a:gd name="csX22" fmla="*/ 114272 w 113933"/>
                <a:gd name="csY22" fmla="*/ 84442 h 84366"/>
                <a:gd name="csX23" fmla="*/ 114272 w 113933"/>
                <a:gd name="csY23" fmla="*/ 77555 h 84366"/>
                <a:gd name="csX24" fmla="*/ 98330 w 113933"/>
                <a:gd name="csY24" fmla="*/ 69329 h 84366"/>
                <a:gd name="csX25" fmla="*/ 98330 w 113933"/>
                <a:gd name="csY25" fmla="*/ 26477 h 843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13933" h="84366">
                  <a:moveTo>
                    <a:pt x="98330" y="26477"/>
                  </a:moveTo>
                  <a:cubicBezTo>
                    <a:pt x="98330" y="9833"/>
                    <a:pt x="89189" y="76"/>
                    <a:pt x="66445" y="76"/>
                  </a:cubicBezTo>
                  <a:cubicBezTo>
                    <a:pt x="49015" y="76"/>
                    <a:pt x="37749" y="8685"/>
                    <a:pt x="31797" y="18633"/>
                  </a:cubicBezTo>
                  <a:lnTo>
                    <a:pt x="31585" y="18633"/>
                  </a:lnTo>
                  <a:lnTo>
                    <a:pt x="31585" y="76"/>
                  </a:lnTo>
                  <a:lnTo>
                    <a:pt x="338" y="2181"/>
                  </a:lnTo>
                  <a:lnTo>
                    <a:pt x="338" y="9068"/>
                  </a:lnTo>
                  <a:cubicBezTo>
                    <a:pt x="14580" y="9068"/>
                    <a:pt x="16280" y="10407"/>
                    <a:pt x="16280" y="19781"/>
                  </a:cubicBezTo>
                  <a:lnTo>
                    <a:pt x="16280" y="69329"/>
                  </a:lnTo>
                  <a:cubicBezTo>
                    <a:pt x="16280" y="77555"/>
                    <a:pt x="14155" y="77555"/>
                    <a:pt x="338" y="77555"/>
                  </a:cubicBezTo>
                  <a:lnTo>
                    <a:pt x="338" y="84442"/>
                  </a:lnTo>
                  <a:cubicBezTo>
                    <a:pt x="763" y="84442"/>
                    <a:pt x="15643" y="83677"/>
                    <a:pt x="24570" y="83677"/>
                  </a:cubicBezTo>
                  <a:cubicBezTo>
                    <a:pt x="32435" y="83677"/>
                    <a:pt x="47102" y="84251"/>
                    <a:pt x="49015" y="84442"/>
                  </a:cubicBezTo>
                  <a:lnTo>
                    <a:pt x="49015" y="77555"/>
                  </a:lnTo>
                  <a:cubicBezTo>
                    <a:pt x="35198" y="77555"/>
                    <a:pt x="33073" y="77555"/>
                    <a:pt x="33073" y="69329"/>
                  </a:cubicBezTo>
                  <a:lnTo>
                    <a:pt x="33073" y="34894"/>
                  </a:lnTo>
                  <a:cubicBezTo>
                    <a:pt x="33073" y="14807"/>
                    <a:pt x="50715" y="5433"/>
                    <a:pt x="64745" y="5433"/>
                  </a:cubicBezTo>
                  <a:cubicBezTo>
                    <a:pt x="79624" y="5433"/>
                    <a:pt x="81537" y="15955"/>
                    <a:pt x="81537" y="25711"/>
                  </a:cubicBezTo>
                  <a:lnTo>
                    <a:pt x="81537" y="69329"/>
                  </a:lnTo>
                  <a:cubicBezTo>
                    <a:pt x="81537" y="77555"/>
                    <a:pt x="79411" y="77555"/>
                    <a:pt x="65595" y="77555"/>
                  </a:cubicBezTo>
                  <a:lnTo>
                    <a:pt x="65595" y="84442"/>
                  </a:lnTo>
                  <a:cubicBezTo>
                    <a:pt x="66020" y="84442"/>
                    <a:pt x="80899" y="83677"/>
                    <a:pt x="89827" y="83677"/>
                  </a:cubicBezTo>
                  <a:cubicBezTo>
                    <a:pt x="97692" y="83677"/>
                    <a:pt x="112359" y="84251"/>
                    <a:pt x="114272" y="84442"/>
                  </a:cubicBezTo>
                  <a:lnTo>
                    <a:pt x="114272" y="77555"/>
                  </a:lnTo>
                  <a:cubicBezTo>
                    <a:pt x="100455" y="77555"/>
                    <a:pt x="98330" y="77555"/>
                    <a:pt x="98330" y="69329"/>
                  </a:cubicBezTo>
                  <a:lnTo>
                    <a:pt x="98330" y="26477"/>
                  </a:lnTo>
                  <a:close/>
                </a:path>
              </a:pathLst>
            </a:custGeom>
            <a:solidFill>
              <a:srgbClr val="000000"/>
            </a:solidFill>
            <a:ln w="30454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318" name="TextBox 317">
            <a:extLst>
              <a:ext uri="{FF2B5EF4-FFF2-40B4-BE49-F238E27FC236}">
                <a16:creationId xmlns:a16="http://schemas.microsoft.com/office/drawing/2014/main" id="{47857788-D13E-8A43-598C-EFF491CF93E7}"/>
              </a:ext>
            </a:extLst>
          </p:cNvPr>
          <p:cNvSpPr txBox="1"/>
          <p:nvPr/>
        </p:nvSpPr>
        <p:spPr>
          <a:xfrm>
            <a:off x="304754" y="3832304"/>
            <a:ext cx="2888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Overall Loss Function</a:t>
            </a:r>
            <a:endParaRPr lang="en-CN" b="1" dirty="0">
              <a:solidFill>
                <a:srgbClr val="D25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64203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911A6D-43D8-090E-DA56-2F7EDDCCF1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296DC4-A542-4FA6-93A4-D8837072381A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C23F9E-7C1D-6428-52D8-BF84633FA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</a:t>
            </a:r>
            <a:endParaRPr lang="en-CN" dirty="0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72E3F55D-9A39-1939-74C8-7CB6A2C566F0}"/>
              </a:ext>
            </a:extLst>
          </p:cNvPr>
          <p:cNvSpPr txBox="1">
            <a:spLocks noGrp="1" noChangeAspect="1"/>
          </p:cNvSpPr>
          <p:nvPr>
            <p:ph idx="1"/>
          </p:nvPr>
        </p:nvSpPr>
        <p:spPr>
          <a:xfrm>
            <a:off x="298450" y="836613"/>
            <a:ext cx="11702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en-US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Comparisons with State-of-the-Arts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E34DEE-E2C2-BF9F-CA49-008D5B5F5956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89553850"/>
              </p:ext>
            </p:extLst>
          </p:nvPr>
        </p:nvGraphicFramePr>
        <p:xfrm>
          <a:off x="6113445" y="1298278"/>
          <a:ext cx="5659857" cy="38772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39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3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103A66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Method</a:t>
                      </a:r>
                      <a:r>
                        <a:rPr lang="en-US" sz="1600" b="1" i="0" dirty="0">
                          <a:solidFill>
                            <a:srgbClr val="103A66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s</a:t>
                      </a:r>
                      <a:endParaRPr sz="1600" b="1" i="0" dirty="0">
                        <a:solidFill>
                          <a:srgbClr val="103A66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50400" marR="50400" marT="0" marB="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103A66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Backbone</a:t>
                      </a:r>
                    </a:p>
                  </a:txBody>
                  <a:tcPr marL="50400" marR="50400" marT="0" marB="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103A66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Data</a:t>
                      </a:r>
                    </a:p>
                  </a:txBody>
                  <a:tcPr marL="50400" marR="50400" marT="0" marB="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103A66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COCO</a:t>
                      </a:r>
                      <a:r>
                        <a:rPr lang="en-US" sz="1600" b="1" i="0" dirty="0">
                          <a:solidFill>
                            <a:srgbClr val="103A66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-</a:t>
                      </a:r>
                      <a:r>
                        <a:rPr lang="en-US" sz="1600" b="1" i="0" dirty="0" err="1">
                          <a:solidFill>
                            <a:srgbClr val="103A66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val</a:t>
                      </a:r>
                      <a:endParaRPr lang="en-US" sz="1600" b="1" i="0" dirty="0">
                        <a:solidFill>
                          <a:srgbClr val="103A66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50400" marR="50400" marT="0" marB="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i="0" dirty="0">
                          <a:solidFill>
                            <a:srgbClr val="103A66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LVIS-</a:t>
                      </a:r>
                      <a:r>
                        <a:rPr lang="en-US" altLang="zh-CN" sz="1600" b="1" i="0" dirty="0" err="1">
                          <a:solidFill>
                            <a:srgbClr val="103A66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minival</a:t>
                      </a:r>
                      <a:endParaRPr lang="en-US" altLang="zh-CN" sz="1600" b="1" i="0" dirty="0">
                        <a:solidFill>
                          <a:srgbClr val="103A66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50400" marR="50400" marT="0" marB="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103A66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LVIS</a:t>
                      </a:r>
                      <a:r>
                        <a:rPr lang="en-US" altLang="zh-CN" sz="1600" b="1" dirty="0">
                          <a:solidFill>
                            <a:srgbClr val="103A66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-</a:t>
                      </a:r>
                      <a:r>
                        <a:rPr lang="en-US" altLang="zh-CN" sz="1600" b="1" dirty="0" err="1">
                          <a:solidFill>
                            <a:srgbClr val="103A66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minival</a:t>
                      </a:r>
                      <a:r>
                        <a:rPr lang="en-US" altLang="zh-CN" sz="1600" b="1" dirty="0">
                          <a:solidFill>
                            <a:srgbClr val="103A66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-r</a:t>
                      </a:r>
                      <a:endParaRPr lang="en-US" altLang="zh-CN" sz="1600" b="1" i="0" dirty="0">
                        <a:solidFill>
                          <a:srgbClr val="103A66"/>
                        </a:solidFill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50400" marR="50400" marT="0" marB="0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698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sz="1600" b="0" i="1" dirty="0">
                          <a:solidFill>
                            <a:srgbClr val="5A5A5A"/>
                          </a:solidFill>
                          <a:highlight>
                            <a:srgbClr val="FFFF00"/>
                          </a:highlight>
                          <a:latin typeface="Calibri" panose="020F0502020204030204" charset="0"/>
                          <a:cs typeface="Calibri" panose="020F0502020204030204" charset="0"/>
                        </a:rPr>
                        <a:t>Text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endParaRPr lang="zh-CN" altLang="en-US" sz="1600" b="0" i="0" dirty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endParaRPr lang="zh-CN" altLang="en-US" sz="1600" b="0" i="0" dirty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endParaRPr lang="zh-CN" altLang="en-US" sz="1600" b="0" i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endParaRPr lang="zh-CN" altLang="en-US" sz="1600" b="0" i="0" dirty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endParaRPr lang="zh-CN" altLang="en-US" sz="1600" b="0" i="0" dirty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419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Grounding DINO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Swin-T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5.4M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48.4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27.4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18.1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698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OV-DINO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Swin-T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2.4M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50.2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40.1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34.5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698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0" i="0" dirty="0" err="1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LLMDet</a:t>
                      </a:r>
                      <a:endParaRPr sz="1600" b="0" i="0" dirty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Swin-T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1.1M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55.6*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44.7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37.3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698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T-Rex2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Swin-T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7.3M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45.8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42.8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37.4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698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1" i="0" dirty="0" err="1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Ceptor</a:t>
                      </a:r>
                      <a:endParaRPr sz="1600" b="1" i="0" dirty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PEcore S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3.2M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51.7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43.1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40.6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698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0" i="0" dirty="0" err="1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LLMDet</a:t>
                      </a:r>
                      <a:endParaRPr sz="1600" b="0" i="0" dirty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Swin-L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1.1M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–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51.1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45.1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698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T-Rex2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Swin-L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7.3M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52.2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54.9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49.2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698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1" i="0" dirty="0" err="1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Ceptor</a:t>
                      </a:r>
                      <a:endParaRPr sz="1600" b="1" i="0" dirty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PEcore L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3.5M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54.8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54.0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54.7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698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endParaRPr lang="en-US" sz="1600" b="0" i="1" dirty="0">
                        <a:solidFill>
                          <a:srgbClr val="5A5A5A"/>
                        </a:solidFill>
                        <a:highlight>
                          <a:srgbClr val="FFFF00"/>
                        </a:highlight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0" i="1" dirty="0">
                          <a:solidFill>
                            <a:srgbClr val="5A5A5A"/>
                          </a:solidFill>
                          <a:highlight>
                            <a:srgbClr val="FFFF00"/>
                          </a:highlight>
                          <a:latin typeface="Calibri" panose="020F0502020204030204" charset="0"/>
                          <a:cs typeface="Calibri" panose="020F0502020204030204" charset="0"/>
                        </a:rPr>
                        <a:t>Hybrid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sz="1600" b="0" i="1">
                        <a:solidFill>
                          <a:srgbClr val="5A5A5A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sz="1600" b="0" i="1">
                        <a:solidFill>
                          <a:srgbClr val="5A5A5A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sz="1600" b="0" i="1">
                        <a:solidFill>
                          <a:srgbClr val="5A5A5A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sz="1600" b="0" i="1">
                        <a:solidFill>
                          <a:srgbClr val="5A5A5A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sz="1600" b="0" i="1" dirty="0">
                        <a:solidFill>
                          <a:srgbClr val="5A5A5A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0698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T-Rex2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Swin-T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7.3M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42.5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–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–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0698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1" i="0" dirty="0" err="1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Ceptor</a:t>
                      </a:r>
                      <a:endParaRPr sz="1600" b="1" i="0" dirty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 err="1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PEcore</a:t>
                      </a:r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S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3.2M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50.5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44.1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40.9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Freeform 6">
            <a:extLst>
              <a:ext uri="{FF2B5EF4-FFF2-40B4-BE49-F238E27FC236}">
                <a16:creationId xmlns:a16="http://schemas.microsoft.com/office/drawing/2014/main" id="{E651B98C-BF8B-7FFA-67FE-E527E63834FD}"/>
              </a:ext>
            </a:extLst>
          </p:cNvPr>
          <p:cNvSpPr/>
          <p:nvPr/>
        </p:nvSpPr>
        <p:spPr>
          <a:xfrm>
            <a:off x="26566427" y="-2642943"/>
            <a:ext cx="124759" cy="616528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4FC8DB-2924-8937-566E-EB7E6E965976}"/>
              </a:ext>
            </a:extLst>
          </p:cNvPr>
          <p:cNvSpPr txBox="1"/>
          <p:nvPr/>
        </p:nvSpPr>
        <p:spPr>
          <a:xfrm>
            <a:off x="26607215" y="-2517383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+8.5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889F830-7DD6-D638-2559-11A7ABCEB313}"/>
              </a:ext>
            </a:extLst>
          </p:cNvPr>
          <p:cNvSpPr/>
          <p:nvPr/>
        </p:nvSpPr>
        <p:spPr>
          <a:xfrm>
            <a:off x="27480894" y="-2642943"/>
            <a:ext cx="124759" cy="616528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D96B05-07D8-C901-66F5-24277536945E}"/>
              </a:ext>
            </a:extLst>
          </p:cNvPr>
          <p:cNvSpPr txBox="1"/>
          <p:nvPr/>
        </p:nvSpPr>
        <p:spPr>
          <a:xfrm>
            <a:off x="27557964" y="-2517383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7</a:t>
            </a:r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.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6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DFB3C68B-B90D-BE92-AB95-8F70F86768DB}"/>
              </a:ext>
            </a:extLst>
          </p:cNvPr>
          <p:cNvSpPr/>
          <p:nvPr/>
        </p:nvSpPr>
        <p:spPr>
          <a:xfrm>
            <a:off x="28447940" y="-2640171"/>
            <a:ext cx="124759" cy="616528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8D1C1F-03C8-D5E3-0F5A-F902EF697688}"/>
              </a:ext>
            </a:extLst>
          </p:cNvPr>
          <p:cNvSpPr txBox="1"/>
          <p:nvPr/>
        </p:nvSpPr>
        <p:spPr>
          <a:xfrm>
            <a:off x="28524771" y="-2517383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12</a:t>
            </a:r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.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6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F7D306-83C2-5D7B-1949-8125FAE38B36}"/>
              </a:ext>
            </a:extLst>
          </p:cNvPr>
          <p:cNvSpPr txBox="1"/>
          <p:nvPr/>
        </p:nvSpPr>
        <p:spPr>
          <a:xfrm>
            <a:off x="26624321" y="-909635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+8.5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10E87E-4A01-0571-F612-462DE435AC27}"/>
              </a:ext>
            </a:extLst>
          </p:cNvPr>
          <p:cNvSpPr txBox="1"/>
          <p:nvPr/>
        </p:nvSpPr>
        <p:spPr>
          <a:xfrm>
            <a:off x="27543273" y="-909635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1.7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E7041A39-86D5-B839-595E-D349D5E7D09D}"/>
              </a:ext>
            </a:extLst>
          </p:cNvPr>
          <p:cNvSpPr/>
          <p:nvPr/>
        </p:nvSpPr>
        <p:spPr>
          <a:xfrm>
            <a:off x="28448420" y="-1271439"/>
            <a:ext cx="124759" cy="1153958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F8D232-F196-8EF5-372F-09E9345B2218}"/>
              </a:ext>
            </a:extLst>
          </p:cNvPr>
          <p:cNvSpPr txBox="1"/>
          <p:nvPr/>
        </p:nvSpPr>
        <p:spPr>
          <a:xfrm>
            <a:off x="28516727" y="-909635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7</a:t>
            </a:r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.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1</a:t>
            </a:r>
            <a:endParaRPr lang="en-CN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9D2AF562-1C77-162A-FEFB-DD185880F175}"/>
              </a:ext>
            </a:extLst>
          </p:cNvPr>
          <p:cNvSpPr/>
          <p:nvPr/>
        </p:nvSpPr>
        <p:spPr>
          <a:xfrm>
            <a:off x="27480893" y="-1274450"/>
            <a:ext cx="124759" cy="1153958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85BA6A27-8AA7-6FCD-0F63-F114160CC103}"/>
              </a:ext>
            </a:extLst>
          </p:cNvPr>
          <p:cNvSpPr/>
          <p:nvPr/>
        </p:nvSpPr>
        <p:spPr>
          <a:xfrm>
            <a:off x="26582276" y="-1251520"/>
            <a:ext cx="124759" cy="1153958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25540B50-2508-E882-85CC-809A5FA1FFF7}"/>
              </a:ext>
            </a:extLst>
          </p:cNvPr>
          <p:cNvSpPr/>
          <p:nvPr/>
        </p:nvSpPr>
        <p:spPr>
          <a:xfrm>
            <a:off x="40373596" y="8933291"/>
            <a:ext cx="101073" cy="371449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FA8257-FFAB-B7D5-8A5B-51FDC673663D}"/>
              </a:ext>
            </a:extLst>
          </p:cNvPr>
          <p:cNvSpPr txBox="1"/>
          <p:nvPr/>
        </p:nvSpPr>
        <p:spPr>
          <a:xfrm>
            <a:off x="40417177" y="8930083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8.0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96E7F16D-30D0-49E2-12CE-0A5A59C9B406}"/>
              </a:ext>
            </a:extLst>
          </p:cNvPr>
          <p:cNvSpPr/>
          <p:nvPr/>
        </p:nvSpPr>
        <p:spPr>
          <a:xfrm>
            <a:off x="40348462" y="7278454"/>
            <a:ext cx="101073" cy="371449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78D4B1E8-0D59-FBFD-8054-22EF124C8782}"/>
              </a:ext>
            </a:extLst>
          </p:cNvPr>
          <p:cNvSpPr/>
          <p:nvPr/>
        </p:nvSpPr>
        <p:spPr>
          <a:xfrm>
            <a:off x="41224083" y="7278454"/>
            <a:ext cx="101073" cy="371449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4568E7AE-2C61-6EE1-7A50-422F684AE141}"/>
              </a:ext>
            </a:extLst>
          </p:cNvPr>
          <p:cNvSpPr/>
          <p:nvPr/>
        </p:nvSpPr>
        <p:spPr>
          <a:xfrm>
            <a:off x="42153037" y="7278454"/>
            <a:ext cx="101073" cy="371449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A4CD74-2751-C841-6469-DD74FB5DCE30}"/>
              </a:ext>
            </a:extLst>
          </p:cNvPr>
          <p:cNvSpPr txBox="1"/>
          <p:nvPr/>
        </p:nvSpPr>
        <p:spPr>
          <a:xfrm>
            <a:off x="40375416" y="7266714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+5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.9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27D5D2-D01A-D2EB-F21E-5FC38DD3CCCE}"/>
              </a:ext>
            </a:extLst>
          </p:cNvPr>
          <p:cNvSpPr txBox="1"/>
          <p:nvPr/>
        </p:nvSpPr>
        <p:spPr>
          <a:xfrm>
            <a:off x="41250455" y="7258401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+0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.3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9FBDC8-22B7-58F9-5624-93B4DC3FD227}"/>
              </a:ext>
            </a:extLst>
          </p:cNvPr>
          <p:cNvSpPr txBox="1"/>
          <p:nvPr/>
        </p:nvSpPr>
        <p:spPr>
          <a:xfrm>
            <a:off x="42174651" y="7262717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+3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.2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65FC8E43-EB9F-AB41-4DF8-3CDF5DBDC716}"/>
              </a:ext>
            </a:extLst>
          </p:cNvPr>
          <p:cNvSpPr/>
          <p:nvPr/>
        </p:nvSpPr>
        <p:spPr>
          <a:xfrm>
            <a:off x="42143937" y="8105483"/>
            <a:ext cx="101073" cy="371449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3C7B31-EBC1-4358-E8B7-7060D5E38AB8}"/>
              </a:ext>
            </a:extLst>
          </p:cNvPr>
          <p:cNvSpPr txBox="1"/>
          <p:nvPr/>
        </p:nvSpPr>
        <p:spPr>
          <a:xfrm>
            <a:off x="42165551" y="8089746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+5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.5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A860DFBE-21BC-22B0-9947-CF57A755B124}"/>
              </a:ext>
            </a:extLst>
          </p:cNvPr>
          <p:cNvSpPr/>
          <p:nvPr/>
        </p:nvSpPr>
        <p:spPr>
          <a:xfrm>
            <a:off x="41256676" y="8105483"/>
            <a:ext cx="101073" cy="371449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56C916-77A8-1602-C99E-DA5893CF2FCF}"/>
              </a:ext>
            </a:extLst>
          </p:cNvPr>
          <p:cNvSpPr txBox="1"/>
          <p:nvPr/>
        </p:nvSpPr>
        <p:spPr>
          <a:xfrm>
            <a:off x="41278290" y="8089746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Calibri" panose="020F0502020204030204"/>
              </a:rPr>
              <a:t>-0.9</a:t>
            </a:r>
            <a:r>
              <a:rPr lang="en-US" dirty="0">
                <a:solidFill>
                  <a:schemeClr val="accent6"/>
                </a:solidFill>
                <a:latin typeface="Calibri" panose="020F0502020204030204"/>
              </a:rPr>
              <a:t> </a:t>
            </a:r>
            <a:endParaRPr lang="en-CN" dirty="0">
              <a:solidFill>
                <a:schemeClr val="accent6"/>
              </a:solidFill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D151885C-02A2-3599-C0C6-47EEEAE61E1D}"/>
              </a:ext>
            </a:extLst>
          </p:cNvPr>
          <p:cNvSpPr/>
          <p:nvPr/>
        </p:nvSpPr>
        <p:spPr>
          <a:xfrm>
            <a:off x="40379854" y="8101644"/>
            <a:ext cx="101073" cy="371449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81965B-4B50-21AF-92E3-F5F28163C216}"/>
              </a:ext>
            </a:extLst>
          </p:cNvPr>
          <p:cNvSpPr txBox="1"/>
          <p:nvPr/>
        </p:nvSpPr>
        <p:spPr>
          <a:xfrm>
            <a:off x="40401468" y="8085907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+2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.6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4C0E8301-A5A8-1C5A-F645-43EDD0D50A3B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03257683"/>
              </p:ext>
            </p:extLst>
          </p:nvPr>
        </p:nvGraphicFramePr>
        <p:xfrm>
          <a:off x="298450" y="1298278"/>
          <a:ext cx="5298500" cy="3842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2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7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60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3886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103A66"/>
                          </a:solidFill>
                          <a:latin typeface="Calibri" panose="020F0502020204030204"/>
                        </a:rPr>
                        <a:t>Method</a:t>
                      </a:r>
                      <a:r>
                        <a:rPr lang="en-US" sz="1600" b="1" i="0" dirty="0">
                          <a:solidFill>
                            <a:srgbClr val="103A66"/>
                          </a:solidFill>
                          <a:latin typeface="Calibri" panose="020F0502020204030204"/>
                        </a:rPr>
                        <a:t>s</a:t>
                      </a:r>
                      <a:endParaRPr sz="1600" b="1" i="0" dirty="0">
                        <a:solidFill>
                          <a:srgbClr val="103A66"/>
                        </a:solidFill>
                        <a:latin typeface="Calibri" panose="020F0502020204030204"/>
                      </a:endParaRPr>
                    </a:p>
                  </a:txBody>
                  <a:tcPr marL="50400" marR="50400" marT="0" marB="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103A66"/>
                          </a:solidFill>
                          <a:latin typeface="Calibri" panose="020F0502020204030204"/>
                        </a:rPr>
                        <a:t>Backbone</a:t>
                      </a:r>
                    </a:p>
                  </a:txBody>
                  <a:tcPr marL="50400" marR="50400" marT="0" marB="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103A66"/>
                          </a:solidFill>
                          <a:latin typeface="Calibri" panose="020F0502020204030204"/>
                        </a:rPr>
                        <a:t>Data</a:t>
                      </a:r>
                    </a:p>
                  </a:txBody>
                  <a:tcPr marL="50400" marR="50400" marT="0" marB="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103A66"/>
                          </a:solidFill>
                          <a:latin typeface="Calibri" panose="020F0502020204030204"/>
                        </a:rPr>
                        <a:t>COCO</a:t>
                      </a:r>
                      <a:r>
                        <a:rPr lang="en-US" sz="1600" b="1" i="0" dirty="0">
                          <a:solidFill>
                            <a:srgbClr val="103A66"/>
                          </a:solidFill>
                          <a:latin typeface="Calibri" panose="020F0502020204030204"/>
                        </a:rPr>
                        <a:t>-</a:t>
                      </a:r>
                      <a:r>
                        <a:rPr lang="en-US" sz="1600" b="1" i="0" dirty="0" err="1">
                          <a:solidFill>
                            <a:srgbClr val="103A66"/>
                          </a:solidFill>
                          <a:latin typeface="Calibri" panose="020F0502020204030204"/>
                        </a:rPr>
                        <a:t>val</a:t>
                      </a:r>
                      <a:endParaRPr lang="en-US" sz="1600" b="1" i="0" dirty="0">
                        <a:solidFill>
                          <a:srgbClr val="103A66"/>
                        </a:solidFill>
                        <a:latin typeface="Calibri" panose="020F0502020204030204"/>
                      </a:endParaRPr>
                    </a:p>
                  </a:txBody>
                  <a:tcPr marL="50400" marR="50400" marT="0" marB="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i="0" dirty="0">
                          <a:solidFill>
                            <a:srgbClr val="103A66"/>
                          </a:solidFill>
                          <a:latin typeface="Calibri" panose="020F0502020204030204"/>
                        </a:rPr>
                        <a:t>LVIS-</a:t>
                      </a:r>
                      <a:r>
                        <a:rPr lang="en-US" altLang="zh-CN" sz="1600" b="1" i="0" dirty="0" err="1">
                          <a:solidFill>
                            <a:srgbClr val="103A66"/>
                          </a:solidFill>
                          <a:latin typeface="Calibri" panose="020F0502020204030204"/>
                        </a:rPr>
                        <a:t>minival</a:t>
                      </a:r>
                      <a:endParaRPr lang="en-US" altLang="zh-CN" sz="1600" b="1" i="0" dirty="0">
                        <a:solidFill>
                          <a:srgbClr val="103A66"/>
                        </a:solidFill>
                        <a:latin typeface="Calibri" panose="020F0502020204030204"/>
                      </a:endParaRPr>
                    </a:p>
                  </a:txBody>
                  <a:tcPr marL="50400" marR="50400" marT="0" marB="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103A66"/>
                          </a:solidFill>
                          <a:latin typeface="Calibri" panose="020F0502020204030204"/>
                        </a:rPr>
                        <a:t>LVIS</a:t>
                      </a:r>
                      <a:r>
                        <a:rPr lang="en-US" altLang="zh-CN" sz="1600" b="1" dirty="0">
                          <a:solidFill>
                            <a:srgbClr val="103A66"/>
                          </a:solidFill>
                          <a:latin typeface="Calibri" panose="020F0502020204030204"/>
                          <a:sym typeface="+mn-ea"/>
                        </a:rPr>
                        <a:t>-</a:t>
                      </a:r>
                      <a:r>
                        <a:rPr lang="en-US" altLang="zh-CN" sz="1600" b="1" dirty="0" err="1">
                          <a:solidFill>
                            <a:srgbClr val="103A66"/>
                          </a:solidFill>
                          <a:latin typeface="Calibri" panose="020F0502020204030204"/>
                          <a:sym typeface="+mn-ea"/>
                        </a:rPr>
                        <a:t>minival</a:t>
                      </a:r>
                      <a:r>
                        <a:rPr lang="en-US" altLang="zh-CN" sz="1600" b="1" dirty="0">
                          <a:solidFill>
                            <a:srgbClr val="103A66"/>
                          </a:solidFill>
                          <a:latin typeface="Calibri" panose="020F0502020204030204"/>
                          <a:sym typeface="+mn-ea"/>
                        </a:rPr>
                        <a:t>-r</a:t>
                      </a:r>
                      <a:endParaRPr lang="en-US" altLang="zh-CN" sz="1600" b="1" i="0" dirty="0">
                        <a:solidFill>
                          <a:srgbClr val="103A66"/>
                        </a:solidFill>
                        <a:latin typeface="Calibri" panose="020F0502020204030204"/>
                        <a:sym typeface="+mn-ea"/>
                      </a:endParaRPr>
                    </a:p>
                  </a:txBody>
                  <a:tcPr marL="50400" marR="50400" marT="0" marB="0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557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0" i="1">
                          <a:solidFill>
                            <a:srgbClr val="5A5A5A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</a:rPr>
                        <a:t>Visual-I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sz="1600" b="0" i="1">
                        <a:solidFill>
                          <a:srgbClr val="5A5A5A"/>
                        </a:solidFill>
                        <a:latin typeface="Calibri" panose="020F0502020204030204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sz="1600" b="0" i="1" dirty="0">
                        <a:solidFill>
                          <a:srgbClr val="5A5A5A"/>
                        </a:solidFill>
                        <a:latin typeface="Calibri" panose="020F0502020204030204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sz="1600" b="0" i="1" dirty="0">
                        <a:solidFill>
                          <a:srgbClr val="5A5A5A"/>
                        </a:solidFill>
                        <a:latin typeface="Calibri" panose="020F0502020204030204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sz="1600" b="0" i="1" dirty="0">
                        <a:solidFill>
                          <a:srgbClr val="5A5A5A"/>
                        </a:solidFill>
                        <a:latin typeface="Calibri" panose="020F0502020204030204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sz="1600" b="0" i="1">
                        <a:solidFill>
                          <a:srgbClr val="5A5A5A"/>
                        </a:solidFill>
                        <a:latin typeface="Calibri" panose="020F0502020204030204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557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T-Rex2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Swin-T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7.3M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56.6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59.3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64.4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557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T-Rex2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Swin-L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7.3M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58.5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62.5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70.1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557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1" i="0" dirty="0" err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Ceptor</a:t>
                      </a:r>
                      <a:endParaRPr sz="1600" b="1" i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PEcore S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3.2M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65.1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66.9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77.0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557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Ceptor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PEcore L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3.5M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71.9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72.8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81.3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557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0" i="1">
                          <a:solidFill>
                            <a:srgbClr val="5A5A5A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</a:rPr>
                        <a:t>Visual-G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sz="1600" b="0" i="1">
                        <a:solidFill>
                          <a:srgbClr val="5A5A5A"/>
                        </a:solidFill>
                        <a:latin typeface="Calibri" panose="020F0502020204030204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sz="1600" b="0" i="1">
                        <a:solidFill>
                          <a:srgbClr val="5A5A5A"/>
                        </a:solidFill>
                        <a:latin typeface="Calibri" panose="020F0502020204030204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sz="1600" b="0" i="1">
                        <a:solidFill>
                          <a:srgbClr val="5A5A5A"/>
                        </a:solidFill>
                        <a:latin typeface="Calibri" panose="020F0502020204030204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sz="1600" b="0" i="1">
                        <a:solidFill>
                          <a:srgbClr val="5A5A5A"/>
                        </a:solidFill>
                        <a:latin typeface="Calibri" panose="020F0502020204030204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sz="1600" b="0" i="1" dirty="0">
                        <a:solidFill>
                          <a:srgbClr val="5A5A5A"/>
                        </a:solidFill>
                        <a:latin typeface="Calibri" panose="020F0502020204030204"/>
                      </a:endParaRP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557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T-Rex2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Swin-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7.3M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38.8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37.4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29.9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6557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T-Rex2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Swin-L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7.3M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46.5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47.6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45.4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6557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YOLOE-11-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–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1.4M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–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26.3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22.5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6557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YOLOE-11-L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–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1.4M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–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33.7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28.1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6557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Ceptor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PEcore S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3.2M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47.3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39.1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37.0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6557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600" b="1" i="0" dirty="0" err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Ceptor</a:t>
                      </a:r>
                      <a:endParaRPr sz="1600" b="1" i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 err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PEcore</a:t>
                      </a:r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 L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3.5M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54.0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47.8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47.2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16FF89D-DE1C-3301-D53D-C70CEF7BAABD}"/>
                  </a:ext>
                </a:extLst>
              </p:cNvPr>
              <p:cNvSpPr txBox="1"/>
              <p:nvPr/>
            </p:nvSpPr>
            <p:spPr>
              <a:xfrm>
                <a:off x="197329" y="5384715"/>
                <a:ext cx="561097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CN" sz="1800" dirty="0">
                    <a:solidFill>
                      <a:srgbClr val="5A5A5A"/>
                    </a:solidFill>
                    <a:latin typeface="Calibri" panose="020F0502020204030204"/>
                  </a:rPr>
                  <a:t>Ceptor consistently outperforms T-Rex2 </a:t>
                </a:r>
                <a:r>
                  <a:rPr lang="en-CN" sz="1800" b="1" dirty="0">
                    <a:solidFill>
                      <a:srgbClr val="5A5A5A"/>
                    </a:solidFill>
                    <a:latin typeface="Calibri" panose="020F0502020204030204"/>
                  </a:rPr>
                  <a:t>across visual prompt types</a:t>
                </a:r>
                <a:r>
                  <a:rPr lang="en-US" sz="1800" dirty="0">
                    <a:solidFill>
                      <a:srgbClr val="5A5A5A"/>
                    </a:solidFill>
                    <a:latin typeface="Calibri" panose="020F0502020204030204"/>
                  </a:rPr>
                  <a:t>,</a:t>
                </a:r>
                <a:r>
                  <a:rPr lang="en-US" altLang="zh-CN" sz="1800" dirty="0">
                    <a:solidFill>
                      <a:srgbClr val="5A5A5A"/>
                    </a:solidFill>
                    <a:latin typeface="Calibri" panose="020F0502020204030204"/>
                  </a:rPr>
                  <a:t>with </a:t>
                </a:r>
                <a:r>
                  <a:rPr lang="en-CN" sz="1800" dirty="0">
                    <a:solidFill>
                      <a:srgbClr val="5A5A5A"/>
                    </a:solidFill>
                    <a:latin typeface="Calibri" panose="020F0502020204030204"/>
                  </a:rPr>
                  <a:t>comparable</a:t>
                </a:r>
                <a:r>
                  <a:rPr lang="zh-CN" altLang="en-US" sz="1800" dirty="0"/>
                  <a:t> </a:t>
                </a:r>
                <a:r>
                  <a:rPr lang="en-CN" sz="1800" dirty="0">
                    <a:solidFill>
                      <a:srgbClr val="5A5A5A"/>
                    </a:solidFill>
                    <a:latin typeface="Calibri" panose="020F0502020204030204"/>
                  </a:rPr>
                  <a:t>parameters and less than half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solidFill>
                          <a:srgbClr val="5A5A5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N" sz="1800" dirty="0">
                    <a:solidFill>
                      <a:srgbClr val="5A5A5A"/>
                    </a:solidFill>
                    <a:latin typeface="Calibri" panose="020F0502020204030204"/>
                  </a:rPr>
                  <a:t>training data.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16FF89D-DE1C-3301-D53D-C70CEF7BA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29" y="5384715"/>
                <a:ext cx="5610974" cy="923330"/>
              </a:xfrm>
              <a:prstGeom prst="rect">
                <a:avLst/>
              </a:prstGeom>
              <a:blipFill>
                <a:blip r:embed="rId5"/>
                <a:stretch>
                  <a:fillRect l="-903" t="-2703" r="-903" b="-1081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E5F3D8BC-3395-6963-9A43-8CCD57341213}"/>
              </a:ext>
            </a:extLst>
          </p:cNvPr>
          <p:cNvSpPr txBox="1"/>
          <p:nvPr/>
        </p:nvSpPr>
        <p:spPr>
          <a:xfrm>
            <a:off x="6035322" y="5384715"/>
            <a:ext cx="58213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CN" sz="1800" dirty="0">
                <a:solidFill>
                  <a:srgbClr val="5A5A5A"/>
                </a:solidFill>
                <a:latin typeface="Calibri" panose="020F0502020204030204"/>
              </a:rPr>
              <a:t>Ceptor achieves </a:t>
            </a:r>
            <a:r>
              <a:rPr lang="en-CN" sz="1800" b="1" dirty="0">
                <a:solidFill>
                  <a:srgbClr val="5A5A5A"/>
                </a:solidFill>
                <a:latin typeface="Calibri" panose="020F0502020204030204"/>
              </a:rPr>
              <a:t>stronger open-vocabulary detection</a:t>
            </a:r>
            <a:r>
              <a:rPr lang="zh-CN" altLang="en-US" sz="1800" b="1" dirty="0">
                <a:solidFill>
                  <a:srgbClr val="5A5A5A"/>
                </a:solidFill>
                <a:latin typeface="Calibri" panose="020F0502020204030204"/>
              </a:rPr>
              <a:t> </a:t>
            </a:r>
            <a:r>
              <a:rPr lang="en-US" altLang="zh-CN" sz="1800" dirty="0">
                <a:solidFill>
                  <a:srgbClr val="5A5A5A"/>
                </a:solidFill>
                <a:latin typeface="Calibri" panose="020F0502020204030204"/>
              </a:rPr>
              <a:t>with</a:t>
            </a:r>
            <a:r>
              <a:rPr lang="zh-CN" altLang="en-US" sz="1800" dirty="0">
                <a:solidFill>
                  <a:srgbClr val="5A5A5A"/>
                </a:solidFill>
                <a:latin typeface="Calibri" panose="020F0502020204030204"/>
              </a:rPr>
              <a:t> </a:t>
            </a:r>
            <a:r>
              <a:rPr lang="en-US" altLang="zh-CN" sz="1800" b="1" dirty="0">
                <a:solidFill>
                  <a:srgbClr val="5A5A5A"/>
                </a:solidFill>
                <a:latin typeface="Calibri" panose="020F0502020204030204"/>
              </a:rPr>
              <a:t>text</a:t>
            </a:r>
            <a:r>
              <a:rPr lang="zh-CN" altLang="en-US" sz="1800" b="1" dirty="0">
                <a:solidFill>
                  <a:srgbClr val="5A5A5A"/>
                </a:solidFill>
                <a:latin typeface="Calibri" panose="020F0502020204030204"/>
              </a:rPr>
              <a:t> </a:t>
            </a:r>
            <a:r>
              <a:rPr lang="en-US" altLang="zh-CN" sz="1800" b="1" dirty="0">
                <a:solidFill>
                  <a:srgbClr val="5A5A5A"/>
                </a:solidFill>
                <a:latin typeface="Calibri" panose="020F0502020204030204"/>
              </a:rPr>
              <a:t>prompts</a:t>
            </a:r>
            <a:r>
              <a:rPr lang="en-CN" sz="1800" dirty="0">
                <a:solidFill>
                  <a:srgbClr val="5A5A5A"/>
                </a:solidFill>
                <a:latin typeface="Calibri" panose="020F0502020204030204"/>
              </a:rPr>
              <a:t>, and outperforms T-Rex2 by +8.0 AP on COCO using </a:t>
            </a:r>
            <a:r>
              <a:rPr lang="en-CN" sz="1800" b="1" dirty="0">
                <a:solidFill>
                  <a:srgbClr val="5A5A5A"/>
                </a:solidFill>
                <a:latin typeface="Calibri" panose="020F0502020204030204"/>
              </a:rPr>
              <a:t>hybrid prompts.</a:t>
            </a:r>
            <a:endParaRPr lang="en-CN" sz="1800" dirty="0">
              <a:solidFill>
                <a:srgbClr val="5A5A5A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92645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DEE43-0031-6E39-80CE-E0D46F1A7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319AE4-39FF-F853-6B46-554AE5F6D6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296DC4-A542-4FA6-93A4-D8837072381A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31736A-4678-820D-3522-75DE130BA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</a:t>
            </a:r>
            <a:endParaRPr lang="en-CN" dirty="0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E23012DB-DE91-CDE0-BA2D-EA35EF727EAA}"/>
              </a:ext>
            </a:extLst>
          </p:cNvPr>
          <p:cNvSpPr txBox="1">
            <a:spLocks noGrp="1" noChangeAspect="1"/>
          </p:cNvSpPr>
          <p:nvPr>
            <p:ph idx="1"/>
          </p:nvPr>
        </p:nvSpPr>
        <p:spPr>
          <a:xfrm>
            <a:off x="298450" y="836613"/>
            <a:ext cx="11702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Ablation Studies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BCC6AFA3-FA4C-7F87-B4BB-9959F34CAC60}"/>
              </a:ext>
            </a:extLst>
          </p:cNvPr>
          <p:cNvSpPr/>
          <p:nvPr/>
        </p:nvSpPr>
        <p:spPr>
          <a:xfrm>
            <a:off x="26566427" y="-2642943"/>
            <a:ext cx="124759" cy="616528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D6CE8B-C516-CAF7-F6ED-2CB87B4637CD}"/>
              </a:ext>
            </a:extLst>
          </p:cNvPr>
          <p:cNvSpPr txBox="1"/>
          <p:nvPr/>
        </p:nvSpPr>
        <p:spPr>
          <a:xfrm>
            <a:off x="26607215" y="-2517383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+8.5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1BC8F33-8F9E-1F84-E22A-FF428C9980A8}"/>
              </a:ext>
            </a:extLst>
          </p:cNvPr>
          <p:cNvSpPr/>
          <p:nvPr/>
        </p:nvSpPr>
        <p:spPr>
          <a:xfrm>
            <a:off x="27480894" y="-2642943"/>
            <a:ext cx="124759" cy="616528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99CBCC-94CC-9494-F228-3030A642C17F}"/>
              </a:ext>
            </a:extLst>
          </p:cNvPr>
          <p:cNvSpPr txBox="1"/>
          <p:nvPr/>
        </p:nvSpPr>
        <p:spPr>
          <a:xfrm>
            <a:off x="27557964" y="-2517383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7</a:t>
            </a:r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.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6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DCF2F095-63B8-7A6B-6811-0A122ECE9587}"/>
              </a:ext>
            </a:extLst>
          </p:cNvPr>
          <p:cNvSpPr/>
          <p:nvPr/>
        </p:nvSpPr>
        <p:spPr>
          <a:xfrm>
            <a:off x="28447940" y="-2640171"/>
            <a:ext cx="124759" cy="616528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EE82B6-056A-8E36-B8AA-53A2BE5BCCE9}"/>
              </a:ext>
            </a:extLst>
          </p:cNvPr>
          <p:cNvSpPr txBox="1"/>
          <p:nvPr/>
        </p:nvSpPr>
        <p:spPr>
          <a:xfrm>
            <a:off x="28524771" y="-2517383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12</a:t>
            </a:r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.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6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E96FA2-15B4-EB4A-516E-7F56CF307DEE}"/>
              </a:ext>
            </a:extLst>
          </p:cNvPr>
          <p:cNvSpPr txBox="1"/>
          <p:nvPr/>
        </p:nvSpPr>
        <p:spPr>
          <a:xfrm>
            <a:off x="26624321" y="-909635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+8.5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99C442-7C9F-999A-AED3-A941A9B6DD7B}"/>
              </a:ext>
            </a:extLst>
          </p:cNvPr>
          <p:cNvSpPr txBox="1"/>
          <p:nvPr/>
        </p:nvSpPr>
        <p:spPr>
          <a:xfrm>
            <a:off x="27543273" y="-909635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1.7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69E12CD-CCE5-7983-B7EC-3616893FE6D9}"/>
              </a:ext>
            </a:extLst>
          </p:cNvPr>
          <p:cNvSpPr/>
          <p:nvPr/>
        </p:nvSpPr>
        <p:spPr>
          <a:xfrm>
            <a:off x="28448420" y="-1271439"/>
            <a:ext cx="124759" cy="1153958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78EA23-0FF2-7327-312F-9CA9D23FAAE2}"/>
              </a:ext>
            </a:extLst>
          </p:cNvPr>
          <p:cNvSpPr txBox="1"/>
          <p:nvPr/>
        </p:nvSpPr>
        <p:spPr>
          <a:xfrm>
            <a:off x="28516727" y="-909635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7</a:t>
            </a:r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.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1</a:t>
            </a:r>
            <a:endParaRPr lang="en-CN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0F1BBA4C-3E39-046D-E591-255089CBE966}"/>
              </a:ext>
            </a:extLst>
          </p:cNvPr>
          <p:cNvSpPr/>
          <p:nvPr/>
        </p:nvSpPr>
        <p:spPr>
          <a:xfrm>
            <a:off x="27480893" y="-1274450"/>
            <a:ext cx="124759" cy="1153958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8EA74915-6314-41E5-6987-1672DADE6E16}"/>
              </a:ext>
            </a:extLst>
          </p:cNvPr>
          <p:cNvSpPr/>
          <p:nvPr/>
        </p:nvSpPr>
        <p:spPr>
          <a:xfrm>
            <a:off x="26582276" y="-1251520"/>
            <a:ext cx="124759" cy="1153958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DB4460C6-3723-E2D7-6473-B014FB0065CD}"/>
              </a:ext>
            </a:extLst>
          </p:cNvPr>
          <p:cNvSpPr/>
          <p:nvPr/>
        </p:nvSpPr>
        <p:spPr>
          <a:xfrm>
            <a:off x="40373596" y="8933291"/>
            <a:ext cx="101073" cy="371449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2309EB-B7AC-25BA-2C3E-7E2C294B3F56}"/>
              </a:ext>
            </a:extLst>
          </p:cNvPr>
          <p:cNvSpPr txBox="1"/>
          <p:nvPr/>
        </p:nvSpPr>
        <p:spPr>
          <a:xfrm>
            <a:off x="40417177" y="8930083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8.0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1E3EE6CB-8DF7-36DA-D4BB-56A10D5896A8}"/>
              </a:ext>
            </a:extLst>
          </p:cNvPr>
          <p:cNvSpPr/>
          <p:nvPr/>
        </p:nvSpPr>
        <p:spPr>
          <a:xfrm>
            <a:off x="40348462" y="7278454"/>
            <a:ext cx="101073" cy="371449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BD66ECD2-725E-B19D-7977-556AAB5399C3}"/>
              </a:ext>
            </a:extLst>
          </p:cNvPr>
          <p:cNvSpPr/>
          <p:nvPr/>
        </p:nvSpPr>
        <p:spPr>
          <a:xfrm>
            <a:off x="41224083" y="7278454"/>
            <a:ext cx="101073" cy="371449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56A38289-9F84-48E1-F961-DF009DB54152}"/>
              </a:ext>
            </a:extLst>
          </p:cNvPr>
          <p:cNvSpPr/>
          <p:nvPr/>
        </p:nvSpPr>
        <p:spPr>
          <a:xfrm>
            <a:off x="42153037" y="7278454"/>
            <a:ext cx="101073" cy="371449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83D852-B86C-4074-3B3C-916D97F1E733}"/>
              </a:ext>
            </a:extLst>
          </p:cNvPr>
          <p:cNvSpPr txBox="1"/>
          <p:nvPr/>
        </p:nvSpPr>
        <p:spPr>
          <a:xfrm>
            <a:off x="40375416" y="7266714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+5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.9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45AF37-2108-EA8A-9477-419D1E9DBA14}"/>
              </a:ext>
            </a:extLst>
          </p:cNvPr>
          <p:cNvSpPr txBox="1"/>
          <p:nvPr/>
        </p:nvSpPr>
        <p:spPr>
          <a:xfrm>
            <a:off x="41250455" y="7258401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+0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.3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261637-E963-12A6-0254-571A318ABDA5}"/>
              </a:ext>
            </a:extLst>
          </p:cNvPr>
          <p:cNvSpPr txBox="1"/>
          <p:nvPr/>
        </p:nvSpPr>
        <p:spPr>
          <a:xfrm>
            <a:off x="42174651" y="7262717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+3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.2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C6439758-E449-CD23-2F07-29201D5A9E9C}"/>
              </a:ext>
            </a:extLst>
          </p:cNvPr>
          <p:cNvSpPr/>
          <p:nvPr/>
        </p:nvSpPr>
        <p:spPr>
          <a:xfrm>
            <a:off x="42143937" y="8105483"/>
            <a:ext cx="101073" cy="371449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809497-3589-E57E-A3C0-FB18207D9F31}"/>
              </a:ext>
            </a:extLst>
          </p:cNvPr>
          <p:cNvSpPr txBox="1"/>
          <p:nvPr/>
        </p:nvSpPr>
        <p:spPr>
          <a:xfrm>
            <a:off x="42165551" y="8089746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+5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.5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44FCDBDD-98C6-BA6A-8497-D7F7865CC17B}"/>
              </a:ext>
            </a:extLst>
          </p:cNvPr>
          <p:cNvSpPr/>
          <p:nvPr/>
        </p:nvSpPr>
        <p:spPr>
          <a:xfrm>
            <a:off x="41256676" y="8105483"/>
            <a:ext cx="101073" cy="371449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054DCE-2A33-18D9-4D69-27B1E6E75305}"/>
              </a:ext>
            </a:extLst>
          </p:cNvPr>
          <p:cNvSpPr txBox="1"/>
          <p:nvPr/>
        </p:nvSpPr>
        <p:spPr>
          <a:xfrm>
            <a:off x="41278290" y="8089746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Calibri" panose="020F0502020204030204"/>
              </a:rPr>
              <a:t>-0.9</a:t>
            </a:r>
            <a:r>
              <a:rPr lang="en-US" dirty="0">
                <a:solidFill>
                  <a:schemeClr val="accent6"/>
                </a:solidFill>
                <a:latin typeface="Calibri" panose="020F0502020204030204"/>
              </a:rPr>
              <a:t> </a:t>
            </a:r>
            <a:endParaRPr lang="en-CN" dirty="0">
              <a:solidFill>
                <a:schemeClr val="accent6"/>
              </a:solidFill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18ABD580-3B52-9FE2-C9EC-1D708177C87A}"/>
              </a:ext>
            </a:extLst>
          </p:cNvPr>
          <p:cNvSpPr/>
          <p:nvPr/>
        </p:nvSpPr>
        <p:spPr>
          <a:xfrm>
            <a:off x="40379854" y="8101644"/>
            <a:ext cx="101073" cy="371449"/>
          </a:xfrm>
          <a:custGeom>
            <a:avLst/>
            <a:gdLst>
              <a:gd name="csX0" fmla="*/ 13855 w 124759"/>
              <a:gd name="csY0" fmla="*/ 0 h 616528"/>
              <a:gd name="csX1" fmla="*/ 124691 w 124759"/>
              <a:gd name="csY1" fmla="*/ 318655 h 616528"/>
              <a:gd name="csX2" fmla="*/ 0 w 124759"/>
              <a:gd name="csY2" fmla="*/ 616528 h 616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759" h="616528">
                <a:moveTo>
                  <a:pt x="13855" y="0"/>
                </a:moveTo>
                <a:cubicBezTo>
                  <a:pt x="70427" y="107950"/>
                  <a:pt x="127000" y="215900"/>
                  <a:pt x="124691" y="318655"/>
                </a:cubicBezTo>
                <a:cubicBezTo>
                  <a:pt x="122382" y="421410"/>
                  <a:pt x="19627" y="565728"/>
                  <a:pt x="0" y="616528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2DF70E-4B40-F9E3-8A8E-5FF03F561BC3}"/>
              </a:ext>
            </a:extLst>
          </p:cNvPr>
          <p:cNvSpPr txBox="1"/>
          <p:nvPr/>
        </p:nvSpPr>
        <p:spPr>
          <a:xfrm>
            <a:off x="40401468" y="8085907"/>
            <a:ext cx="658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25000"/>
                </a:solidFill>
                <a:latin typeface="Calibri" panose="020F0502020204030204"/>
              </a:rPr>
              <a:t>+2</a:t>
            </a:r>
            <a:r>
              <a:rPr lang="en-US" altLang="zh-CN" b="1" dirty="0">
                <a:solidFill>
                  <a:srgbClr val="D25000"/>
                </a:solidFill>
                <a:latin typeface="Calibri" panose="020F0502020204030204"/>
              </a:rPr>
              <a:t>.6</a:t>
            </a:r>
            <a:r>
              <a:rPr lang="en-US" dirty="0">
                <a:solidFill>
                  <a:srgbClr val="5A5A5A"/>
                </a:solidFill>
                <a:latin typeface="Calibri" panose="020F0502020204030204"/>
              </a:rPr>
              <a:t> </a:t>
            </a:r>
            <a:endParaRPr lang="en-C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DC1C83-23BE-23D6-E935-67D3A40F4796}"/>
              </a:ext>
            </a:extLst>
          </p:cNvPr>
          <p:cNvSpPr txBox="1"/>
          <p:nvPr/>
        </p:nvSpPr>
        <p:spPr>
          <a:xfrm>
            <a:off x="298450" y="4562549"/>
            <a:ext cx="115581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CN" dirty="0">
                <a:latin typeface="Calibri" panose="020F0502020204030204"/>
              </a:rPr>
              <a:t>Ceptor achieves the highest performance across all prompt types</a:t>
            </a:r>
            <a:r>
              <a:rPr lang="zh-CN" altLang="en-US" dirty="0">
                <a:latin typeface="Calibri" panose="020F0502020204030204"/>
              </a:rPr>
              <a:t>；</a:t>
            </a:r>
            <a:endParaRPr lang="en-US" altLang="zh-CN" dirty="0">
              <a:latin typeface="Calibri" panose="020F0502020204030204"/>
            </a:endParaRPr>
          </a:p>
          <a:p>
            <a:pPr algn="just"/>
            <a:r>
              <a:rPr lang="en-CN" dirty="0">
                <a:latin typeface="Calibri" panose="020F0502020204030204"/>
              </a:rPr>
              <a:t>removing the VLM causing the largest drop</a:t>
            </a:r>
            <a:r>
              <a:rPr lang="en-US" dirty="0">
                <a:latin typeface="Calibri" panose="020F0502020204030204"/>
              </a:rPr>
              <a:t>, </a:t>
            </a:r>
            <a:r>
              <a:rPr lang="en-CN" dirty="0">
                <a:latin typeface="Calibri" panose="020F0502020204030204"/>
              </a:rPr>
              <a:t>and Infusion, Harmonization, and PRE each providing crucial, cumulative accuracy gains.</a:t>
            </a:r>
          </a:p>
          <a:p>
            <a:pPr algn="just"/>
            <a:endParaRPr lang="en-CN" sz="1800" dirty="0">
              <a:solidFill>
                <a:srgbClr val="5A5A5A"/>
              </a:solidFill>
              <a:latin typeface="Calibri" panose="020F0502020204030204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E4D51F-11FF-0E5D-1FE7-FE2711C88C0E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0167997"/>
              </p:ext>
            </p:extLst>
          </p:nvPr>
        </p:nvGraphicFramePr>
        <p:xfrm>
          <a:off x="2639616" y="1622435"/>
          <a:ext cx="6093281" cy="20567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3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57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000" b="1" i="0">
                          <a:solidFill>
                            <a:srgbClr val="103A66"/>
                          </a:solidFill>
                          <a:latin typeface="Calibri" panose="020F0502020204030204"/>
                        </a:rPr>
                        <a:t>Model</a:t>
                      </a:r>
                    </a:p>
                  </a:txBody>
                  <a:tcPr marL="50400" marR="50400" marT="0" marB="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2000" b="1" i="0" dirty="0">
                          <a:solidFill>
                            <a:srgbClr val="103A66"/>
                          </a:solidFill>
                          <a:latin typeface="Calibri" panose="020F0502020204030204"/>
                        </a:rPr>
                        <a:t>Visual-I</a:t>
                      </a:r>
                    </a:p>
                  </a:txBody>
                  <a:tcPr marL="50400" marR="50400" marT="0" marB="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2000" b="1" i="0" dirty="0">
                          <a:solidFill>
                            <a:srgbClr val="103A66"/>
                          </a:solidFill>
                          <a:latin typeface="Calibri" panose="020F0502020204030204"/>
                        </a:rPr>
                        <a:t>Visual-G</a:t>
                      </a:r>
                    </a:p>
                  </a:txBody>
                  <a:tcPr marL="50400" marR="50400" marT="0" marB="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2000" b="1" i="0">
                          <a:solidFill>
                            <a:srgbClr val="103A66"/>
                          </a:solidFill>
                          <a:latin typeface="Calibri" panose="020F0502020204030204"/>
                        </a:rPr>
                        <a:t>Text</a:t>
                      </a:r>
                    </a:p>
                  </a:txBody>
                  <a:tcPr marL="50400" marR="50400" marT="0" marB="0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Ceptor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2000" b="1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72.4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2000" b="1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25.6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32.2</a:t>
                      </a:r>
                    </a:p>
                  </a:txBody>
                  <a:tcPr marL="50400" marR="50400" marT="0" marB="0" anchor="ctr">
                    <a:solidFill>
                      <a:srgbClr val="FD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w/o Infusion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20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66.7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24.9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20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30.4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0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w/o Harmonization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20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69.5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24.1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20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31.1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0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w/o VLM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20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59.7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21.4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30.5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0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w/o PRE (</a:t>
                      </a:r>
                      <a:r>
                        <a:rPr sz="2000" dirty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w/</a:t>
                      </a:r>
                      <a:r>
                        <a:rPr sz="20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cross-attn)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20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70.3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–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20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–</a:t>
                      </a:r>
                    </a:p>
                  </a:txBody>
                  <a:tcPr marL="50400" marR="50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437AA0-D50D-40BB-4CB8-1450E8DE7826}"/>
                  </a:ext>
                </a:extLst>
              </p:cNvPr>
              <p:cNvSpPr txBox="1"/>
              <p:nvPr/>
            </p:nvSpPr>
            <p:spPr>
              <a:xfrm>
                <a:off x="2639616" y="3774529"/>
                <a:ext cx="5994851" cy="677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CN" sz="1400" b="1" dirty="0">
                    <a:solidFill>
                      <a:srgbClr val="5A5A5A"/>
                    </a:solidFill>
                    <a:latin typeface="Calibri" panose="020F0502020204030204"/>
                  </a:rPr>
                  <a:t>Note: </a:t>
                </a:r>
                <a:r>
                  <a:rPr lang="en-CN" sz="1400" dirty="0">
                    <a:solidFill>
                      <a:srgbClr val="5A5A5A"/>
                    </a:solidFill>
                    <a:latin typeface="Calibri" panose="020F0502020204030204"/>
                  </a:rPr>
                  <a:t>Metrics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1400" i="0">
                            <a:solidFill>
                              <a:srgbClr val="5A5A5A"/>
                            </a:solidFill>
                            <a:latin typeface="Calibri" panose="020F0502020204030204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CN" sz="1400" i="0">
                            <a:solidFill>
                              <a:srgbClr val="5A5A5A"/>
                            </a:solidFill>
                            <a:latin typeface="Calibri" panose="020F0502020204030204"/>
                          </a:rPr>
                          <m:t>AP</m:t>
                        </m:r>
                      </m:e>
                      <m:sub>
                        <m:r>
                          <a:rPr lang="en-CN" sz="1400">
                            <a:solidFill>
                              <a:srgbClr val="5A5A5A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CN" sz="1400" dirty="0">
                    <a:solidFill>
                      <a:srgbClr val="5A5A5A"/>
                    </a:solidFill>
                    <a:latin typeface="Calibri" panose="020F0502020204030204"/>
                  </a:rPr>
                  <a:t>. Each </a:t>
                </a:r>
                <a:r>
                  <a:rPr lang="en-US" sz="1400" dirty="0">
                    <a:solidFill>
                      <a:srgbClr val="5A5A5A"/>
                    </a:solidFill>
                    <a:latin typeface="Calibri" panose="020F0502020204030204"/>
                  </a:rPr>
                  <a:t>component</a:t>
                </a:r>
                <a:r>
                  <a:rPr lang="en-CN" sz="1400" dirty="0">
                    <a:solidFill>
                      <a:srgbClr val="5A5A5A"/>
                    </a:solidFill>
                    <a:latin typeface="Calibri" panose="020F0502020204030204"/>
                  </a:rPr>
                  <a:t> provides cumulative gains, with the largest margins on rare</a:t>
                </a:r>
                <a:r>
                  <a:rPr lang="zh-CN" altLang="en-US" sz="1400" dirty="0">
                    <a:solidFill>
                      <a:srgbClr val="5A5A5A"/>
                    </a:solidFill>
                    <a:latin typeface="Calibri" panose="020F0502020204030204"/>
                  </a:rPr>
                  <a:t> </a:t>
                </a:r>
                <a:r>
                  <a:rPr lang="en-US" sz="1400" dirty="0">
                    <a:solidFill>
                      <a:srgbClr val="5A5A5A"/>
                    </a:solidFill>
                    <a:latin typeface="Calibri" panose="020F0502020204030204"/>
                  </a:rPr>
                  <a:t>categories</a:t>
                </a:r>
                <a:r>
                  <a:rPr lang="en-CN" dirty="0">
                    <a:solidFill>
                      <a:srgbClr val="5A5A5A"/>
                    </a:solidFill>
                    <a:latin typeface="Calibri" panose="020F0502020204030204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437AA0-D50D-40BB-4CB8-1450E8DE7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616" y="3774529"/>
                <a:ext cx="5994851" cy="677108"/>
              </a:xfrm>
              <a:prstGeom prst="rect">
                <a:avLst/>
              </a:prstGeom>
              <a:blipFill>
                <a:blip r:embed="rId4"/>
                <a:stretch>
                  <a:fillRect l="-211" t="-1852" r="-423" b="-1851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299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911A6D-43D8-090E-DA56-2F7EDDCCF1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296DC4-A542-4FA6-93A4-D8837072381A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C23F9E-7C1D-6428-52D8-BF84633FA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</a:t>
            </a:r>
            <a:endParaRPr lang="en-CN" dirty="0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72E3F55D-9A39-1939-74C8-7CB6A2C566F0}"/>
              </a:ext>
            </a:extLst>
          </p:cNvPr>
          <p:cNvSpPr txBox="1">
            <a:spLocks noGrp="1" noChangeAspect="1"/>
          </p:cNvSpPr>
          <p:nvPr>
            <p:ph idx="1"/>
          </p:nvPr>
        </p:nvSpPr>
        <p:spPr>
          <a:xfrm>
            <a:off x="298450" y="836613"/>
            <a:ext cx="11702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en-US" altLang="zh-CN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Qualitative </a:t>
            </a:r>
            <a:r>
              <a:rPr lang="en-US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Comparisons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46B4E60-67A0-A649-883C-DE7B58984C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352" y="1302760"/>
            <a:ext cx="11665295" cy="507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998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910A3-37E0-4B06-E22F-CC1DA206C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736A1C-53F7-88E5-4EE0-3A8307A995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296DC4-A542-4FA6-93A4-D8837072381A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832CC3-BEC9-E386-9A5D-A1927A073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</a:t>
            </a:r>
            <a:endParaRPr lang="en-CN" dirty="0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877E75E1-E554-821C-B491-EDCB1C96A522}"/>
              </a:ext>
            </a:extLst>
          </p:cNvPr>
          <p:cNvSpPr txBox="1">
            <a:spLocks noGrp="1" noChangeAspect="1"/>
          </p:cNvSpPr>
          <p:nvPr>
            <p:ph idx="1"/>
          </p:nvPr>
        </p:nvSpPr>
        <p:spPr>
          <a:xfrm>
            <a:off x="298450" y="836613"/>
            <a:ext cx="11702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en-US" altLang="zh-CN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Qualitative </a:t>
            </a:r>
            <a:r>
              <a:rPr lang="en-US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Comparisons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968E28A-8193-C6DC-182B-383F90A96B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903" y="1500905"/>
            <a:ext cx="5740097" cy="450790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AD7E3E2-F3CB-D1E2-1317-0BEBB67C1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2958" y="1500905"/>
            <a:ext cx="5732124" cy="450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810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296DC4-A542-4FA6-93A4-D8837072381A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Conclusions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74176" y="1340768"/>
            <a:ext cx="11582465" cy="4968552"/>
          </a:xfrm>
        </p:spPr>
        <p:txBody>
          <a:bodyPr/>
          <a:lstStyle/>
          <a:p>
            <a:pPr marL="540000" algn="just">
              <a:buFont typeface="Wingdings" panose="05000000000000000000" pitchFamily="2" charset="2"/>
              <a:buChar char="p"/>
            </a:pP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</a:t>
            </a:r>
            <a:r>
              <a:rPr lang="en-US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e </a:t>
            </a:r>
            <a:r>
              <a:rPr lang="en-CN" dirty="0"/>
              <a:t>propose a unified and universal open-set detector that uses diverse prompts, inspired by human visual search mechanisms</a:t>
            </a:r>
            <a:r>
              <a:rPr lang="zh-CN" altLang="en-US" dirty="0"/>
              <a:t>；</a:t>
            </a:r>
            <a:endParaRPr lang="en-US" altLang="zh-CN" dirty="0"/>
          </a:p>
          <a:p>
            <a:pPr marL="197100" indent="0" algn="just">
              <a:buNone/>
            </a:pP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40000" algn="just">
              <a:buFont typeface="Wingdings" panose="05000000000000000000" pitchFamily="2" charset="2"/>
              <a:buChar char="p"/>
            </a:pP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We propose a VLM </a:t>
            </a:r>
            <a:r>
              <a:rPr lang="en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Infuer that </a:t>
            </a:r>
            <a:r>
              <a:rPr lang="en-CN" dirty="0"/>
              <a:t>transfers pre-trained VLM generalization into open-set detection;</a:t>
            </a:r>
            <a:r>
              <a:rPr lang="en-US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97100" indent="0" algn="just">
              <a:buNone/>
            </a:pP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40000" algn="just">
              <a:buFont typeface="Wingdings" panose="05000000000000000000" pitchFamily="2" charset="2"/>
              <a:buChar char="p"/>
            </a:pPr>
            <a:r>
              <a:rPr lang="en-CN" dirty="0"/>
              <a:t>We design a Pyramid RoI Extractor to enrich semantic, contextual, and spatial representations, paired with Harmonization Strategy for joint multi-route optimization.</a:t>
            </a:r>
            <a:r>
              <a:rPr lang="en-US" altLang="zh-CN" sz="2000" dirty="0"/>
              <a:t>      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55722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标题 1"/>
          <p:cNvSpPr>
            <a:spLocks noGrp="1"/>
          </p:cNvSpPr>
          <p:nvPr>
            <p:ph type="title"/>
          </p:nvPr>
        </p:nvSpPr>
        <p:spPr>
          <a:xfrm>
            <a:off x="2999580" y="2626741"/>
            <a:ext cx="6192839" cy="730251"/>
          </a:xfrm>
        </p:spPr>
        <p:txBody>
          <a:bodyPr/>
          <a:lstStyle/>
          <a:p>
            <a:pPr algn="ctr"/>
            <a:r>
              <a:rPr lang="en-US" altLang="zh-CN" sz="6600" dirty="0"/>
              <a:t>Thanks</a:t>
            </a:r>
            <a:r>
              <a:rPr lang="zh-CN" altLang="en-US" sz="6600" dirty="0"/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7664714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2.05938"/>
  <p:tag name="ORIGINALWIDTH" val="208.837"/>
  <p:tag name="OUTPUTTYPE" val="SVG"/>
  <p:tag name="IGUANATEXVERSION" val="160"/>
  <p:tag name="LATEXADDIN" val="\documentclass{article}&#10;\usepackage{amsmath}&#10;\usepackage{amssymb, amsfonts}&#10;\usepackage{amsmath}&#10;\usepackage[bold]{hhtensor}&#10;&#10;\usepackage{color}&#10;\usepackage{pifont}&#10;\pagestyle{empty}&#10;&#10;\DeclareMathOperator*{\softmax}{softmax}&#10;\DeclareMathOperator*{\resize}{Resize}&#10;\DeclareMathOperator*{\concat}{Concat}&#10;\DeclareMathOperator*{\argmin}{argmin}&#10;&#10;\begin{document}&#10;&#10;\begin{align*}&#10;F_{I} &amp;= \mathrm{IE}(I) \\&#10;F_{\text{cat}}^{l} &amp;=&#10;\mathrm{Concat}(\mathrm{SFP}(F_{I})^{l}, C(I)^{l}), \forall l \in \{1,\cdots,L\} \\&#10;F_{\text{enh}}^{l} &amp;=&#10;\mathrm{Norm}(\mathrm{Conv}_{1\times1}(F_{\text{cat}}^{l}))&#10;\end{align*}&#10;&#10;&#10;&#10;\end{document}&#10;"/>
  <p:tag name="IGUANATEXSIZE" val="24"/>
  <p:tag name="IGUANATEXCURSOR" val="477"/>
  <p:tag name="TRANSPARENCY" val="True"/>
  <p:tag name="LATEXENGINEID" val="0"/>
  <p:tag name="TEMPFOLDER" val="/Users/danylgao/Library/Containers/com.microsoft.Powerpoint/Data/tmp/TemporaryItems/"/>
  <p:tag name="LATEXFORMHEIGHT" val="426.65"/>
  <p:tag name="LATEXFORMWIDTH" val="513.35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5"/>
  <p:tag name="ORIGINALWIDTH" val="207"/>
  <p:tag name="OUTPUTTYPE" val="SVG"/>
  <p:tag name="IGUANATEXVERSION" val="160"/>
  <p:tag name="LATEXADDIN" val="\documentclass{article}&#10;\usepackage{amsmath}&#10;\usepackage{amssymb, amsfonts}&#10;\usepackage{amsmath}&#10;\usepackage[bold]{hhtensor}&#10;&#10;\usepackage{color}&#10;\usepackage{pifont}&#10;\pagestyle{empty}&#10;&#10;\DeclareMathOperator*{\softmax}{softmax}&#10;\DeclareMathOperator*{\resize}{Resize}&#10;\DeclareMathOperator*{\concat}{Concat}&#10;\DeclareMathOperator*{\argmin}{argmin}&#10;&#10;\begin{document}&#10;&#10;&#10;\begin{align*}&#10;F_{\text{fused}}^{l} &amp;= \mathrm{MHCA}(F_{\text{enh}}^{l}, P), \forall l \in \{1,\cdots,L\} \\&#10;F_{\text{top}} &amp;= \mathrm{FFN}\big(\mathrm{MHSA}(F_{\text{fused}}^{L})\big) \\&#10;\{F_{\text{infuser}}^{l}\}_{l=1}^{L} &amp;=&#10;\mathcal{I}_{\text{cross-scale}}\!\left(&#10;\{F_{\text{fused}}^{l}\}_{l=1}^{L-1}, F_{\text{top}}&#10;\right)&#10;\end{align*}&#10;&#10;\end{document}&#10;"/>
  <p:tag name="IGUANATEXSIZE" val="24"/>
  <p:tag name="IGUANATEXCURSOR" val="362"/>
  <p:tag name="TRANSPARENCY" val="True"/>
  <p:tag name="LATEXENGINEID" val="0"/>
  <p:tag name="TEMPFOLDER" val="/Users/danylgao/Library/Containers/com.microsoft.Powerpoint/Data/tmp/TemporaryItems/"/>
  <p:tag name="LATEXFORMHEIGHT" val="426.65"/>
  <p:tag name="LATEXFORMWIDTH" val="513.35"/>
  <p:tag name="LATEXFORMWRAP" val="True"/>
  <p:tag name="BITMAPVECTO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7027"/>
  <p:tag name="ORIGINALWIDTH" val="7.047638"/>
  <p:tag name="LATEXADDIN" val="\documentclass{article}&#10;\usepackage{amsmath}&#10;\usepackage{amssymb, amsfonts}&#10;\usepackage{amsmath}&#10;\usepackage[bold]{hhtensor}&#10;&#10;\usepackage{color}&#10;\usepackage{pifont}&#10;\pagestyle{empty}&#10;&#10;\DeclareMathOperator*{\softmax}{softmax}&#10;\DeclareMathOperator*{\resize}{Resize}&#10;\DeclareMathOperator*{\concat}{Concat}&#10;\DeclareMathOperator*{\argmin}{argmin}&#10;&#10;\begin{document}&#10;&#10;\begin{align*}&#10;F_{I} &amp;= \mathrm{IE}(I) \\&#10;F_{\text{cat}}^{l} &amp;=&#10;\mathrm{Concat}(\mathrm{SFP}(F_{I})^{l}, C(I)^{l}), \forall l \in \{1,\cdots,L\} \\&#10;F_{\text{enh}}^{l} &amp;=&#10;\mathrm{Norm}(\mathrm{Conv}_{1\times1}(F_{\text{cat}}^{l}))&#10;\end{align*}&#10;&#10;&#10;&#10;\end{document}&#10;"/>
  <p:tag name="IGUANATEXSIZE" val="24"/>
  <p:tag name="IGUANATEXCURSOR" val="477"/>
  <p:tag name="TRANSPARENCY" val="True"/>
  <p:tag name="LATEXENGINEID" val="0"/>
  <p:tag name="TEMPFOLDER" val="/Users/danylgao/Library/Containers/com.microsoft.Powerpoint/Data/tmp/TemporaryItems/"/>
  <p:tag name="LATEXFORMHEIGHT" val="426.65"/>
  <p:tag name="LATEXFORMWIDTH" val="513.35"/>
  <p:tag name="LATEXFORMWRAP" val="True"/>
  <p:tag name="BITMAPVECTOR" val="1"/>
  <p:tag name="EMFCHILD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2362"/>
  <p:tag name="ORIGINALWIDTH" val="3.27605"/>
  <p:tag name="EMFCHILD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77034"/>
  <p:tag name="ORIGINALWIDTH" val="6.593733"/>
  <p:tag name="EMFCHIL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6227"/>
  <p:tag name="ORIGINALWIDTH" val="3.02418"/>
  <p:tag name="EMFCHIL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7027"/>
  <p:tag name="ORIGINALWIDTH" val="6.137631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30938"/>
  <p:tag name="ORIGINALWIDTH" val="2.300361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6227"/>
  <p:tag name="ORIGINALWIDTH" val="4.590814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30938"/>
  <p:tag name="ORIGINALWIDTH" val="2.300361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7027"/>
  <p:tag name="ORIGINALWIDTH" val="7.047638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95406"/>
  <p:tag name="ORIGINALWIDTH" val="1.554724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06102"/>
  <p:tag name="ORIGINALWIDTH" val="2.929003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06102"/>
  <p:tag name="ORIGINALWIDTH" val="3.463451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57283"/>
  <p:tag name="ORIGINALWIDTH" val="2.401509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77034"/>
  <p:tag name="ORIGINALWIDTH" val="6.593733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74377"/>
  <p:tag name="ORIGINALWIDTH" val="6.038484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6503"/>
  <p:tag name="ORIGINALWIDTH" val="4.392519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105"/>
  <p:tag name="ORIGINALWIDTH" val="4.987434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6503"/>
  <p:tag name="ORIGINALWIDTH" val="3.777756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6503"/>
  <p:tag name="ORIGINALWIDTH" val="4.47185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091568"/>
  <p:tag name="ORIGINALWIDTH" val="3.10351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30938"/>
  <p:tag name="ORIGINALWIDTH" val="2.300361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74377"/>
  <p:tag name="ORIGINALWIDTH" val="4.392519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7027"/>
  <p:tag name="ORIGINALWIDTH" val="5.721194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6227"/>
  <p:tag name="ORIGINALWIDTH" val="5.840158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30938"/>
  <p:tag name="ORIGINALWIDTH" val="2.300361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7027"/>
  <p:tag name="ORIGINALWIDTH" val="7.047638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2362"/>
  <p:tag name="ORIGINALWIDTH" val="3.27605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30938"/>
  <p:tag name="ORIGINALWIDTH" val="2.300361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95406"/>
  <p:tag name="ORIGINALWIDTH" val="1.554724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909547"/>
  <p:tag name="ORIGINALWIDTH" val="1.160072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74377"/>
  <p:tag name="ORIGINALWIDTH" val="7.039927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30938"/>
  <p:tag name="ORIGINALWIDTH" val="2.300361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6227"/>
  <p:tag name="ORIGINALWIDTH" val="4.590814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30938"/>
  <p:tag name="ORIGINALWIDTH" val="2.300361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95406"/>
  <p:tag name="ORIGINALWIDTH" val="1.554724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30938"/>
  <p:tag name="ORIGINALWIDTH" val="2.300361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909547"/>
  <p:tag name="ORIGINALWIDTH" val="1.160072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7355"/>
  <p:tag name="ORIGINALWIDTH" val="5.512959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0301"/>
  <p:tag name="ORIGINALWIDTH" val="2.121883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4393"/>
  <p:tag name="ORIGINALWIDTH" val="4.95771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30938"/>
  <p:tag name="ORIGINALWIDTH" val="3.519947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0807"/>
  <p:tag name="ORIGINALWIDTH" val="3.27208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909547"/>
  <p:tag name="ORIGINALWIDTH" val="1.160072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31463"/>
  <p:tag name="ORIGINALWIDTH" val="1.051017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31463"/>
  <p:tag name="ORIGINALWIDTH" val="1.051017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31463"/>
  <p:tag name="ORIGINALWIDTH" val="1.051017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909547"/>
  <p:tag name="ORIGINALWIDTH" val="1.160072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6227"/>
  <p:tag name="ORIGINALWIDTH" val="5.98891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30938"/>
  <p:tag name="ORIGINALWIDTH" val="3.519947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7027"/>
  <p:tag name="ORIGINALWIDTH" val="7.047638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95406"/>
  <p:tag name="ORIGINALWIDTH" val="1.554724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06102"/>
  <p:tag name="ORIGINALWIDTH" val="2.977592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03937"/>
  <p:tag name="ORIGINALWIDTH" val="3.720243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7263"/>
  <p:tag name="ORIGINALWIDTH" val="3.720243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77034"/>
  <p:tag name="ORIGINALWIDTH" val="6.593733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6227"/>
  <p:tag name="ORIGINALWIDTH" val="6.772211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6503"/>
  <p:tag name="ORIGINALWIDTH" val="4.392519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105"/>
  <p:tag name="ORIGINALWIDTH" val="3.331562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105"/>
  <p:tag name="ORIGINALWIDTH" val="7.74393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30938"/>
  <p:tag name="ORIGINALWIDTH" val="2.300361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74377"/>
  <p:tag name="ORIGINALWIDTH" val="6.038484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6503"/>
  <p:tag name="ORIGINALWIDTH" val="4.392519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105"/>
  <p:tag name="ORIGINALWIDTH" val="4.987434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105"/>
  <p:tag name="ORIGINALWIDTH" val="4.848622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2933"/>
  <p:tag name="ORIGINALWIDTH" val="2.526443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44225"/>
  <p:tag name="ORIGINALWIDTH" val="3.720243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2933"/>
  <p:tag name="ORIGINALWIDTH" val="2.526443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30938"/>
  <p:tag name="ORIGINALWIDTH" val="2.300361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7027"/>
  <p:tag name="ORIGINALWIDTH" val="7.047638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95406"/>
  <p:tag name="ORIGINALWIDTH" val="1.554724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06102"/>
  <p:tag name="ORIGINALWIDTH" val="2.929003"/>
  <p:tag name="EMFCHILD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06102"/>
  <p:tag name="ORIGINALWIDTH" val="3.463451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57283"/>
  <p:tag name="ORIGINALWIDTH" val="2.401509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30938"/>
  <p:tag name="ORIGINALWIDTH" val="2.300361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30938"/>
  <p:tag name="ORIGINALWIDTH" val="2.300361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.47041"/>
  <p:tag name="ORIGINALWIDTH" val="174.4179"/>
  <p:tag name="OUTPUTTYPE" val="SVG"/>
  <p:tag name="IGUANATEXVERSION" val="160"/>
  <p:tag name="LATEXADDIN" val="\documentclass{article}&#10;\usepackage{amsmath}&#10;\usepackage{amssymb, amsfonts}&#10;\usepackage{amsmath}&#10;\usepackage[bold]{hhtensor}&#10;&#10;\usepackage{color}&#10;\usepackage{pifont}&#10;\pagestyle{empty}&#10;&#10;\DeclareMathOperator*{\softmax}{softmax}&#10;\DeclareMathOperator*{\resize}{Resize}&#10;\DeclareMathOperator*{\concat}{Concat}&#10;\DeclareMathOperator*{\argmin}{argmin}&#10;&#10;\begin{document}&#10;&#10;&#10;\begin{equation*}&#10;\mathcal{L}_{\text{align}} =&#10;\frac{1}{n \cdot d}&#10;\sum_{i=1}^{n}&#10;\sum_{j=1}^{d}&#10;\left(&#10;F_{i,j,\text{align}} - V'_{i,j,\text{G}}&#10;\right)^2&#10;\end{equation*}&#10;&#10;&#10;\end{document}&#10;"/>
  <p:tag name="IGUANATEXSIZE" val="24"/>
  <p:tag name="IGUANATEXCURSOR" val="516"/>
  <p:tag name="TRANSPARENCY" val="True"/>
  <p:tag name="LATEXENGINEID" val="0"/>
  <p:tag name="TEMPFOLDER" val="/Users/danylgao/Library/Containers/com.microsoft.Powerpoint/Data/tmp/TemporaryItems/"/>
  <p:tag name="LATEXFORMHEIGHT" val="426.65"/>
  <p:tag name="LATEXFORMWIDTH" val="513.35"/>
  <p:tag name="LATEXFORMWRAP" val="True"/>
  <p:tag name="BITMAPVECTOR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52919"/>
  <p:tag name="ORIGINALWIDTH" val="217.5075"/>
  <p:tag name="OUTPUTTYPE" val="SVG"/>
  <p:tag name="IGUANATEXVERSION" val="160"/>
  <p:tag name="LATEXADDIN" val="\documentclass{article}&#10;\usepackage{amsmath}&#10;\usepackage{amssymb, amsfonts}&#10;\usepackage{amsmath}&#10;\usepackage[bold]{hhtensor}&#10;&#10;\usepackage{color}&#10;\usepackage{pifont}&#10;\pagestyle{empty}&#10;&#10;\DeclareMathOperator*{\softmax}{softmax}&#10;\DeclareMathOperator*{\resize}{Resize}&#10;\DeclareMathOperator*{\concat}{Concat}&#10;\DeclareMathOperator*{\argmin}{argmin}&#10;&#10;\begin{document}&#10;&#10;&#10;\begin{equation*}&#10;\mathcal{L} = \lambda_{\text{cls}}\mathcal{L}_{\text{cls}} + \lambda_{\text{L1}}\mathcal{L}_{\text{L1}} + \lambda_{\text{GIoU}}\mathcal{L}_{\text{GIoU}} + \lambda_{\text{align}}\mathcal{L}_{\text{align}}&#10;\end{equation*}&#10;&#10;&#10;\end{document}&#10;"/>
  <p:tag name="IGUANATEXSIZE" val="24"/>
  <p:tag name="IGUANATEXCURSOR" val="583"/>
  <p:tag name="TRANSPARENCY" val="True"/>
  <p:tag name="LATEXENGINEID" val="0"/>
  <p:tag name="TEMPFOLDER" val="/Users/danylgao/Library/Containers/com.microsoft.Powerpoint/Data/tmp/TemporaryItems/"/>
  <p:tag name="LATEXFORMHEIGHT" val="426.65"/>
  <p:tag name="LATEXFORMWIDTH" val="513.35"/>
  <p:tag name="LATEXFORMWRAP" val="True"/>
  <p:tag name="BITMAPVECTOR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18537"/>
  <p:tag name="ORIGINALWIDTH" val="6.216666"/>
  <p:tag name="LATEXADDIN" val="\documentclass{article}&#10;\usepackage{amsmath}&#10;\usepackage{amssymb, amsfonts}&#10;\usepackage{amsmath}&#10;\usepackage[bold]{hhtensor}&#10;&#10;\usepackage{color}&#10;\usepackage{pifont}&#10;\pagestyle{empty}&#10;&#10;\DeclareMathOperator*{\softmax}{softmax}&#10;\DeclareMathOperator*{\resize}{Resize}&#10;\DeclareMathOperator*{\concat}{Concat}&#10;\DeclareMathOperator*{\argmin}{argmin}&#10;&#10;\begin{document}&#10;&#10;&#10;\begin{equation*}&#10;\mathcal{L} = \lambda_{\text{cls}}\mathcal{L}_{\text{cls}} + \lambda_{\text{L1}}\mathcal{L}_{\text{L1}} + \lambda_{\text{GIoU}}\mathcal{L}_{\text{GIoU}} + \lambda_{\text{align}}\mathcal{L}_{\text{align}}&#10;\end{equation*}&#10;&#10;&#10;\end{document}&#10;"/>
  <p:tag name="IGUANATEXSIZE" val="24"/>
  <p:tag name="IGUANATEXCURSOR" val="583"/>
  <p:tag name="TRANSPARENCY" val="True"/>
  <p:tag name="LATEXENGINEID" val="0"/>
  <p:tag name="TEMPFOLDER" val="/Users/danylgao/Library/Containers/com.microsoft.Powerpoint/Data/tmp/TemporaryItems/"/>
  <p:tag name="LATEXFORMHEIGHT" val="426.65"/>
  <p:tag name="LATEXFORMWIDTH" val="513.35"/>
  <p:tag name="LATEXFORMWRAP" val="True"/>
  <p:tag name="BITMAPVECTOR" val="1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09813"/>
  <p:tag name="ORIGINALWIDTH" val="6.625131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9206"/>
  <p:tag name="ORIGINALWIDTH" val="4.931496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62041"/>
  <p:tag name="ORIGINALWIDTH" val="2.942946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584"/>
  <p:tag name="ORIGINALWIDTH" val="1.569094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62041"/>
  <p:tag name="ORIGINALWIDTH" val="2.524508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18537"/>
  <p:tag name="ORIGINALWIDTH" val="6.216666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62041"/>
  <p:tag name="ORIGINALWIDTH" val="2.942946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584"/>
  <p:tag name="ORIGINALWIDTH" val="1.569094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62041"/>
  <p:tag name="ORIGINALWIDTH" val="2.524508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1588"/>
  <p:tag name="ORIGINALWIDTH" val="6.625131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9206"/>
  <p:tag name="ORIGINALWIDTH" val="4.931496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6811"/>
  <p:tag name="ORIGINALWIDTH" val="4.149409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7552"/>
  <p:tag name="ORIGINALWIDTH" val="2.538451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18537"/>
  <p:tag name="ORIGINALWIDTH" val="6.216666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6811"/>
  <p:tag name="ORIGINALWIDTH" val="4.149409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7552"/>
  <p:tag name="ORIGINALWIDTH" val="2.538451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1588"/>
  <p:tag name="ORIGINALWIDTH" val="6.625131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9206"/>
  <p:tag name="ORIGINALWIDTH" val="4.931496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7861"/>
  <p:tag name="ORIGINALWIDTH" val="5.244324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6811"/>
  <p:tag name="ORIGINALWIDTH" val="2.168865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62041"/>
  <p:tag name="ORIGINALWIDTH" val="3.417159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12336"/>
  <p:tag name="ORIGINALWIDTH" val="5.090879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18537"/>
  <p:tag name="ORIGINALWIDTH" val="6.216666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7861"/>
  <p:tag name="ORIGINALWIDTH" val="5.244324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6811"/>
  <p:tag name="ORIGINALWIDTH" val="2.168865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62041"/>
  <p:tag name="ORIGINALWIDTH" val="3.417159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12336"/>
  <p:tag name="ORIGINALWIDTH" val="5.090879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1588"/>
  <p:tag name="ORIGINALWIDTH" val="6.625131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9206"/>
  <p:tag name="ORIGINALWIDTH" val="4.931496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62041"/>
  <p:tag name="ORIGINALWIDTH" val="3.479921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584"/>
  <p:tag name="ORIGINALWIDTH" val="1.569094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30315"/>
  <p:tag name="ORIGINALWIDTH" val="1.520275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7355"/>
  <p:tag name="ORIGINALWIDTH" val="3.52874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767913"/>
  <p:tag name="ORIGINALWIDTH" val="3.737959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18537"/>
  <p:tag name="ORIGINALWIDTH" val="6.216666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62041"/>
  <p:tag name="ORIGINALWIDTH" val="3.479921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584"/>
  <p:tag name="ORIGINALWIDTH" val="1.569094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30315"/>
  <p:tag name="ORIGINALWIDTH" val="1.520275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7355"/>
  <p:tag name="ORIGINALWIDTH" val="3.52874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767913"/>
  <p:tag name="ORIGINALWIDTH" val="3.737959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42815"/>
  <p:tag name="ORIGINALWIDTH" val="6.216666"/>
  <p:tag name="LATEXADDIN" val="\documentclass{article}&#10;\usepackage{amsmath}&#10;\usepackage{amssymb, amsfonts}&#10;\usepackage{amsmath}&#10;\usepackage[bold]{hhtensor}&#10;&#10;\usepackage{color}&#10;\usepackage{pifont}&#10;\pagestyle{empty}&#10;&#10;\DeclareMathOperator*{\softmax}{softmax}&#10;\DeclareMathOperator*{\resize}{Resize}&#10;\DeclareMathOperator*{\concat}{Concat}&#10;\DeclareMathOperator*{\argmin}{argmin}&#10;&#10;\begin{document}&#10;&#10;&#10;\begin{equation*}&#10;\mathcal{L}_{\text{align}} =&#10;\frac{1}{n \cdot d}&#10;\sum_{i=1}^{n}&#10;\sum_{j=1}^{d}&#10;\left(&#10;F_{i,j,\text{align}} - V'_{i,j,\text{G}}&#10;\right)^2&#10;\end{equation*}&#10;&#10;&#10;\end{document}&#10;"/>
  <p:tag name="IGUANATEXSIZE" val="24"/>
  <p:tag name="IGUANATEXCURSOR" val="516"/>
  <p:tag name="TRANSPARENCY" val="True"/>
  <p:tag name="LATEXENGINEID" val="0"/>
  <p:tag name="TEMPFOLDER" val="/Users/danylgao/Library/Containers/com.microsoft.Powerpoint/Data/tmp/TemporaryItems/"/>
  <p:tag name="LATEXFORMHEIGHT" val="426.65"/>
  <p:tag name="LATEXFORMWIDTH" val="513.35"/>
  <p:tag name="LATEXFORMWRAP" val="True"/>
  <p:tag name="BITMAPVECTOR" val="1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80052"/>
  <p:tag name="ORIGINALWIDTH" val="3.479921"/>
  <p:tag name="EMFCHILD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9829"/>
  <p:tag name="ORIGINALWIDTH" val="1.569094"/>
  <p:tag name="EMFCHILD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0036"/>
  <p:tag name="ORIGINALWIDTH" val="1.520275"/>
  <p:tag name="EMFCHILD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4836"/>
  <p:tag name="ORIGINALWIDTH" val="3.52874"/>
  <p:tag name="EMFCHIL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75459"/>
  <p:tag name="ORIGINALWIDTH" val="3.737959"/>
  <p:tag name="EMFCHILD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34"/>
  <p:tag name="ORIGINALWIDTH" val="6.625131"/>
  <p:tag name="EMFCHILD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105"/>
  <p:tag name="ORIGINALWIDTH" val="3.287664"/>
  <p:tag name="EMFCHILD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58"/>
  <p:tag name="ORIGINALWIDTH" val="18.36046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8"/>
  <p:tag name="ORIGINALWIDTH" val="5.399737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37"/>
  <p:tag name="ORIGINALWIDTH" val="1.056037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4"/>
  <p:tag name="ORIGINALWIDTH" val="4.742191"/>
  <p:tag name="EMFCHILD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77"/>
  <p:tag name="ORIGINALWIDTH" val="4.260991"/>
  <p:tag name="EMFCHILD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94767"/>
  <p:tag name="ORIGINALWIDTH" val="13.26027"/>
  <p:tag name="EMFCHILD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72"/>
  <p:tag name="ORIGINALWIDTH" val="2.113058"/>
  <p:tag name="EMFCHILD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875951"/>
  <p:tag name="ORIGINALWIDTH" val="5.132742"/>
  <p:tag name="EMFCHILD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1"/>
  <p:tag name="ORIGINALWIDTH" val="2.538451"/>
  <p:tag name="EMFCHILD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0958"/>
  <p:tag name="ORIGINALWIDTH" val="3.584547"/>
  <p:tag name="EMFCHILD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94767"/>
  <p:tag name="ORIGINALWIDTH" val="13.26027"/>
  <p:tag name="EMFCHILD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046325"/>
  <p:tag name="ORIGINALWIDTH" val="3.061516"/>
  <p:tag name="EMFCHILD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875951"/>
  <p:tag name="ORIGINALWIDTH" val="5.132742"/>
  <p:tag name="EMFCHILD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1"/>
  <p:tag name="ORIGINALWIDTH" val="2.538451"/>
  <p:tag name="EMFCHILD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4518"/>
  <p:tag name="ORIGINALWIDTH" val="2.60023"/>
  <p:tag name="EMFCHILD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4573"/>
  <p:tag name="ORIGINALWIDTH" val="7.081201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72"/>
  <p:tag name="ORIGINALWIDTH" val="2.113058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47933"/>
  <p:tag name="ORIGINALWIDTH" val="0.8856627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046325"/>
  <p:tag name="ORIGINALWIDTH" val="3.061516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47933"/>
  <p:tag name="ORIGINALWIDTH" val="0.8856627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80052"/>
  <p:tag name="ORIGINALWIDTH" val="3.479921"/>
  <p:tag name="EMFCHILD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9829"/>
  <p:tag name="ORIGINALWIDTH" val="1.569094"/>
  <p:tag name="EMFCHILD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0036"/>
  <p:tag name="ORIGINALWIDTH" val="1.520275"/>
  <p:tag name="EMFCHILD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4836"/>
  <p:tag name="ORIGINALWIDTH" val="3.52874"/>
  <p:tag name="EMFCHILD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75459"/>
  <p:tag name="ORIGINALWIDTH" val="3.737959"/>
  <p:tag name="EMFCHILD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908"/>
  <p:tag name="ORIGINALWIDTH" val="6.087172"/>
  <p:tag name="EMFCHILD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4"/>
  <p:tag name="ORIGINALWIDTH" val="7.103346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12434"/>
  <p:tag name="ORIGINALWIDTH" val="1.750426"/>
  <p:tag name="EMFCHILD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72"/>
  <p:tag name="ORIGINALWIDTH" val="2.113058"/>
  <p:tag name="EMFCHILD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47933"/>
  <p:tag name="ORIGINALWIDTH" val="0.8856627"/>
  <p:tag name="EMFCHILD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046325"/>
  <p:tag name="ORIGINALWIDTH" val="3.061516"/>
  <p:tag name="EMFCHILD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47933"/>
  <p:tag name="ORIGINALWIDTH" val="0.8856627"/>
  <p:tag name="EMFCHILD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206"/>
  <p:tag name="ORIGINALWIDTH" val="5.244324"/>
  <p:tag name="EMFCHILD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4518"/>
  <p:tag name="ORIGINALWIDTH" val="2.60023"/>
  <p:tag name="EMFCHILD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1"/>
  <p:tag name="ORIGINALWIDTH" val="3.082415"/>
  <p:tag name="EMFCHILD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60*314"/>
  <p:tag name="TABLE_ENDDRAG_RECT" val="1536*2498*760*314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60*308"/>
  <p:tag name="TABLE_ENDDRAG_RECT" val="1536*2093*760*308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4*161"/>
  <p:tag name="TABLE_ENDDRAG_RECT" val="2559*2099*334*161"/>
</p:tagLst>
</file>

<file path=ppt/theme/theme1.xml><?xml version="1.0" encoding="utf-8"?>
<a:theme xmlns:a="http://schemas.openxmlformats.org/drawingml/2006/main" name="1_LAMDA">
  <a:themeElements>
    <a:clrScheme name="">
      <a:dk1>
        <a:srgbClr val="000000"/>
      </a:dk1>
      <a:lt1>
        <a:srgbClr val="FFFFFF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FF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自定义 1">
      <a:majorFont>
        <a:latin typeface="Comic Sans MS"/>
        <a:ea typeface="方正姚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accent6">
              <a:lumMod val="20000"/>
              <a:lumOff val="8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37835</TotalTime>
  <Words>1517</Words>
  <Application>Microsoft Macintosh PowerPoint</Application>
  <PresentationFormat>Widescreen</PresentationFormat>
  <Paragraphs>375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微软雅黑</vt:lpstr>
      <vt:lpstr>微软雅黑</vt:lpstr>
      <vt:lpstr>Arial</vt:lpstr>
      <vt:lpstr>Calibri</vt:lpstr>
      <vt:lpstr>Cambria Math</vt:lpstr>
      <vt:lpstr>Comic Sans MS</vt:lpstr>
      <vt:lpstr>Helvetica</vt:lpstr>
      <vt:lpstr>Palatino Linotype</vt:lpstr>
      <vt:lpstr>Times New Roman</vt:lpstr>
      <vt:lpstr>Verdana</vt:lpstr>
      <vt:lpstr>Wingdings</vt:lpstr>
      <vt:lpstr>1_LAMDA</vt:lpstr>
      <vt:lpstr>Ceptor: Vision–Language Model-Infused Diverse Guidance for Detecting Anything</vt:lpstr>
      <vt:lpstr>Introduction</vt:lpstr>
      <vt:lpstr>Introduction</vt:lpstr>
      <vt:lpstr>PowerPoint Presentation</vt:lpstr>
      <vt:lpstr>Our Method</vt:lpstr>
      <vt:lpstr>Our Method</vt:lpstr>
      <vt:lpstr>Our Method</vt:lpstr>
      <vt:lpstr>Our Method</vt:lpstr>
      <vt:lpstr>Experiments</vt:lpstr>
      <vt:lpstr>Experiments</vt:lpstr>
      <vt:lpstr>Experiments</vt:lpstr>
      <vt:lpstr>Experiments</vt:lpstr>
      <vt:lpstr>Conclusions</vt:lpstr>
      <vt:lpstr>Thanks！</vt:lpstr>
    </vt:vector>
  </TitlesOfParts>
  <Company>LAMDA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Makes Objects Similar: A Unified Multi-Metric Learning Approach</dc:title>
  <dc:creator>Han-Jia Ye</dc:creator>
  <cp:lastModifiedBy>T160681</cp:lastModifiedBy>
  <cp:revision>1584</cp:revision>
  <dcterms:created xsi:type="dcterms:W3CDTF">2008-04-09T09:40:24Z</dcterms:created>
  <dcterms:modified xsi:type="dcterms:W3CDTF">2026-09-22T02:14:33Z</dcterms:modified>
</cp:coreProperties>
</file>